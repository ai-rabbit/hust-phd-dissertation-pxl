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_PASS" id="{88FC2D27-2218-4DD4-A0C4-BE7A6137B6B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裴 熙隆" initials="裴" lastIdx="1" clrIdx="0">
    <p:extLst>
      <p:ext uri="{19B8F6BF-5375-455C-9EA6-DF929625EA0E}">
        <p15:presenceInfo xmlns:p15="http://schemas.microsoft.com/office/powerpoint/2012/main" userId="d70ee545ee25833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D4E9F6"/>
    <a:srgbClr val="00CC00"/>
    <a:srgbClr val="FF0066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A536A3-8A4A-4787-886F-32005F98C25D}" v="38" dt="2026-04-23T07:57:26.8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115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bbit AI" userId="d70ee545ee25833c" providerId="LiveId" clId="{5810C8BD-FF44-47EF-A42B-67F452FE85DB}"/>
    <pc:docChg chg="undo redo custSel addSld delSld modSld modSection">
      <pc:chgData name="Rabbit AI" userId="d70ee545ee25833c" providerId="LiveId" clId="{5810C8BD-FF44-47EF-A42B-67F452FE85DB}" dt="2026-04-23T08:04:25.553" v="398" actId="1076"/>
      <pc:docMkLst>
        <pc:docMk/>
      </pc:docMkLst>
      <pc:sldChg chg="addSp delSp modSp mod">
        <pc:chgData name="Rabbit AI" userId="d70ee545ee25833c" providerId="LiveId" clId="{5810C8BD-FF44-47EF-A42B-67F452FE85DB}" dt="2026-04-23T08:04:25.553" v="398" actId="1076"/>
        <pc:sldMkLst>
          <pc:docMk/>
          <pc:sldMk cId="1658940346" sldId="266"/>
        </pc:sldMkLst>
        <pc:spChg chg="del">
          <ac:chgData name="Rabbit AI" userId="d70ee545ee25833c" providerId="LiveId" clId="{5810C8BD-FF44-47EF-A42B-67F452FE85DB}" dt="2026-04-23T07:09:30.924" v="8" actId="478"/>
          <ac:spMkLst>
            <pc:docMk/>
            <pc:sldMk cId="1658940346" sldId="266"/>
            <ac:spMk id="8" creationId="{6C97A11D-9F58-42F3-8D00-333245A3F9C3}"/>
          </ac:spMkLst>
        </pc:spChg>
        <pc:spChg chg="del">
          <ac:chgData name="Rabbit AI" userId="d70ee545ee25833c" providerId="LiveId" clId="{5810C8BD-FF44-47EF-A42B-67F452FE85DB}" dt="2026-04-23T07:09:30.924" v="8" actId="478"/>
          <ac:spMkLst>
            <pc:docMk/>
            <pc:sldMk cId="1658940346" sldId="266"/>
            <ac:spMk id="12" creationId="{DEFFD872-B6EA-4244-9D0E-029C5124E082}"/>
          </ac:spMkLst>
        </pc:spChg>
        <pc:spChg chg="del">
          <ac:chgData name="Rabbit AI" userId="d70ee545ee25833c" providerId="LiveId" clId="{5810C8BD-FF44-47EF-A42B-67F452FE85DB}" dt="2026-04-23T07:09:30.924" v="8" actId="478"/>
          <ac:spMkLst>
            <pc:docMk/>
            <pc:sldMk cId="1658940346" sldId="266"/>
            <ac:spMk id="13" creationId="{B1DBE805-D6CF-43D7-A756-434EACD5F066}"/>
          </ac:spMkLst>
        </pc:spChg>
        <pc:spChg chg="del">
          <ac:chgData name="Rabbit AI" userId="d70ee545ee25833c" providerId="LiveId" clId="{5810C8BD-FF44-47EF-A42B-67F452FE85DB}" dt="2026-04-23T07:09:30.924" v="8" actId="478"/>
          <ac:spMkLst>
            <pc:docMk/>
            <pc:sldMk cId="1658940346" sldId="266"/>
            <ac:spMk id="14" creationId="{FAE3141C-C389-4915-A232-62E8B4457A82}"/>
          </ac:spMkLst>
        </pc:spChg>
        <pc:spChg chg="add mod">
          <ac:chgData name="Rabbit AI" userId="d70ee545ee25833c" providerId="LiveId" clId="{5810C8BD-FF44-47EF-A42B-67F452FE85DB}" dt="2026-04-23T07:57:59.640" v="380" actId="14100"/>
          <ac:spMkLst>
            <pc:docMk/>
            <pc:sldMk cId="1658940346" sldId="266"/>
            <ac:spMk id="41" creationId="{6D6BB4DB-213E-0EE8-DA72-6158BF4BC800}"/>
          </ac:spMkLst>
        </pc:spChg>
        <pc:spChg chg="add mod">
          <ac:chgData name="Rabbit AI" userId="d70ee545ee25833c" providerId="LiveId" clId="{5810C8BD-FF44-47EF-A42B-67F452FE85DB}" dt="2026-04-23T08:00:24.327" v="388" actId="20577"/>
          <ac:spMkLst>
            <pc:docMk/>
            <pc:sldMk cId="1658940346" sldId="266"/>
            <ac:spMk id="45" creationId="{499F453A-73CD-715C-A674-7604C441B1FF}"/>
          </ac:spMkLst>
        </pc:spChg>
        <pc:spChg chg="add mod">
          <ac:chgData name="Rabbit AI" userId="d70ee545ee25833c" providerId="LiveId" clId="{5810C8BD-FF44-47EF-A42B-67F452FE85DB}" dt="2026-04-23T07:58:08.012" v="383" actId="14100"/>
          <ac:spMkLst>
            <pc:docMk/>
            <pc:sldMk cId="1658940346" sldId="266"/>
            <ac:spMk id="50" creationId="{A97A76CD-98E3-706D-5E85-99E50B9F2ED6}"/>
          </ac:spMkLst>
        </pc:spChg>
        <pc:spChg chg="add mod">
          <ac:chgData name="Rabbit AI" userId="d70ee545ee25833c" providerId="LiveId" clId="{5810C8BD-FF44-47EF-A42B-67F452FE85DB}" dt="2026-04-23T07:58:53.543" v="387" actId="1076"/>
          <ac:spMkLst>
            <pc:docMk/>
            <pc:sldMk cId="1658940346" sldId="266"/>
            <ac:spMk id="51" creationId="{847D53A6-0799-5176-ADCA-8EE5F376CF34}"/>
          </ac:spMkLst>
        </pc:spChg>
        <pc:spChg chg="add mod">
          <ac:chgData name="Rabbit AI" userId="d70ee545ee25833c" providerId="LiveId" clId="{5810C8BD-FF44-47EF-A42B-67F452FE85DB}" dt="2026-04-23T07:32:54.597" v="225" actId="1076"/>
          <ac:spMkLst>
            <pc:docMk/>
            <pc:sldMk cId="1658940346" sldId="266"/>
            <ac:spMk id="59" creationId="{D78F8219-2501-DD34-6CB8-4D759E08AC94}"/>
          </ac:spMkLst>
        </pc:spChg>
        <pc:spChg chg="add mod">
          <ac:chgData name="Rabbit AI" userId="d70ee545ee25833c" providerId="LiveId" clId="{5810C8BD-FF44-47EF-A42B-67F452FE85DB}" dt="2026-04-23T07:33:12.599" v="227" actId="1076"/>
          <ac:spMkLst>
            <pc:docMk/>
            <pc:sldMk cId="1658940346" sldId="266"/>
            <ac:spMk id="60" creationId="{B12FE361-6CC7-29AD-533E-C24182ACAD81}"/>
          </ac:spMkLst>
        </pc:spChg>
        <pc:spChg chg="del">
          <ac:chgData name="Rabbit AI" userId="d70ee545ee25833c" providerId="LiveId" clId="{5810C8BD-FF44-47EF-A42B-67F452FE85DB}" dt="2026-04-23T07:09:30.924" v="8" actId="478"/>
          <ac:spMkLst>
            <pc:docMk/>
            <pc:sldMk cId="1658940346" sldId="266"/>
            <ac:spMk id="62" creationId="{C6ADCBC5-62B4-4D89-8A87-1733A624BD04}"/>
          </ac:spMkLst>
        </pc:spChg>
        <pc:spChg chg="del">
          <ac:chgData name="Rabbit AI" userId="d70ee545ee25833c" providerId="LiveId" clId="{5810C8BD-FF44-47EF-A42B-67F452FE85DB}" dt="2026-04-23T07:09:30.924" v="8" actId="478"/>
          <ac:spMkLst>
            <pc:docMk/>
            <pc:sldMk cId="1658940346" sldId="266"/>
            <ac:spMk id="63" creationId="{DBA1ED70-85B9-4449-9DB4-0D8FACBA3450}"/>
          </ac:spMkLst>
        </pc:spChg>
        <pc:spChg chg="del">
          <ac:chgData name="Rabbit AI" userId="d70ee545ee25833c" providerId="LiveId" clId="{5810C8BD-FF44-47EF-A42B-67F452FE85DB}" dt="2026-04-23T07:09:30.924" v="8" actId="478"/>
          <ac:spMkLst>
            <pc:docMk/>
            <pc:sldMk cId="1658940346" sldId="266"/>
            <ac:spMk id="66" creationId="{27740295-6296-4D67-B2F8-C8A490EADEDA}"/>
          </ac:spMkLst>
        </pc:spChg>
        <pc:spChg chg="del">
          <ac:chgData name="Rabbit AI" userId="d70ee545ee25833c" providerId="LiveId" clId="{5810C8BD-FF44-47EF-A42B-67F452FE85DB}" dt="2026-04-23T07:09:30.924" v="8" actId="478"/>
          <ac:spMkLst>
            <pc:docMk/>
            <pc:sldMk cId="1658940346" sldId="266"/>
            <ac:spMk id="68" creationId="{2F86555A-9954-4F78-A441-D0C9E8291821}"/>
          </ac:spMkLst>
        </pc:spChg>
        <pc:spChg chg="del">
          <ac:chgData name="Rabbit AI" userId="d70ee545ee25833c" providerId="LiveId" clId="{5810C8BD-FF44-47EF-A42B-67F452FE85DB}" dt="2026-04-23T07:09:30.924" v="8" actId="478"/>
          <ac:spMkLst>
            <pc:docMk/>
            <pc:sldMk cId="1658940346" sldId="266"/>
            <ac:spMk id="69" creationId="{459E0976-34E1-430E-A27F-20A075FD8B22}"/>
          </ac:spMkLst>
        </pc:spChg>
        <pc:spChg chg="add mod">
          <ac:chgData name="Rabbit AI" userId="d70ee545ee25833c" providerId="LiveId" clId="{5810C8BD-FF44-47EF-A42B-67F452FE85DB}" dt="2026-04-23T07:33:20.176" v="229" actId="1076"/>
          <ac:spMkLst>
            <pc:docMk/>
            <pc:sldMk cId="1658940346" sldId="266"/>
            <ac:spMk id="71" creationId="{03F3653B-9E64-75E1-2862-7A12D8E2CD24}"/>
          </ac:spMkLst>
        </pc:spChg>
        <pc:spChg chg="del">
          <ac:chgData name="Rabbit AI" userId="d70ee545ee25833c" providerId="LiveId" clId="{5810C8BD-FF44-47EF-A42B-67F452FE85DB}" dt="2026-04-23T07:09:30.924" v="8" actId="478"/>
          <ac:spMkLst>
            <pc:docMk/>
            <pc:sldMk cId="1658940346" sldId="266"/>
            <ac:spMk id="74" creationId="{D6C15F65-DB0A-42AD-8E3C-61E56FD9BBAD}"/>
          </ac:spMkLst>
        </pc:spChg>
        <pc:picChg chg="add mod ord">
          <ac:chgData name="Rabbit AI" userId="d70ee545ee25833c" providerId="LiveId" clId="{5810C8BD-FF44-47EF-A42B-67F452FE85DB}" dt="2026-04-23T08:04:25.553" v="398" actId="1076"/>
          <ac:picMkLst>
            <pc:docMk/>
            <pc:sldMk cId="1658940346" sldId="266"/>
            <ac:picMk id="3" creationId="{65B8BD32-8F24-C532-1A94-5170FD5BB17F}"/>
          </ac:picMkLst>
        </pc:picChg>
        <pc:picChg chg="add del mod">
          <ac:chgData name="Rabbit AI" userId="d70ee545ee25833c" providerId="LiveId" clId="{5810C8BD-FF44-47EF-A42B-67F452FE85DB}" dt="2026-04-23T07:09:19.468" v="2" actId="931"/>
          <ac:picMkLst>
            <pc:docMk/>
            <pc:sldMk cId="1658940346" sldId="266"/>
            <ac:picMk id="3" creationId="{7E0520F1-8BB5-290C-BAAB-A478B589B5A2}"/>
          </ac:picMkLst>
        </pc:picChg>
        <pc:picChg chg="add del mod modCrop">
          <ac:chgData name="Rabbit AI" userId="d70ee545ee25833c" providerId="LiveId" clId="{5810C8BD-FF44-47EF-A42B-67F452FE85DB}" dt="2026-04-23T07:11:47.177" v="41" actId="478"/>
          <ac:picMkLst>
            <pc:docMk/>
            <pc:sldMk cId="1658940346" sldId="266"/>
            <ac:picMk id="5" creationId="{C479C595-804B-C14A-EAB3-BB095A75D8EA}"/>
          </ac:picMkLst>
        </pc:picChg>
        <pc:picChg chg="add del mod modCrop">
          <ac:chgData name="Rabbit AI" userId="d70ee545ee25833c" providerId="LiveId" clId="{5810C8BD-FF44-47EF-A42B-67F452FE85DB}" dt="2026-04-23T08:04:02.328" v="394" actId="478"/>
          <ac:picMkLst>
            <pc:docMk/>
            <pc:sldMk cId="1658940346" sldId="266"/>
            <ac:picMk id="11" creationId="{D0EB5636-E407-E086-9473-3EC4D70FE5D1}"/>
          </ac:picMkLst>
        </pc:picChg>
        <pc:picChg chg="add mod modCrop">
          <ac:chgData name="Rabbit AI" userId="d70ee545ee25833c" providerId="LiveId" clId="{5810C8BD-FF44-47EF-A42B-67F452FE85DB}" dt="2026-04-23T07:14:15.690" v="73" actId="1076"/>
          <ac:picMkLst>
            <pc:docMk/>
            <pc:sldMk cId="1658940346" sldId="266"/>
            <ac:picMk id="16" creationId="{826658A0-33EF-A0D8-88B7-8C0B3400C8D0}"/>
          </ac:picMkLst>
        </pc:picChg>
        <pc:picChg chg="add mod">
          <ac:chgData name="Rabbit AI" userId="d70ee545ee25833c" providerId="LiveId" clId="{5810C8BD-FF44-47EF-A42B-67F452FE85DB}" dt="2026-04-23T07:58:49.009" v="386" actId="1076"/>
          <ac:picMkLst>
            <pc:docMk/>
            <pc:sldMk cId="1658940346" sldId="266"/>
            <ac:picMk id="40" creationId="{8EABC3F2-4693-1BEA-CF8D-4BE052B071DD}"/>
          </ac:picMkLst>
        </pc:picChg>
        <pc:cxnChg chg="add mod">
          <ac:chgData name="Rabbit AI" userId="d70ee545ee25833c" providerId="LiveId" clId="{5810C8BD-FF44-47EF-A42B-67F452FE85DB}" dt="2026-04-23T07:17:47.218" v="128" actId="14100"/>
          <ac:cxnSpMkLst>
            <pc:docMk/>
            <pc:sldMk cId="1658940346" sldId="266"/>
            <ac:cxnSpMk id="44" creationId="{89A79495-4B57-910E-8E7F-5A392F856291}"/>
          </ac:cxnSpMkLst>
        </pc:cxnChg>
        <pc:cxnChg chg="add mod">
          <ac:chgData name="Rabbit AI" userId="d70ee545ee25833c" providerId="LiveId" clId="{5810C8BD-FF44-47EF-A42B-67F452FE85DB}" dt="2026-04-23T07:17:51.269" v="131" actId="14100"/>
          <ac:cxnSpMkLst>
            <pc:docMk/>
            <pc:sldMk cId="1658940346" sldId="266"/>
            <ac:cxnSpMk id="47" creationId="{C1626DF2-0C8D-92A7-C63C-DCD9307ED00F}"/>
          </ac:cxnSpMkLst>
        </pc:cxnChg>
        <pc:cxnChg chg="add mod">
          <ac:chgData name="Rabbit AI" userId="d70ee545ee25833c" providerId="LiveId" clId="{5810C8BD-FF44-47EF-A42B-67F452FE85DB}" dt="2026-04-23T07:30:55.708" v="187" actId="692"/>
          <ac:cxnSpMkLst>
            <pc:docMk/>
            <pc:sldMk cId="1658940346" sldId="266"/>
            <ac:cxnSpMk id="52" creationId="{51317920-90A4-A45B-8FF9-98ED8C01DCF2}"/>
          </ac:cxnSpMkLst>
        </pc:cxnChg>
        <pc:cxnChg chg="add mod ord">
          <ac:chgData name="Rabbit AI" userId="d70ee545ee25833c" providerId="LiveId" clId="{5810C8BD-FF44-47EF-A42B-67F452FE85DB}" dt="2026-04-23T07:30:46.705" v="185" actId="692"/>
          <ac:cxnSpMkLst>
            <pc:docMk/>
            <pc:sldMk cId="1658940346" sldId="266"/>
            <ac:cxnSpMk id="54" creationId="{6DE1B8BA-A215-8803-3CAF-032CA38660B9}"/>
          </ac:cxnSpMkLst>
        </pc:cxnChg>
        <pc:cxnChg chg="add mod">
          <ac:chgData name="Rabbit AI" userId="d70ee545ee25833c" providerId="LiveId" clId="{5810C8BD-FF44-47EF-A42B-67F452FE85DB}" dt="2026-04-23T07:31:14.770" v="190" actId="1076"/>
          <ac:cxnSpMkLst>
            <pc:docMk/>
            <pc:sldMk cId="1658940346" sldId="266"/>
            <ac:cxnSpMk id="58" creationId="{DDBEE7B5-A063-0F71-58BC-33A51F2D7C7A}"/>
          </ac:cxnSpMkLst>
        </pc:cxnChg>
      </pc:sldChg>
      <pc:sldChg chg="addSp delSp modSp add del mod">
        <pc:chgData name="Rabbit AI" userId="d70ee545ee25833c" providerId="LiveId" clId="{5810C8BD-FF44-47EF-A42B-67F452FE85DB}" dt="2026-04-23T07:37:08.657" v="369" actId="47"/>
        <pc:sldMkLst>
          <pc:docMk/>
          <pc:sldMk cId="848684612" sldId="267"/>
        </pc:sldMkLst>
        <pc:picChg chg="add del mod">
          <ac:chgData name="Rabbit AI" userId="d70ee545ee25833c" providerId="LiveId" clId="{5810C8BD-FF44-47EF-A42B-67F452FE85DB}" dt="2026-04-23T07:37:05.004" v="368" actId="478"/>
          <ac:picMkLst>
            <pc:docMk/>
            <pc:sldMk cId="848684612" sldId="267"/>
            <ac:picMk id="2" creationId="{0DE62A08-617C-445F-6675-53868FD387DE}"/>
          </ac:picMkLst>
        </pc:picChg>
        <pc:picChg chg="del">
          <ac:chgData name="Rabbit AI" userId="d70ee545ee25833c" providerId="LiveId" clId="{5810C8BD-FF44-47EF-A42B-67F452FE85DB}" dt="2026-04-23T07:09:33.595" v="9" actId="478"/>
          <ac:picMkLst>
            <pc:docMk/>
            <pc:sldMk cId="848684612" sldId="267"/>
            <ac:picMk id="5" creationId="{3AA4763E-2337-3A2C-04BC-B1946CD479EE}"/>
          </ac:picMkLst>
        </pc:picChg>
      </pc:sldChg>
    </pc:docChg>
  </pc:docChgLst>
  <pc:docChgLst>
    <pc:chgData name="裴 熙隆" userId="d70ee545ee25833c" providerId="LiveId" clId="{BD7FD198-3816-44B5-BE3D-33A8118B6D58}"/>
    <pc:docChg chg="undo redo custSel addSld delSld modSld addSection modSection">
      <pc:chgData name="裴 熙隆" userId="d70ee545ee25833c" providerId="LiveId" clId="{BD7FD198-3816-44B5-BE3D-33A8118B6D58}" dt="2026-04-22T11:59:15.152" v="458" actId="14100"/>
      <pc:docMkLst>
        <pc:docMk/>
      </pc:docMkLst>
      <pc:sldChg chg="addSp delSp modSp mod">
        <pc:chgData name="裴 熙隆" userId="d70ee545ee25833c" providerId="LiveId" clId="{BD7FD198-3816-44B5-BE3D-33A8118B6D58}" dt="2026-04-22T11:59:15.152" v="458" actId="14100"/>
        <pc:sldMkLst>
          <pc:docMk/>
          <pc:sldMk cId="1237748070" sldId="264"/>
        </pc:sldMkLst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5" creationId="{79C978C6-5ECC-484B-8329-85B1DA75FD12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6" creationId="{A6C17498-804F-46BB-BE80-8C62C59C1659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8" creationId="{673576B5-8568-470C-A77D-CF663883F9C1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9" creationId="{D037B0A7-8C85-4EFB-A979-3541599C3E15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10" creationId="{DAF858AD-B371-4B1C-BC30-4E3CE894383B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11" creationId="{4E522170-5D5A-4F5F-B0E7-E7AD3D68F5C5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12" creationId="{CA1141A7-D6FD-498E-AE26-907F4573CD31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14" creationId="{4C3E848C-7144-4FF8-97FC-AA52D235A5E6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15" creationId="{F19ED4EF-33E9-4F5A-AFD3-83AA35380AB2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16" creationId="{3DD0DAFF-6D61-4909-A45A-29B1B6DF3F61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17" creationId="{BEFF140B-6269-41D0-92C9-9091BC4C1797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18" creationId="{A9AAB890-C04A-4BA8-A826-893EC2205834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19" creationId="{F6A1F877-4133-44D4-8630-9765B45867D9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20" creationId="{7BAB2BA8-ACED-478A-9B88-170CBBC39FB2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21" creationId="{6F19014C-114A-4ACD-99EC-00225608D3F9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22" creationId="{C025D47E-5779-43D4-82AF-EA9265EEC401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23" creationId="{DDF166BD-CE7D-492E-85FE-1B58A486371A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24" creationId="{297C0B62-865F-4E4F-A3A5-63ECAB0D9DEB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25" creationId="{8D5348B6-BBE7-4A9A-AE26-AD3BBB3F8CB5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26" creationId="{18D3BFE1-2826-44B3-A82B-F2C358AF2070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27" creationId="{F930BC3B-05CD-4201-B4CA-CC144AE23741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29" creationId="{8755FBAD-C853-4A2D-9DB5-20C81BF7D17E}"/>
          </ac:spMkLst>
        </pc:spChg>
        <pc:spChg chg="add mod">
          <ac:chgData name="裴 熙隆" userId="d70ee545ee25833c" providerId="LiveId" clId="{BD7FD198-3816-44B5-BE3D-33A8118B6D58}" dt="2026-04-22T11:01:13.785" v="299" actId="20577"/>
          <ac:spMkLst>
            <pc:docMk/>
            <pc:sldMk cId="1237748070" sldId="264"/>
            <ac:spMk id="31" creationId="{245A4446-8C4F-4B77-B2BD-B75E33C6B637}"/>
          </ac:spMkLst>
        </pc:spChg>
        <pc:spChg chg="add mod">
          <ac:chgData name="裴 熙隆" userId="d70ee545ee25833c" providerId="LiveId" clId="{BD7FD198-3816-44B5-BE3D-33A8118B6D58}" dt="2026-04-22T10:53:22.884" v="180" actId="20577"/>
          <ac:spMkLst>
            <pc:docMk/>
            <pc:sldMk cId="1237748070" sldId="264"/>
            <ac:spMk id="32" creationId="{341A5100-D95A-494E-A717-7F37B1EA4835}"/>
          </ac:spMkLst>
        </pc:spChg>
        <pc:spChg chg="add mod">
          <ac:chgData name="裴 熙隆" userId="d70ee545ee25833c" providerId="LiveId" clId="{BD7FD198-3816-44B5-BE3D-33A8118B6D58}" dt="2026-04-22T10:53:25.726" v="181" actId="20577"/>
          <ac:spMkLst>
            <pc:docMk/>
            <pc:sldMk cId="1237748070" sldId="264"/>
            <ac:spMk id="33" creationId="{CDCC5784-79A7-4F27-BDB3-C7AD6915F816}"/>
          </ac:spMkLst>
        </pc:spChg>
        <pc:spChg chg="add mod">
          <ac:chgData name="裴 熙隆" userId="d70ee545ee25833c" providerId="LiveId" clId="{BD7FD198-3816-44B5-BE3D-33A8118B6D58}" dt="2026-04-22T10:53:27.310" v="182" actId="20577"/>
          <ac:spMkLst>
            <pc:docMk/>
            <pc:sldMk cId="1237748070" sldId="264"/>
            <ac:spMk id="34" creationId="{BFFEA97C-ACD4-4893-B665-B201E575635C}"/>
          </ac:spMkLst>
        </pc:spChg>
        <pc:spChg chg="add mod">
          <ac:chgData name="裴 熙隆" userId="d70ee545ee25833c" providerId="LiveId" clId="{BD7FD198-3816-44B5-BE3D-33A8118B6D58}" dt="2026-04-22T11:58:33.693" v="439" actId="20577"/>
          <ac:spMkLst>
            <pc:docMk/>
            <pc:sldMk cId="1237748070" sldId="264"/>
            <ac:spMk id="35" creationId="{EB6C05C4-A992-4C4F-A5F7-0E0800634B8C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36" creationId="{40CCEB29-D33F-412D-9DA5-6B2B16D28017}"/>
          </ac:spMkLst>
        </pc:spChg>
        <pc:spChg chg="add del mod">
          <ac:chgData name="裴 熙隆" userId="d70ee545ee25833c" providerId="LiveId" clId="{BD7FD198-3816-44B5-BE3D-33A8118B6D58}" dt="2026-04-22T10:58:13.337" v="258" actId="478"/>
          <ac:spMkLst>
            <pc:docMk/>
            <pc:sldMk cId="1237748070" sldId="264"/>
            <ac:spMk id="37" creationId="{07CF5367-DA04-40EA-A351-338C22142FF9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38" creationId="{81621C48-E3E0-4346-8257-A4B79CBF13EB}"/>
          </ac:spMkLst>
        </pc:spChg>
        <pc:spChg chg="add mod">
          <ac:chgData name="裴 熙隆" userId="d70ee545ee25833c" providerId="LiveId" clId="{BD7FD198-3816-44B5-BE3D-33A8118B6D58}" dt="2026-04-22T10:57:27.617" v="250" actId="1076"/>
          <ac:spMkLst>
            <pc:docMk/>
            <pc:sldMk cId="1237748070" sldId="264"/>
            <ac:spMk id="39" creationId="{393EC784-E853-4E01-ABDF-CC0D10512A24}"/>
          </ac:spMkLst>
        </pc:spChg>
        <pc:spChg chg="add mod">
          <ac:chgData name="裴 熙隆" userId="d70ee545ee25833c" providerId="LiveId" clId="{BD7FD198-3816-44B5-BE3D-33A8118B6D58}" dt="2026-04-22T11:58:30.286" v="432" actId="20577"/>
          <ac:spMkLst>
            <pc:docMk/>
            <pc:sldMk cId="1237748070" sldId="264"/>
            <ac:spMk id="40" creationId="{3D8165D7-9B48-4174-9015-56DB71F5F0D9}"/>
          </ac:spMkLst>
        </pc:spChg>
        <pc:spChg chg="del">
          <ac:chgData name="裴 熙隆" userId="d70ee545ee25833c" providerId="LiveId" clId="{BD7FD198-3816-44B5-BE3D-33A8118B6D58}" dt="2026-04-22T10:43:50.753" v="6" actId="478"/>
          <ac:spMkLst>
            <pc:docMk/>
            <pc:sldMk cId="1237748070" sldId="264"/>
            <ac:spMk id="41" creationId="{0038149E-EDAA-41E4-A032-D921E5051D6D}"/>
          </ac:spMkLst>
        </pc:spChg>
        <pc:spChg chg="add mod">
          <ac:chgData name="裴 熙隆" userId="d70ee545ee25833c" providerId="LiveId" clId="{BD7FD198-3816-44B5-BE3D-33A8118B6D58}" dt="2026-04-22T10:57:21.334" v="249" actId="1076"/>
          <ac:spMkLst>
            <pc:docMk/>
            <pc:sldMk cId="1237748070" sldId="264"/>
            <ac:spMk id="42" creationId="{12789928-DF0F-47D7-96F4-CDFB34651613}"/>
          </ac:spMkLst>
        </pc:spChg>
        <pc:spChg chg="add mod">
          <ac:chgData name="裴 熙隆" userId="d70ee545ee25833c" providerId="LiveId" clId="{BD7FD198-3816-44B5-BE3D-33A8118B6D58}" dt="2026-04-22T10:57:40.540" v="255" actId="20577"/>
          <ac:spMkLst>
            <pc:docMk/>
            <pc:sldMk cId="1237748070" sldId="264"/>
            <ac:spMk id="43" creationId="{5F38E748-9C69-498A-9CDA-6222E45BAFDB}"/>
          </ac:spMkLst>
        </pc:spChg>
        <pc:spChg chg="add mod">
          <ac:chgData name="裴 熙隆" userId="d70ee545ee25833c" providerId="LiveId" clId="{BD7FD198-3816-44B5-BE3D-33A8118B6D58}" dt="2026-04-22T10:57:33.326" v="253" actId="1076"/>
          <ac:spMkLst>
            <pc:docMk/>
            <pc:sldMk cId="1237748070" sldId="264"/>
            <ac:spMk id="44" creationId="{C6BEFDD7-9C4D-4316-9D43-BDBE52E7C422}"/>
          </ac:spMkLst>
        </pc:spChg>
        <pc:spChg chg="add del mod">
          <ac:chgData name="裴 熙隆" userId="d70ee545ee25833c" providerId="LiveId" clId="{BD7FD198-3816-44B5-BE3D-33A8118B6D58}" dt="2026-04-22T11:01:15.814" v="300" actId="478"/>
          <ac:spMkLst>
            <pc:docMk/>
            <pc:sldMk cId="1237748070" sldId="264"/>
            <ac:spMk id="46" creationId="{92BE4579-A515-4518-8497-154B934EDD90}"/>
          </ac:spMkLst>
        </pc:spChg>
        <pc:spChg chg="add mod ord">
          <ac:chgData name="裴 熙隆" userId="d70ee545ee25833c" providerId="LiveId" clId="{BD7FD198-3816-44B5-BE3D-33A8118B6D58}" dt="2026-04-22T11:04:40.723" v="384" actId="166"/>
          <ac:spMkLst>
            <pc:docMk/>
            <pc:sldMk cId="1237748070" sldId="264"/>
            <ac:spMk id="49" creationId="{AD344F31-6244-40C4-A52C-BE3069707526}"/>
          </ac:spMkLst>
        </pc:spChg>
        <pc:spChg chg="add mod">
          <ac:chgData name="裴 熙隆" userId="d70ee545ee25833c" providerId="LiveId" clId="{BD7FD198-3816-44B5-BE3D-33A8118B6D58}" dt="2026-04-22T11:04:46.771" v="386" actId="1076"/>
          <ac:spMkLst>
            <pc:docMk/>
            <pc:sldMk cId="1237748070" sldId="264"/>
            <ac:spMk id="50" creationId="{2A3277DE-DEDB-44DF-BDDF-27D03A534007}"/>
          </ac:spMkLst>
        </pc:spChg>
        <pc:spChg chg="add mod">
          <ac:chgData name="裴 熙隆" userId="d70ee545ee25833c" providerId="LiveId" clId="{BD7FD198-3816-44B5-BE3D-33A8118B6D58}" dt="2026-04-22T11:04:52.007" v="388" actId="1076"/>
          <ac:spMkLst>
            <pc:docMk/>
            <pc:sldMk cId="1237748070" sldId="264"/>
            <ac:spMk id="51" creationId="{7A6A9077-7D04-4EBB-A467-E9DD2C355A8D}"/>
          </ac:spMkLst>
        </pc:spChg>
        <pc:spChg chg="add mod">
          <ac:chgData name="裴 熙隆" userId="d70ee545ee25833c" providerId="LiveId" clId="{BD7FD198-3816-44B5-BE3D-33A8118B6D58}" dt="2026-04-22T11:05:01.198" v="390" actId="1076"/>
          <ac:spMkLst>
            <pc:docMk/>
            <pc:sldMk cId="1237748070" sldId="264"/>
            <ac:spMk id="52" creationId="{E802CE71-49B0-4CB7-9BDB-1C7DE9747D34}"/>
          </ac:spMkLst>
        </pc:spChg>
        <pc:spChg chg="add mod">
          <ac:chgData name="裴 熙隆" userId="d70ee545ee25833c" providerId="LiveId" clId="{BD7FD198-3816-44B5-BE3D-33A8118B6D58}" dt="2026-04-22T11:05:24.751" v="396" actId="208"/>
          <ac:spMkLst>
            <pc:docMk/>
            <pc:sldMk cId="1237748070" sldId="264"/>
            <ac:spMk id="53" creationId="{B04A39ED-4573-4127-A678-4E7CEDCD4353}"/>
          </ac:spMkLst>
        </pc:spChg>
        <pc:spChg chg="add mod">
          <ac:chgData name="裴 熙隆" userId="d70ee545ee25833c" providerId="LiveId" clId="{BD7FD198-3816-44B5-BE3D-33A8118B6D58}" dt="2026-04-22T11:55:28.457" v="414" actId="207"/>
          <ac:spMkLst>
            <pc:docMk/>
            <pc:sldMk cId="1237748070" sldId="264"/>
            <ac:spMk id="54" creationId="{DD4ECC17-A9B1-4F9A-BFA1-BF325EFC537A}"/>
          </ac:spMkLst>
        </pc:spChg>
        <pc:spChg chg="add del mod">
          <ac:chgData name="裴 熙隆" userId="d70ee545ee25833c" providerId="LiveId" clId="{BD7FD198-3816-44B5-BE3D-33A8118B6D58}" dt="2026-04-22T11:58:48.341" v="441"/>
          <ac:spMkLst>
            <pc:docMk/>
            <pc:sldMk cId="1237748070" sldId="264"/>
            <ac:spMk id="58" creationId="{1D4E81A8-D71E-47CC-901B-3F4323E1FFB0}"/>
          </ac:spMkLst>
        </pc:spChg>
        <pc:spChg chg="add mod">
          <ac:chgData name="裴 熙隆" userId="d70ee545ee25833c" providerId="LiveId" clId="{BD7FD198-3816-44B5-BE3D-33A8118B6D58}" dt="2026-04-22T11:59:03.278" v="455" actId="20577"/>
          <ac:spMkLst>
            <pc:docMk/>
            <pc:sldMk cId="1237748070" sldId="264"/>
            <ac:spMk id="59" creationId="{AC51CF99-863D-48D2-B4D5-759962F8FCAF}"/>
          </ac:spMkLst>
        </pc:spChg>
        <pc:picChg chg="add mod">
          <ac:chgData name="裴 熙隆" userId="d70ee545ee25833c" providerId="LiveId" clId="{BD7FD198-3816-44B5-BE3D-33A8118B6D58}" dt="2026-04-22T11:58:00.787" v="427" actId="14861"/>
          <ac:picMkLst>
            <pc:docMk/>
            <pc:sldMk cId="1237748070" sldId="264"/>
            <ac:picMk id="2" creationId="{BCC9B109-58F8-4BF3-9789-7D8999564BAF}"/>
          </ac:picMkLst>
        </pc:picChg>
        <pc:picChg chg="add mod">
          <ac:chgData name="裴 熙隆" userId="d70ee545ee25833c" providerId="LiveId" clId="{BD7FD198-3816-44B5-BE3D-33A8118B6D58}" dt="2026-04-22T10:48:53.963" v="47" actId="1076"/>
          <ac:picMkLst>
            <pc:docMk/>
            <pc:sldMk cId="1237748070" sldId="264"/>
            <ac:picMk id="3" creationId="{92AE2861-4768-47A7-9A50-5957A96AEE0D}"/>
          </ac:picMkLst>
        </pc:picChg>
        <pc:picChg chg="add mod">
          <ac:chgData name="裴 熙隆" userId="d70ee545ee25833c" providerId="LiveId" clId="{BD7FD198-3816-44B5-BE3D-33A8118B6D58}" dt="2026-04-22T10:52:30.152" v="108" actId="1076"/>
          <ac:picMkLst>
            <pc:docMk/>
            <pc:sldMk cId="1237748070" sldId="264"/>
            <ac:picMk id="4" creationId="{7634D738-F907-4355-A427-F18811C49F47}"/>
          </ac:picMkLst>
        </pc:picChg>
        <pc:picChg chg="add mod">
          <ac:chgData name="裴 熙隆" userId="d70ee545ee25833c" providerId="LiveId" clId="{BD7FD198-3816-44B5-BE3D-33A8118B6D58}" dt="2026-04-22T10:48:40.674" v="45" actId="1076"/>
          <ac:picMkLst>
            <pc:docMk/>
            <pc:sldMk cId="1237748070" sldId="264"/>
            <ac:picMk id="7" creationId="{A852F02D-48F8-4CFB-9E12-8719816D16E0}"/>
          </ac:picMkLst>
        </pc:picChg>
        <pc:picChg chg="add mod">
          <ac:chgData name="裴 熙隆" userId="d70ee545ee25833c" providerId="LiveId" clId="{BD7FD198-3816-44B5-BE3D-33A8118B6D58}" dt="2026-04-22T11:55:12.877" v="412" actId="207"/>
          <ac:picMkLst>
            <pc:docMk/>
            <pc:sldMk cId="1237748070" sldId="264"/>
            <ac:picMk id="28" creationId="{AFFD7C77-239D-4B8D-A59B-10FE7BB8A966}"/>
          </ac:picMkLst>
        </pc:picChg>
        <pc:picChg chg="add mod">
          <ac:chgData name="裴 熙隆" userId="d70ee545ee25833c" providerId="LiveId" clId="{BD7FD198-3816-44B5-BE3D-33A8118B6D58}" dt="2026-04-22T11:54:36.745" v="410" actId="207"/>
          <ac:picMkLst>
            <pc:docMk/>
            <pc:sldMk cId="1237748070" sldId="264"/>
            <ac:picMk id="45" creationId="{A178A79C-7B19-4461-82F2-7EFBFD61F84D}"/>
          </ac:picMkLst>
        </pc:picChg>
        <pc:picChg chg="add mod">
          <ac:chgData name="裴 熙隆" userId="d70ee545ee25833c" providerId="LiveId" clId="{BD7FD198-3816-44B5-BE3D-33A8118B6D58}" dt="2026-04-22T11:54:42.156" v="411" actId="207"/>
          <ac:picMkLst>
            <pc:docMk/>
            <pc:sldMk cId="1237748070" sldId="264"/>
            <ac:picMk id="47" creationId="{E9338930-080E-45CA-AC5A-0320E3F6C985}"/>
          </ac:picMkLst>
        </pc:picChg>
        <pc:picChg chg="add mod">
          <ac:chgData name="裴 熙隆" userId="d70ee545ee25833c" providerId="LiveId" clId="{BD7FD198-3816-44B5-BE3D-33A8118B6D58}" dt="2026-04-22T11:55:16.104" v="413" actId="207"/>
          <ac:picMkLst>
            <pc:docMk/>
            <pc:sldMk cId="1237748070" sldId="264"/>
            <ac:picMk id="48" creationId="{49061B24-5F89-4CD2-B990-C06CEFF503C2}"/>
          </ac:picMkLst>
        </pc:picChg>
        <pc:cxnChg chg="add mod">
          <ac:chgData name="裴 熙隆" userId="d70ee545ee25833c" providerId="LiveId" clId="{BD7FD198-3816-44B5-BE3D-33A8118B6D58}" dt="2026-04-22T11:56:01.669" v="418" actId="14100"/>
          <ac:cxnSpMkLst>
            <pc:docMk/>
            <pc:sldMk cId="1237748070" sldId="264"/>
            <ac:cxnSpMk id="56" creationId="{632B56EA-2BCB-4D2B-B047-E405999A1C25}"/>
          </ac:cxnSpMkLst>
        </pc:cxnChg>
        <pc:cxnChg chg="add mod">
          <ac:chgData name="裴 熙隆" userId="d70ee545ee25833c" providerId="LiveId" clId="{BD7FD198-3816-44B5-BE3D-33A8118B6D58}" dt="2026-04-22T11:59:15.152" v="458" actId="14100"/>
          <ac:cxnSpMkLst>
            <pc:docMk/>
            <pc:sldMk cId="1237748070" sldId="264"/>
            <ac:cxnSpMk id="60" creationId="{CE5B7ED6-A60C-4495-A6FC-AFA346DF4CF9}"/>
          </ac:cxnSpMkLst>
        </pc:cxnChg>
      </pc:sldChg>
      <pc:sldChg chg="add del">
        <pc:chgData name="裴 熙隆" userId="d70ee545ee25833c" providerId="LiveId" clId="{BD7FD198-3816-44B5-BE3D-33A8118B6D58}" dt="2026-04-22T10:43:19.106" v="2" actId="47"/>
        <pc:sldMkLst>
          <pc:docMk/>
          <pc:sldMk cId="1505191786" sldId="265"/>
        </pc:sldMkLst>
      </pc:sldChg>
    </pc:docChg>
  </pc:docChgLst>
  <pc:docChgLst>
    <pc:chgData name="裴 熙隆" userId="d70ee545ee25833c" providerId="LiveId" clId="{9222683F-D1AF-4D05-8FCE-B2150C5D2A40}"/>
    <pc:docChg chg="undo redo custSel addSld delSld modSld delSection modSection">
      <pc:chgData name="裴 熙隆" userId="d70ee545ee25833c" providerId="LiveId" clId="{9222683F-D1AF-4D05-8FCE-B2150C5D2A40}" dt="2026-04-23T06:52:58.705" v="316" actId="17851"/>
      <pc:docMkLst>
        <pc:docMk/>
      </pc:docMkLst>
      <pc:sldChg chg="del">
        <pc:chgData name="裴 熙隆" userId="d70ee545ee25833c" providerId="LiveId" clId="{9222683F-D1AF-4D05-8FCE-B2150C5D2A40}" dt="2026-04-23T06:52:55.172" v="313" actId="47"/>
        <pc:sldMkLst>
          <pc:docMk/>
          <pc:sldMk cId="1599201057" sldId="260"/>
        </pc:sldMkLst>
      </pc:sldChg>
      <pc:sldChg chg="del">
        <pc:chgData name="裴 熙隆" userId="d70ee545ee25833c" providerId="LiveId" clId="{9222683F-D1AF-4D05-8FCE-B2150C5D2A40}" dt="2026-04-23T06:52:54.519" v="312" actId="47"/>
        <pc:sldMkLst>
          <pc:docMk/>
          <pc:sldMk cId="2940007549" sldId="261"/>
        </pc:sldMkLst>
      </pc:sldChg>
      <pc:sldChg chg="del">
        <pc:chgData name="裴 熙隆" userId="d70ee545ee25833c" providerId="LiveId" clId="{9222683F-D1AF-4D05-8FCE-B2150C5D2A40}" dt="2026-04-23T06:52:55.549" v="314" actId="47"/>
        <pc:sldMkLst>
          <pc:docMk/>
          <pc:sldMk cId="708757500" sldId="262"/>
        </pc:sldMkLst>
      </pc:sldChg>
      <pc:sldChg chg="del">
        <pc:chgData name="裴 熙隆" userId="d70ee545ee25833c" providerId="LiveId" clId="{9222683F-D1AF-4D05-8FCE-B2150C5D2A40}" dt="2026-04-23T06:52:53.942" v="311" actId="47"/>
        <pc:sldMkLst>
          <pc:docMk/>
          <pc:sldMk cId="1044098174" sldId="263"/>
        </pc:sldMkLst>
      </pc:sldChg>
      <pc:sldChg chg="del">
        <pc:chgData name="裴 熙隆" userId="d70ee545ee25833c" providerId="LiveId" clId="{9222683F-D1AF-4D05-8FCE-B2150C5D2A40}" dt="2026-04-22T12:29:26.195" v="0" actId="47"/>
        <pc:sldMkLst>
          <pc:docMk/>
          <pc:sldMk cId="1237748070" sldId="264"/>
        </pc:sldMkLst>
      </pc:sldChg>
      <pc:sldChg chg="del">
        <pc:chgData name="裴 熙隆" userId="d70ee545ee25833c" providerId="LiveId" clId="{9222683F-D1AF-4D05-8FCE-B2150C5D2A40}" dt="2026-04-23T06:52:52.656" v="310" actId="47"/>
        <pc:sldMkLst>
          <pc:docMk/>
          <pc:sldMk cId="1505191786" sldId="265"/>
        </pc:sldMkLst>
      </pc:sldChg>
      <pc:sldChg chg="addSp delSp modSp new mod">
        <pc:chgData name="裴 熙隆" userId="d70ee545ee25833c" providerId="LiveId" clId="{9222683F-D1AF-4D05-8FCE-B2150C5D2A40}" dt="2026-04-23T06:52:41.883" v="309" actId="1582"/>
        <pc:sldMkLst>
          <pc:docMk/>
          <pc:sldMk cId="1658940346" sldId="266"/>
        </pc:sldMkLst>
        <pc:spChg chg="del">
          <ac:chgData name="裴 熙隆" userId="d70ee545ee25833c" providerId="LiveId" clId="{9222683F-D1AF-4D05-8FCE-B2150C5D2A40}" dt="2026-04-22T12:29:40.817" v="3" actId="478"/>
          <ac:spMkLst>
            <pc:docMk/>
            <pc:sldMk cId="1658940346" sldId="266"/>
            <ac:spMk id="2" creationId="{F65DDC27-5B6D-4D79-9062-C357809034A0}"/>
          </ac:spMkLst>
        </pc:spChg>
        <pc:spChg chg="del">
          <ac:chgData name="裴 熙隆" userId="d70ee545ee25833c" providerId="LiveId" clId="{9222683F-D1AF-4D05-8FCE-B2150C5D2A40}" dt="2026-04-22T12:29:42.003" v="4" actId="478"/>
          <ac:spMkLst>
            <pc:docMk/>
            <pc:sldMk cId="1658940346" sldId="266"/>
            <ac:spMk id="3" creationId="{C4338E35-E97A-46A5-8FED-059C19EC18AF}"/>
          </ac:spMkLst>
        </pc:spChg>
        <pc:spChg chg="mod">
          <ac:chgData name="裴 熙隆" userId="d70ee545ee25833c" providerId="LiveId" clId="{9222683F-D1AF-4D05-8FCE-B2150C5D2A40}" dt="2026-04-22T12:33:45.626" v="36" actId="255"/>
          <ac:spMkLst>
            <pc:docMk/>
            <pc:sldMk cId="1658940346" sldId="266"/>
            <ac:spMk id="7" creationId="{9B13782C-9585-4F53-A13F-75366ABE1246}"/>
          </ac:spMkLst>
        </pc:spChg>
        <pc:spChg chg="mod">
          <ac:chgData name="裴 熙隆" userId="d70ee545ee25833c" providerId="LiveId" clId="{9222683F-D1AF-4D05-8FCE-B2150C5D2A40}" dt="2026-04-22T12:33:45.626" v="36" actId="255"/>
          <ac:spMkLst>
            <pc:docMk/>
            <pc:sldMk cId="1658940346" sldId="266"/>
            <ac:spMk id="8" creationId="{6C97A11D-9F58-42F3-8D00-333245A3F9C3}"/>
          </ac:spMkLst>
        </pc:spChg>
        <pc:spChg chg="mod">
          <ac:chgData name="裴 熙隆" userId="d70ee545ee25833c" providerId="LiveId" clId="{9222683F-D1AF-4D05-8FCE-B2150C5D2A40}" dt="2026-04-22T12:34:25.165" v="48" actId="122"/>
          <ac:spMkLst>
            <pc:docMk/>
            <pc:sldMk cId="1658940346" sldId="266"/>
            <ac:spMk id="9" creationId="{B3F69810-9416-444A-BF44-1B361C40B773}"/>
          </ac:spMkLst>
        </pc:spChg>
        <pc:spChg chg="mod">
          <ac:chgData name="裴 熙隆" userId="d70ee545ee25833c" providerId="LiveId" clId="{9222683F-D1AF-4D05-8FCE-B2150C5D2A40}" dt="2026-04-22T12:34:35.786" v="51" actId="1076"/>
          <ac:spMkLst>
            <pc:docMk/>
            <pc:sldMk cId="1658940346" sldId="266"/>
            <ac:spMk id="10" creationId="{A25DA81F-96B7-47A9-AFF9-2E424B7E0B91}"/>
          </ac:spMkLst>
        </pc:spChg>
        <pc:spChg chg="del mod">
          <ac:chgData name="裴 熙隆" userId="d70ee545ee25833c" providerId="LiveId" clId="{9222683F-D1AF-4D05-8FCE-B2150C5D2A40}" dt="2026-04-22T12:33:36.127" v="35" actId="478"/>
          <ac:spMkLst>
            <pc:docMk/>
            <pc:sldMk cId="1658940346" sldId="266"/>
            <ac:spMk id="11" creationId="{31631873-BBC3-4A0F-AEA1-9659BAC620A2}"/>
          </ac:spMkLst>
        </pc:spChg>
        <pc:spChg chg="mod">
          <ac:chgData name="裴 熙隆" userId="d70ee545ee25833c" providerId="LiveId" clId="{9222683F-D1AF-4D05-8FCE-B2150C5D2A40}" dt="2026-04-22T12:33:45.626" v="36" actId="255"/>
          <ac:spMkLst>
            <pc:docMk/>
            <pc:sldMk cId="1658940346" sldId="266"/>
            <ac:spMk id="12" creationId="{DEFFD872-B6EA-4244-9D0E-029C5124E082}"/>
          </ac:spMkLst>
        </pc:spChg>
        <pc:spChg chg="mod">
          <ac:chgData name="裴 熙隆" userId="d70ee545ee25833c" providerId="LiveId" clId="{9222683F-D1AF-4D05-8FCE-B2150C5D2A40}" dt="2026-04-23T06:52:41.883" v="309" actId="1582"/>
          <ac:spMkLst>
            <pc:docMk/>
            <pc:sldMk cId="1658940346" sldId="266"/>
            <ac:spMk id="13" creationId="{B1DBE805-D6CF-43D7-A756-434EACD5F066}"/>
          </ac:spMkLst>
        </pc:spChg>
        <pc:spChg chg="mod">
          <ac:chgData name="裴 熙隆" userId="d70ee545ee25833c" providerId="LiveId" clId="{9222683F-D1AF-4D05-8FCE-B2150C5D2A40}" dt="2026-04-22T12:52:33.782" v="304" actId="1076"/>
          <ac:spMkLst>
            <pc:docMk/>
            <pc:sldMk cId="1658940346" sldId="266"/>
            <ac:spMk id="14" creationId="{FAE3141C-C389-4915-A232-62E8B4457A82}"/>
          </ac:spMkLst>
        </pc:spChg>
        <pc:spChg chg="del mod">
          <ac:chgData name="裴 熙隆" userId="d70ee545ee25833c" providerId="LiveId" clId="{9222683F-D1AF-4D05-8FCE-B2150C5D2A40}" dt="2026-04-22T12:38:38.367" v="102" actId="478"/>
          <ac:spMkLst>
            <pc:docMk/>
            <pc:sldMk cId="1658940346" sldId="266"/>
            <ac:spMk id="15" creationId="{E3D40768-6288-461B-BDD4-57B9698B9A4E}"/>
          </ac:spMkLst>
        </pc:spChg>
        <pc:spChg chg="del mod">
          <ac:chgData name="裴 熙隆" userId="d70ee545ee25833c" providerId="LiveId" clId="{9222683F-D1AF-4D05-8FCE-B2150C5D2A40}" dt="2026-04-22T12:38:36.418" v="101" actId="478"/>
          <ac:spMkLst>
            <pc:docMk/>
            <pc:sldMk cId="1658940346" sldId="266"/>
            <ac:spMk id="16" creationId="{C86CCF0B-DE4D-4ED3-A676-6833F5C2F2B0}"/>
          </ac:spMkLst>
        </pc:spChg>
        <pc:spChg chg="mod">
          <ac:chgData name="裴 熙隆" userId="d70ee545ee25833c" providerId="LiveId" clId="{9222683F-D1AF-4D05-8FCE-B2150C5D2A40}" dt="2026-04-22T12:37:27.313" v="91" actId="1076"/>
          <ac:spMkLst>
            <pc:docMk/>
            <pc:sldMk cId="1658940346" sldId="266"/>
            <ac:spMk id="18" creationId="{22EB3ABA-6D92-4359-A7E6-6F8A111DCB69}"/>
          </ac:spMkLst>
        </pc:spChg>
        <pc:spChg chg="mod">
          <ac:chgData name="裴 熙隆" userId="d70ee545ee25833c" providerId="LiveId" clId="{9222683F-D1AF-4D05-8FCE-B2150C5D2A40}" dt="2026-04-22T12:37:43.698" v="98" actId="14100"/>
          <ac:spMkLst>
            <pc:docMk/>
            <pc:sldMk cId="1658940346" sldId="266"/>
            <ac:spMk id="19" creationId="{DFE6AAAC-D1A7-460F-A3E9-CEC554464C65}"/>
          </ac:spMkLst>
        </pc:spChg>
        <pc:spChg chg="mod">
          <ac:chgData name="裴 熙隆" userId="d70ee545ee25833c" providerId="LiveId" clId="{9222683F-D1AF-4D05-8FCE-B2150C5D2A40}" dt="2026-04-22T12:37:50.417" v="99" actId="1076"/>
          <ac:spMkLst>
            <pc:docMk/>
            <pc:sldMk cId="1658940346" sldId="266"/>
            <ac:spMk id="20" creationId="{73A57C33-DB29-439F-8221-45212A62B888}"/>
          </ac:spMkLst>
        </pc:spChg>
        <pc:spChg chg="mod">
          <ac:chgData name="裴 熙隆" userId="d70ee545ee25833c" providerId="LiveId" clId="{9222683F-D1AF-4D05-8FCE-B2150C5D2A40}" dt="2026-04-22T12:37:50.417" v="99" actId="1076"/>
          <ac:spMkLst>
            <pc:docMk/>
            <pc:sldMk cId="1658940346" sldId="266"/>
            <ac:spMk id="21" creationId="{E7D2AE6B-992E-4882-B20B-2209A1A95991}"/>
          </ac:spMkLst>
        </pc:spChg>
        <pc:spChg chg="mod">
          <ac:chgData name="裴 熙隆" userId="d70ee545ee25833c" providerId="LiveId" clId="{9222683F-D1AF-4D05-8FCE-B2150C5D2A40}" dt="2026-04-22T12:37:50.417" v="99" actId="1076"/>
          <ac:spMkLst>
            <pc:docMk/>
            <pc:sldMk cId="1658940346" sldId="266"/>
            <ac:spMk id="22" creationId="{8DABD867-ABA7-4901-994F-2AC6B65C5B9D}"/>
          </ac:spMkLst>
        </pc:spChg>
        <pc:spChg chg="mod">
          <ac:chgData name="裴 熙隆" userId="d70ee545ee25833c" providerId="LiveId" clId="{9222683F-D1AF-4D05-8FCE-B2150C5D2A40}" dt="2026-04-22T12:37:54.092" v="100" actId="1076"/>
          <ac:spMkLst>
            <pc:docMk/>
            <pc:sldMk cId="1658940346" sldId="266"/>
            <ac:spMk id="23" creationId="{ED4365EB-2BE2-4502-8B85-988CF2D08036}"/>
          </ac:spMkLst>
        </pc:spChg>
        <pc:spChg chg="del mod">
          <ac:chgData name="裴 熙隆" userId="d70ee545ee25833c" providerId="LiveId" clId="{9222683F-D1AF-4D05-8FCE-B2150C5D2A40}" dt="2026-04-22T12:37:05.140" v="72" actId="478"/>
          <ac:spMkLst>
            <pc:docMk/>
            <pc:sldMk cId="1658940346" sldId="266"/>
            <ac:spMk id="24" creationId="{8449A51E-5981-41C8-B826-4FF6C78BA428}"/>
          </ac:spMkLst>
        </pc:spChg>
        <pc:spChg chg="mod">
          <ac:chgData name="裴 熙隆" userId="d70ee545ee25833c" providerId="LiveId" clId="{9222683F-D1AF-4D05-8FCE-B2150C5D2A40}" dt="2026-04-22T12:33:45.626" v="36" actId="255"/>
          <ac:spMkLst>
            <pc:docMk/>
            <pc:sldMk cId="1658940346" sldId="266"/>
            <ac:spMk id="26" creationId="{A2AF654B-E9F2-477E-9697-F43D9D3A6814}"/>
          </ac:spMkLst>
        </pc:spChg>
        <pc:spChg chg="mod">
          <ac:chgData name="裴 熙隆" userId="d70ee545ee25833c" providerId="LiveId" clId="{9222683F-D1AF-4D05-8FCE-B2150C5D2A40}" dt="2026-04-22T12:33:45.626" v="36" actId="255"/>
          <ac:spMkLst>
            <pc:docMk/>
            <pc:sldMk cId="1658940346" sldId="266"/>
            <ac:spMk id="27" creationId="{8C9969E7-3C3E-4DDF-9EB5-FA750669010E}"/>
          </ac:spMkLst>
        </pc:spChg>
        <pc:spChg chg="mod">
          <ac:chgData name="裴 熙隆" userId="d70ee545ee25833c" providerId="LiveId" clId="{9222683F-D1AF-4D05-8FCE-B2150C5D2A40}" dt="2026-04-22T12:33:45.626" v="36" actId="255"/>
          <ac:spMkLst>
            <pc:docMk/>
            <pc:sldMk cId="1658940346" sldId="266"/>
            <ac:spMk id="28" creationId="{1E3454DD-BD04-424F-85A2-3BDE5A3E005B}"/>
          </ac:spMkLst>
        </pc:spChg>
        <pc:spChg chg="mod">
          <ac:chgData name="裴 熙隆" userId="d70ee545ee25833c" providerId="LiveId" clId="{9222683F-D1AF-4D05-8FCE-B2150C5D2A40}" dt="2026-04-22T12:33:45.626" v="36" actId="255"/>
          <ac:spMkLst>
            <pc:docMk/>
            <pc:sldMk cId="1658940346" sldId="266"/>
            <ac:spMk id="29" creationId="{2E4B78D4-BE0A-4123-AD59-63D712E689BC}"/>
          </ac:spMkLst>
        </pc:spChg>
        <pc:spChg chg="mod">
          <ac:chgData name="裴 熙隆" userId="d70ee545ee25833c" providerId="LiveId" clId="{9222683F-D1AF-4D05-8FCE-B2150C5D2A40}" dt="2026-04-22T12:33:45.626" v="36" actId="255"/>
          <ac:spMkLst>
            <pc:docMk/>
            <pc:sldMk cId="1658940346" sldId="266"/>
            <ac:spMk id="30" creationId="{A905A558-8480-4E2C-8FE9-C8B0BF228694}"/>
          </ac:spMkLst>
        </pc:spChg>
        <pc:spChg chg="mod">
          <ac:chgData name="裴 熙隆" userId="d70ee545ee25833c" providerId="LiveId" clId="{9222683F-D1AF-4D05-8FCE-B2150C5D2A40}" dt="2026-04-22T12:36:51.633" v="69" actId="1076"/>
          <ac:spMkLst>
            <pc:docMk/>
            <pc:sldMk cId="1658940346" sldId="266"/>
            <ac:spMk id="31" creationId="{E972DF32-6B0F-4D03-A24B-D42541765DFE}"/>
          </ac:spMkLst>
        </pc:spChg>
        <pc:spChg chg="mod">
          <ac:chgData name="裴 熙隆" userId="d70ee545ee25833c" providerId="LiveId" clId="{9222683F-D1AF-4D05-8FCE-B2150C5D2A40}" dt="2026-04-22T12:33:45.626" v="36" actId="255"/>
          <ac:spMkLst>
            <pc:docMk/>
            <pc:sldMk cId="1658940346" sldId="266"/>
            <ac:spMk id="33" creationId="{59EFC032-DDDF-4AB1-994B-4473DFDAD232}"/>
          </ac:spMkLst>
        </pc:spChg>
        <pc:spChg chg="mod">
          <ac:chgData name="裴 熙隆" userId="d70ee545ee25833c" providerId="LiveId" clId="{9222683F-D1AF-4D05-8FCE-B2150C5D2A40}" dt="2026-04-22T12:33:45.626" v="36" actId="255"/>
          <ac:spMkLst>
            <pc:docMk/>
            <pc:sldMk cId="1658940346" sldId="266"/>
            <ac:spMk id="34" creationId="{1FFF3570-4E2F-403D-9886-863362744782}"/>
          </ac:spMkLst>
        </pc:spChg>
        <pc:spChg chg="mod">
          <ac:chgData name="裴 熙隆" userId="d70ee545ee25833c" providerId="LiveId" clId="{9222683F-D1AF-4D05-8FCE-B2150C5D2A40}" dt="2026-04-22T12:33:45.626" v="36" actId="255"/>
          <ac:spMkLst>
            <pc:docMk/>
            <pc:sldMk cId="1658940346" sldId="266"/>
            <ac:spMk id="35" creationId="{A68EFE92-C974-4D0E-A532-9EB7F0624FB1}"/>
          </ac:spMkLst>
        </pc:spChg>
        <pc:spChg chg="mod">
          <ac:chgData name="裴 熙隆" userId="d70ee545ee25833c" providerId="LiveId" clId="{9222683F-D1AF-4D05-8FCE-B2150C5D2A40}" dt="2026-04-22T12:33:45.626" v="36" actId="255"/>
          <ac:spMkLst>
            <pc:docMk/>
            <pc:sldMk cId="1658940346" sldId="266"/>
            <ac:spMk id="36" creationId="{21EEAA3B-EB5C-47BB-BB3D-06F27082C992}"/>
          </ac:spMkLst>
        </pc:spChg>
        <pc:spChg chg="mod">
          <ac:chgData name="裴 熙隆" userId="d70ee545ee25833c" providerId="LiveId" clId="{9222683F-D1AF-4D05-8FCE-B2150C5D2A40}" dt="2026-04-22T12:33:45.626" v="36" actId="255"/>
          <ac:spMkLst>
            <pc:docMk/>
            <pc:sldMk cId="1658940346" sldId="266"/>
            <ac:spMk id="37" creationId="{AF53367F-16C6-46E4-8B98-1EEC7B469EC8}"/>
          </ac:spMkLst>
        </pc:spChg>
        <pc:spChg chg="mod">
          <ac:chgData name="裴 熙隆" userId="d70ee545ee25833c" providerId="LiveId" clId="{9222683F-D1AF-4D05-8FCE-B2150C5D2A40}" dt="2026-04-22T12:36:57.926" v="70" actId="1076"/>
          <ac:spMkLst>
            <pc:docMk/>
            <pc:sldMk cId="1658940346" sldId="266"/>
            <ac:spMk id="38" creationId="{61E99CCC-0828-46FD-AFD5-32A2C29C430C}"/>
          </ac:spMkLst>
        </pc:spChg>
        <pc:spChg chg="mod ord">
          <ac:chgData name="裴 熙隆" userId="d70ee545ee25833c" providerId="LiveId" clId="{9222683F-D1AF-4D05-8FCE-B2150C5D2A40}" dt="2026-04-22T12:52:38.056" v="305" actId="14100"/>
          <ac:spMkLst>
            <pc:docMk/>
            <pc:sldMk cId="1658940346" sldId="266"/>
            <ac:spMk id="39" creationId="{A9046C4C-0388-451D-9E84-34AA7CA85BAA}"/>
          </ac:spMkLst>
        </pc:spChg>
        <pc:spChg chg="del mod topLvl">
          <ac:chgData name="裴 熙隆" userId="d70ee545ee25833c" providerId="LiveId" clId="{9222683F-D1AF-4D05-8FCE-B2150C5D2A40}" dt="2026-04-22T12:40:28.096" v="130" actId="478"/>
          <ac:spMkLst>
            <pc:docMk/>
            <pc:sldMk cId="1658940346" sldId="266"/>
            <ac:spMk id="41" creationId="{A4895917-73B0-49D7-99DB-3610A2C728D9}"/>
          </ac:spMkLst>
        </pc:spChg>
        <pc:spChg chg="mod topLvl">
          <ac:chgData name="裴 熙隆" userId="d70ee545ee25833c" providerId="LiveId" clId="{9222683F-D1AF-4D05-8FCE-B2150C5D2A40}" dt="2026-04-22T12:48:34.921" v="282" actId="1076"/>
          <ac:spMkLst>
            <pc:docMk/>
            <pc:sldMk cId="1658940346" sldId="266"/>
            <ac:spMk id="42" creationId="{22767D7F-5735-44C8-A1E8-11708321AFDE}"/>
          </ac:spMkLst>
        </pc:spChg>
        <pc:spChg chg="mod">
          <ac:chgData name="裴 熙隆" userId="d70ee545ee25833c" providerId="LiveId" clId="{9222683F-D1AF-4D05-8FCE-B2150C5D2A40}" dt="2026-04-22T12:40:19.617" v="128" actId="165"/>
          <ac:spMkLst>
            <pc:docMk/>
            <pc:sldMk cId="1658940346" sldId="266"/>
            <ac:spMk id="44" creationId="{8F303680-2C11-4E2B-B813-206A94A70247}"/>
          </ac:spMkLst>
        </pc:spChg>
        <pc:spChg chg="mod">
          <ac:chgData name="裴 熙隆" userId="d70ee545ee25833c" providerId="LiveId" clId="{9222683F-D1AF-4D05-8FCE-B2150C5D2A40}" dt="2026-04-22T12:40:19.617" v="128" actId="165"/>
          <ac:spMkLst>
            <pc:docMk/>
            <pc:sldMk cId="1658940346" sldId="266"/>
            <ac:spMk id="45" creationId="{77A7BCF9-7897-4F70-9054-43844EE799E1}"/>
          </ac:spMkLst>
        </pc:spChg>
        <pc:spChg chg="mod">
          <ac:chgData name="裴 熙隆" userId="d70ee545ee25833c" providerId="LiveId" clId="{9222683F-D1AF-4D05-8FCE-B2150C5D2A40}" dt="2026-04-22T12:40:19.617" v="128" actId="165"/>
          <ac:spMkLst>
            <pc:docMk/>
            <pc:sldMk cId="1658940346" sldId="266"/>
            <ac:spMk id="46" creationId="{F0E9CED3-9703-4FEF-A8F7-3B826D0407DB}"/>
          </ac:spMkLst>
        </pc:spChg>
        <pc:spChg chg="mod">
          <ac:chgData name="裴 熙隆" userId="d70ee545ee25833c" providerId="LiveId" clId="{9222683F-D1AF-4D05-8FCE-B2150C5D2A40}" dt="2026-04-22T12:40:19.617" v="128" actId="165"/>
          <ac:spMkLst>
            <pc:docMk/>
            <pc:sldMk cId="1658940346" sldId="266"/>
            <ac:spMk id="47" creationId="{F1B2F87E-D3AA-4F52-958C-B4B980EB7150}"/>
          </ac:spMkLst>
        </pc:spChg>
        <pc:spChg chg="mod">
          <ac:chgData name="裴 熙隆" userId="d70ee545ee25833c" providerId="LiveId" clId="{9222683F-D1AF-4D05-8FCE-B2150C5D2A40}" dt="2026-04-22T12:40:19.617" v="128" actId="165"/>
          <ac:spMkLst>
            <pc:docMk/>
            <pc:sldMk cId="1658940346" sldId="266"/>
            <ac:spMk id="48" creationId="{37A26986-A2F0-47A8-BB15-D26447D0CF68}"/>
          </ac:spMkLst>
        </pc:spChg>
        <pc:spChg chg="del mod">
          <ac:chgData name="裴 熙隆" userId="d70ee545ee25833c" providerId="LiveId" clId="{9222683F-D1AF-4D05-8FCE-B2150C5D2A40}" dt="2026-04-22T12:40:30.306" v="131" actId="478"/>
          <ac:spMkLst>
            <pc:docMk/>
            <pc:sldMk cId="1658940346" sldId="266"/>
            <ac:spMk id="50" creationId="{7592941D-131E-4321-A4E5-645681FBA3EA}"/>
          </ac:spMkLst>
        </pc:spChg>
        <pc:spChg chg="mod">
          <ac:chgData name="裴 熙隆" userId="d70ee545ee25833c" providerId="LiveId" clId="{9222683F-D1AF-4D05-8FCE-B2150C5D2A40}" dt="2026-04-22T12:40:19.617" v="128" actId="165"/>
          <ac:spMkLst>
            <pc:docMk/>
            <pc:sldMk cId="1658940346" sldId="266"/>
            <ac:spMk id="51" creationId="{CCA408F3-C5C8-450C-9E3D-6C63903FF9A7}"/>
          </ac:spMkLst>
        </pc:spChg>
        <pc:spChg chg="mod">
          <ac:chgData name="裴 熙隆" userId="d70ee545ee25833c" providerId="LiveId" clId="{9222683F-D1AF-4D05-8FCE-B2150C5D2A40}" dt="2026-04-22T12:40:19.617" v="128" actId="165"/>
          <ac:spMkLst>
            <pc:docMk/>
            <pc:sldMk cId="1658940346" sldId="266"/>
            <ac:spMk id="52" creationId="{50BE9764-EF71-473F-ABCA-C6F671FE0883}"/>
          </ac:spMkLst>
        </pc:spChg>
        <pc:spChg chg="mod">
          <ac:chgData name="裴 熙隆" userId="d70ee545ee25833c" providerId="LiveId" clId="{9222683F-D1AF-4D05-8FCE-B2150C5D2A40}" dt="2026-04-22T12:40:19.617" v="128" actId="165"/>
          <ac:spMkLst>
            <pc:docMk/>
            <pc:sldMk cId="1658940346" sldId="266"/>
            <ac:spMk id="53" creationId="{06EFB1C9-7E58-47FB-A41E-AFEB863968F1}"/>
          </ac:spMkLst>
        </pc:spChg>
        <pc:spChg chg="del mod topLvl">
          <ac:chgData name="裴 熙隆" userId="d70ee545ee25833c" providerId="LiveId" clId="{9222683F-D1AF-4D05-8FCE-B2150C5D2A40}" dt="2026-04-22T12:44:14.490" v="225" actId="478"/>
          <ac:spMkLst>
            <pc:docMk/>
            <pc:sldMk cId="1658940346" sldId="266"/>
            <ac:spMk id="55" creationId="{27BD0A11-E826-4E9A-966F-D1D788A73775}"/>
          </ac:spMkLst>
        </pc:spChg>
        <pc:spChg chg="mod topLvl">
          <ac:chgData name="裴 熙隆" userId="d70ee545ee25833c" providerId="LiveId" clId="{9222683F-D1AF-4D05-8FCE-B2150C5D2A40}" dt="2026-04-22T12:52:14.098" v="300" actId="1076"/>
          <ac:spMkLst>
            <pc:docMk/>
            <pc:sldMk cId="1658940346" sldId="266"/>
            <ac:spMk id="56" creationId="{2BA4AC8E-3BC8-4826-8A73-C70970D7E325}"/>
          </ac:spMkLst>
        </pc:spChg>
        <pc:spChg chg="mod topLvl">
          <ac:chgData name="裴 熙隆" userId="d70ee545ee25833c" providerId="LiveId" clId="{9222683F-D1AF-4D05-8FCE-B2150C5D2A40}" dt="2026-04-22T12:49:18.969" v="293" actId="1076"/>
          <ac:spMkLst>
            <pc:docMk/>
            <pc:sldMk cId="1658940346" sldId="266"/>
            <ac:spMk id="57" creationId="{BDE2B7DC-0910-4FD0-9118-8D17A02A09A4}"/>
          </ac:spMkLst>
        </pc:spChg>
        <pc:spChg chg="del mod topLvl">
          <ac:chgData name="裴 熙隆" userId="d70ee545ee25833c" providerId="LiveId" clId="{9222683F-D1AF-4D05-8FCE-B2150C5D2A40}" dt="2026-04-22T12:47:28.320" v="257" actId="478"/>
          <ac:spMkLst>
            <pc:docMk/>
            <pc:sldMk cId="1658940346" sldId="266"/>
            <ac:spMk id="58" creationId="{09CD9949-8F6F-47CB-B45B-FAF5EF2E7687}"/>
          </ac:spMkLst>
        </pc:spChg>
        <pc:spChg chg="del mod topLvl">
          <ac:chgData name="裴 熙隆" userId="d70ee545ee25833c" providerId="LiveId" clId="{9222683F-D1AF-4D05-8FCE-B2150C5D2A40}" dt="2026-04-22T12:44:29.481" v="227" actId="478"/>
          <ac:spMkLst>
            <pc:docMk/>
            <pc:sldMk cId="1658940346" sldId="266"/>
            <ac:spMk id="59" creationId="{22C375CC-215E-47E4-A679-10DABE633304}"/>
          </ac:spMkLst>
        </pc:spChg>
        <pc:spChg chg="del mod topLvl">
          <ac:chgData name="裴 熙隆" userId="d70ee545ee25833c" providerId="LiveId" clId="{9222683F-D1AF-4D05-8FCE-B2150C5D2A40}" dt="2026-04-22T12:44:28.093" v="226" actId="478"/>
          <ac:spMkLst>
            <pc:docMk/>
            <pc:sldMk cId="1658940346" sldId="266"/>
            <ac:spMk id="60" creationId="{09612076-07D9-4322-8939-A613748A54B8}"/>
          </ac:spMkLst>
        </pc:spChg>
        <pc:spChg chg="mod topLvl">
          <ac:chgData name="裴 熙隆" userId="d70ee545ee25833c" providerId="LiveId" clId="{9222683F-D1AF-4D05-8FCE-B2150C5D2A40}" dt="2026-04-22T12:49:18.969" v="293" actId="1076"/>
          <ac:spMkLst>
            <pc:docMk/>
            <pc:sldMk cId="1658940346" sldId="266"/>
            <ac:spMk id="61" creationId="{7E5F305A-6842-447A-96B2-B4C52A0DA97D}"/>
          </ac:spMkLst>
        </pc:spChg>
        <pc:spChg chg="mod topLvl">
          <ac:chgData name="裴 熙隆" userId="d70ee545ee25833c" providerId="LiveId" clId="{9222683F-D1AF-4D05-8FCE-B2150C5D2A40}" dt="2026-04-22T12:49:18.969" v="293" actId="1076"/>
          <ac:spMkLst>
            <pc:docMk/>
            <pc:sldMk cId="1658940346" sldId="266"/>
            <ac:spMk id="62" creationId="{C6ADCBC5-62B4-4D89-8A87-1733A624BD04}"/>
          </ac:spMkLst>
        </pc:spChg>
        <pc:spChg chg="mod topLvl">
          <ac:chgData name="裴 熙隆" userId="d70ee545ee25833c" providerId="LiveId" clId="{9222683F-D1AF-4D05-8FCE-B2150C5D2A40}" dt="2026-04-22T12:49:18.969" v="293" actId="1076"/>
          <ac:spMkLst>
            <pc:docMk/>
            <pc:sldMk cId="1658940346" sldId="266"/>
            <ac:spMk id="63" creationId="{DBA1ED70-85B9-4449-9DB4-0D8FACBA3450}"/>
          </ac:spMkLst>
        </pc:spChg>
        <pc:spChg chg="mod topLvl">
          <ac:chgData name="裴 熙隆" userId="d70ee545ee25833c" providerId="LiveId" clId="{9222683F-D1AF-4D05-8FCE-B2150C5D2A40}" dt="2026-04-22T12:49:18.969" v="293" actId="1076"/>
          <ac:spMkLst>
            <pc:docMk/>
            <pc:sldMk cId="1658940346" sldId="266"/>
            <ac:spMk id="64" creationId="{9173DB7B-E9E2-4B23-87EE-454856D05540}"/>
          </ac:spMkLst>
        </pc:spChg>
        <pc:spChg chg="mod topLvl">
          <ac:chgData name="裴 熙隆" userId="d70ee545ee25833c" providerId="LiveId" clId="{9222683F-D1AF-4D05-8FCE-B2150C5D2A40}" dt="2026-04-22T12:49:18.969" v="293" actId="1076"/>
          <ac:spMkLst>
            <pc:docMk/>
            <pc:sldMk cId="1658940346" sldId="266"/>
            <ac:spMk id="65" creationId="{EF3A5F48-93C9-412A-8178-2D50B872778E}"/>
          </ac:spMkLst>
        </pc:spChg>
        <pc:spChg chg="mod topLvl">
          <ac:chgData name="裴 熙隆" userId="d70ee545ee25833c" providerId="LiveId" clId="{9222683F-D1AF-4D05-8FCE-B2150C5D2A40}" dt="2026-04-22T12:49:18.969" v="293" actId="1076"/>
          <ac:spMkLst>
            <pc:docMk/>
            <pc:sldMk cId="1658940346" sldId="266"/>
            <ac:spMk id="66" creationId="{27740295-6296-4D67-B2F8-C8A490EADEDA}"/>
          </ac:spMkLst>
        </pc:spChg>
        <pc:spChg chg="mod topLvl">
          <ac:chgData name="裴 熙隆" userId="d70ee545ee25833c" providerId="LiveId" clId="{9222683F-D1AF-4D05-8FCE-B2150C5D2A40}" dt="2026-04-22T12:49:18.969" v="293" actId="1076"/>
          <ac:spMkLst>
            <pc:docMk/>
            <pc:sldMk cId="1658940346" sldId="266"/>
            <ac:spMk id="67" creationId="{ABFF3429-C145-4C8D-B1B8-99A4A0D9F201}"/>
          </ac:spMkLst>
        </pc:spChg>
        <pc:spChg chg="mod topLvl">
          <ac:chgData name="裴 熙隆" userId="d70ee545ee25833c" providerId="LiveId" clId="{9222683F-D1AF-4D05-8FCE-B2150C5D2A40}" dt="2026-04-22T12:49:18.969" v="293" actId="1076"/>
          <ac:spMkLst>
            <pc:docMk/>
            <pc:sldMk cId="1658940346" sldId="266"/>
            <ac:spMk id="68" creationId="{2F86555A-9954-4F78-A441-D0C9E8291821}"/>
          </ac:spMkLst>
        </pc:spChg>
        <pc:spChg chg="mod topLvl">
          <ac:chgData name="裴 熙隆" userId="d70ee545ee25833c" providerId="LiveId" clId="{9222683F-D1AF-4D05-8FCE-B2150C5D2A40}" dt="2026-04-22T12:49:18.969" v="293" actId="1076"/>
          <ac:spMkLst>
            <pc:docMk/>
            <pc:sldMk cId="1658940346" sldId="266"/>
            <ac:spMk id="69" creationId="{459E0976-34E1-430E-A27F-20A075FD8B22}"/>
          </ac:spMkLst>
        </pc:spChg>
        <pc:spChg chg="add mod">
          <ac:chgData name="裴 熙隆" userId="d70ee545ee25833c" providerId="LiveId" clId="{9222683F-D1AF-4D05-8FCE-B2150C5D2A40}" dt="2026-04-22T12:34:38.778" v="52" actId="1076"/>
          <ac:spMkLst>
            <pc:docMk/>
            <pc:sldMk cId="1658940346" sldId="266"/>
            <ac:spMk id="70" creationId="{54546C9C-DDE4-4840-A634-5BA7FB5C6FA0}"/>
          </ac:spMkLst>
        </pc:spChg>
        <pc:spChg chg="add del mod">
          <ac:chgData name="裴 熙隆" userId="d70ee545ee25833c" providerId="LiveId" clId="{9222683F-D1AF-4D05-8FCE-B2150C5D2A40}" dt="2026-04-22T12:34:27.423" v="49" actId="478"/>
          <ac:spMkLst>
            <pc:docMk/>
            <pc:sldMk cId="1658940346" sldId="266"/>
            <ac:spMk id="71" creationId="{3E448699-015F-461B-A789-1724C8C58FBE}"/>
          </ac:spMkLst>
        </pc:spChg>
        <pc:spChg chg="add del mod">
          <ac:chgData name="裴 熙隆" userId="d70ee545ee25833c" providerId="LiveId" clId="{9222683F-D1AF-4D05-8FCE-B2150C5D2A40}" dt="2026-04-22T12:34:30.994" v="50" actId="478"/>
          <ac:spMkLst>
            <pc:docMk/>
            <pc:sldMk cId="1658940346" sldId="266"/>
            <ac:spMk id="72" creationId="{D9FA864D-D2DA-4B5E-A1BF-2CD6BCE03207}"/>
          </ac:spMkLst>
        </pc:spChg>
        <pc:spChg chg="add mod">
          <ac:chgData name="裴 熙隆" userId="d70ee545ee25833c" providerId="LiveId" clId="{9222683F-D1AF-4D05-8FCE-B2150C5D2A40}" dt="2026-04-22T12:52:10.123" v="299" actId="1076"/>
          <ac:spMkLst>
            <pc:docMk/>
            <pc:sldMk cId="1658940346" sldId="266"/>
            <ac:spMk id="74" creationId="{D6C15F65-DB0A-42AD-8E3C-61E56FD9BBAD}"/>
          </ac:spMkLst>
        </pc:spChg>
        <pc:spChg chg="add mod">
          <ac:chgData name="裴 熙隆" userId="d70ee545ee25833c" providerId="LiveId" clId="{9222683F-D1AF-4D05-8FCE-B2150C5D2A40}" dt="2026-04-22T12:49:27.342" v="295" actId="1076"/>
          <ac:spMkLst>
            <pc:docMk/>
            <pc:sldMk cId="1658940346" sldId="266"/>
            <ac:spMk id="75" creationId="{21371B5B-7D24-43DC-B167-A64ADCE8BDD0}"/>
          </ac:spMkLst>
        </pc:spChg>
        <pc:grpChg chg="del mod">
          <ac:chgData name="裴 熙隆" userId="d70ee545ee25833c" providerId="LiveId" clId="{9222683F-D1AF-4D05-8FCE-B2150C5D2A40}" dt="2026-04-22T12:30:12.248" v="13" actId="27803"/>
          <ac:grpSpMkLst>
            <pc:docMk/>
            <pc:sldMk cId="1658940346" sldId="266"/>
            <ac:grpSpMk id="6" creationId="{369B6D1D-CAEE-49B1-87EC-69EB8D14B64A}"/>
          </ac:grpSpMkLst>
        </pc:grpChg>
        <pc:grpChg chg="mod">
          <ac:chgData name="裴 熙隆" userId="d70ee545ee25833c" providerId="LiveId" clId="{9222683F-D1AF-4D05-8FCE-B2150C5D2A40}" dt="2026-04-22T12:37:38.350" v="95" actId="14100"/>
          <ac:grpSpMkLst>
            <pc:docMk/>
            <pc:sldMk cId="1658940346" sldId="266"/>
            <ac:grpSpMk id="17" creationId="{ABFC6D61-F36A-4689-B782-A1DDB13329CB}"/>
          </ac:grpSpMkLst>
        </pc:grpChg>
        <pc:grpChg chg="mod">
          <ac:chgData name="裴 熙隆" userId="d70ee545ee25833c" providerId="LiveId" clId="{9222683F-D1AF-4D05-8FCE-B2150C5D2A40}" dt="2026-04-22T12:30:12.248" v="13" actId="27803"/>
          <ac:grpSpMkLst>
            <pc:docMk/>
            <pc:sldMk cId="1658940346" sldId="266"/>
            <ac:grpSpMk id="25" creationId="{310C0FCF-1D4D-47DF-A446-ABAACB07D1C9}"/>
          </ac:grpSpMkLst>
        </pc:grpChg>
        <pc:grpChg chg="mod">
          <ac:chgData name="裴 熙隆" userId="d70ee545ee25833c" providerId="LiveId" clId="{9222683F-D1AF-4D05-8FCE-B2150C5D2A40}" dt="2026-04-22T12:30:12.248" v="13" actId="27803"/>
          <ac:grpSpMkLst>
            <pc:docMk/>
            <pc:sldMk cId="1658940346" sldId="266"/>
            <ac:grpSpMk id="32" creationId="{16F50AD3-7745-4187-BA67-B5A19B320BEA}"/>
          </ac:grpSpMkLst>
        </pc:grpChg>
        <pc:grpChg chg="del mod">
          <ac:chgData name="裴 熙隆" userId="d70ee545ee25833c" providerId="LiveId" clId="{9222683F-D1AF-4D05-8FCE-B2150C5D2A40}" dt="2026-04-22T12:40:19.617" v="128" actId="165"/>
          <ac:grpSpMkLst>
            <pc:docMk/>
            <pc:sldMk cId="1658940346" sldId="266"/>
            <ac:grpSpMk id="40" creationId="{CC78138C-151A-4E00-BFA4-277EE1B7339B}"/>
          </ac:grpSpMkLst>
        </pc:grpChg>
        <pc:grpChg chg="del mod topLvl">
          <ac:chgData name="裴 熙隆" userId="d70ee545ee25833c" providerId="LiveId" clId="{9222683F-D1AF-4D05-8FCE-B2150C5D2A40}" dt="2026-04-22T12:40:26.321" v="129" actId="478"/>
          <ac:grpSpMkLst>
            <pc:docMk/>
            <pc:sldMk cId="1658940346" sldId="266"/>
            <ac:grpSpMk id="43" creationId="{BF96760E-2191-44AA-ABE3-B4DC73DEF939}"/>
          </ac:grpSpMkLst>
        </pc:grpChg>
        <pc:grpChg chg="del mod topLvl">
          <ac:chgData name="裴 熙隆" userId="d70ee545ee25833c" providerId="LiveId" clId="{9222683F-D1AF-4D05-8FCE-B2150C5D2A40}" dt="2026-04-22T12:40:31.355" v="132" actId="478"/>
          <ac:grpSpMkLst>
            <pc:docMk/>
            <pc:sldMk cId="1658940346" sldId="266"/>
            <ac:grpSpMk id="49" creationId="{CAE0B526-7187-4218-9686-6BD791077ED3}"/>
          </ac:grpSpMkLst>
        </pc:grpChg>
        <pc:grpChg chg="del mod topLvl">
          <ac:chgData name="裴 熙隆" userId="d70ee545ee25833c" providerId="LiveId" clId="{9222683F-D1AF-4D05-8FCE-B2150C5D2A40}" dt="2026-04-22T12:42:50.975" v="189" actId="165"/>
          <ac:grpSpMkLst>
            <pc:docMk/>
            <pc:sldMk cId="1658940346" sldId="266"/>
            <ac:grpSpMk id="54" creationId="{C4F14CA4-C100-4189-B1CC-FC57BBA5D1A6}"/>
          </ac:grpSpMkLst>
        </pc:grpChg>
        <pc:picChg chg="add del mod">
          <ac:chgData name="裴 熙隆" userId="d70ee545ee25833c" providerId="LiveId" clId="{9222683F-D1AF-4D05-8FCE-B2150C5D2A40}" dt="2026-04-22T12:30:12.248" v="13" actId="27803"/>
          <ac:picMkLst>
            <pc:docMk/>
            <pc:sldMk cId="1658940346" sldId="266"/>
            <ac:picMk id="5" creationId="{45CB5222-4F19-411E-91CB-170CEF9B8935}"/>
          </ac:picMkLst>
        </pc:picChg>
        <pc:picChg chg="add mod">
          <ac:chgData name="裴 熙隆" userId="d70ee545ee25833c" providerId="LiveId" clId="{9222683F-D1AF-4D05-8FCE-B2150C5D2A40}" dt="2026-04-22T12:52:06.727" v="298" actId="1076"/>
          <ac:picMkLst>
            <pc:docMk/>
            <pc:sldMk cId="1658940346" sldId="266"/>
            <ac:picMk id="73" creationId="{90E731FD-89D7-4A0F-9E25-E316ACF016A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EE50-13D0-4423-9397-42D14EC9BF84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20E19-C99F-488C-8EB6-127FA15D58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23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2432-48FC-49FE-B7CE-6F9A692E7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14A6B5-E688-4BD6-9F7C-1EBA2490D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209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70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5B8BD32-8F24-C532-1A94-5170FD5BB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479" y="546183"/>
            <a:ext cx="2035602" cy="28800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26658A0-33EF-A0D8-88B7-8C0B3400C8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07" t="3230" b="1379"/>
          <a:stretch>
            <a:fillRect/>
          </a:stretch>
        </p:blipFill>
        <p:spPr>
          <a:xfrm>
            <a:off x="6096000" y="549000"/>
            <a:ext cx="1650152" cy="288000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8EABC3F2-4693-1BEA-CF8D-4BE052B07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014" y="3695939"/>
            <a:ext cx="3830135" cy="1624186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6D6BB4DB-213E-0EE8-DA72-6158BF4BC800}"/>
              </a:ext>
            </a:extLst>
          </p:cNvPr>
          <p:cNvSpPr txBox="1"/>
          <p:nvPr/>
        </p:nvSpPr>
        <p:spPr>
          <a:xfrm>
            <a:off x="3916017" y="3429000"/>
            <a:ext cx="1899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(a) </a:t>
            </a:r>
            <a:r>
              <a:rPr lang="zh-CN" altLang="en-US" sz="12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二维</a:t>
            </a:r>
            <a:r>
              <a:rPr lang="en-US" altLang="zh-CN" sz="12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DMA</a:t>
            </a:r>
            <a:r>
              <a:rPr lang="zh-CN" altLang="en-US" sz="12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阵列示意图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89A79495-4B57-910E-8E7F-5A392F856291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5334000" y="1060174"/>
            <a:ext cx="558832" cy="4572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499F453A-73CD-715C-A674-7604C441B1FF}"/>
              </a:ext>
            </a:extLst>
          </p:cNvPr>
          <p:cNvSpPr txBox="1"/>
          <p:nvPr/>
        </p:nvSpPr>
        <p:spPr>
          <a:xfrm>
            <a:off x="4943061" y="752397"/>
            <a:ext cx="1899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DMA</a:t>
            </a:r>
            <a:r>
              <a:rPr lang="zh-CN" altLang="en-US" sz="140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单元</a:t>
            </a:r>
            <a:endParaRPr lang="zh-CN" altLang="en-US" sz="1400" spc="0" baseline="0" dirty="0">
              <a:solidFill>
                <a:srgbClr val="222222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Segoe UI"/>
              <a:rtl val="0"/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C1626DF2-0C8D-92A7-C63C-DCD9307ED00F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5892832" y="1060174"/>
            <a:ext cx="660368" cy="9288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A97A76CD-98E3-706D-5E85-99E50B9F2ED6}"/>
              </a:ext>
            </a:extLst>
          </p:cNvPr>
          <p:cNvSpPr txBox="1"/>
          <p:nvPr/>
        </p:nvSpPr>
        <p:spPr>
          <a:xfrm>
            <a:off x="5892832" y="3429000"/>
            <a:ext cx="18533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(b) </a:t>
            </a:r>
            <a:r>
              <a:rPr lang="zh-CN" altLang="en-US" sz="12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一维</a:t>
            </a:r>
            <a:r>
              <a:rPr lang="en-US" altLang="zh-CN" sz="12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DMA</a:t>
            </a:r>
            <a:r>
              <a:rPr lang="zh-CN" altLang="en-US" sz="12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波导示意图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47D53A6-0799-5176-ADCA-8EE5F376CF34}"/>
              </a:ext>
            </a:extLst>
          </p:cNvPr>
          <p:cNvSpPr txBox="1"/>
          <p:nvPr/>
        </p:nvSpPr>
        <p:spPr>
          <a:xfrm>
            <a:off x="3916014" y="5340626"/>
            <a:ext cx="38301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(c) </a:t>
            </a:r>
            <a:r>
              <a:rPr lang="zh-CN" altLang="en-US" sz="12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伴随波导损耗的信号传播与辐射过程</a:t>
            </a: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51317920-90A4-A45B-8FF9-98ED8C01DCF2}"/>
              </a:ext>
            </a:extLst>
          </p:cNvPr>
          <p:cNvCxnSpPr>
            <a:cxnSpLocks/>
          </p:cNvCxnSpPr>
          <p:nvPr/>
        </p:nvCxnSpPr>
        <p:spPr>
          <a:xfrm flipV="1">
            <a:off x="6256107" y="2536135"/>
            <a:ext cx="0" cy="859566"/>
          </a:xfrm>
          <a:prstGeom prst="straightConnector1">
            <a:avLst/>
          </a:prstGeom>
          <a:ln w="9525">
            <a:solidFill>
              <a:schemeClr val="tx1">
                <a:alpha val="7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6DE1B8BA-A215-8803-3CAF-032CA38660B9}"/>
              </a:ext>
            </a:extLst>
          </p:cNvPr>
          <p:cNvCxnSpPr>
            <a:cxnSpLocks/>
          </p:cNvCxnSpPr>
          <p:nvPr/>
        </p:nvCxnSpPr>
        <p:spPr>
          <a:xfrm flipV="1">
            <a:off x="4865788" y="2280285"/>
            <a:ext cx="0" cy="593046"/>
          </a:xfrm>
          <a:prstGeom prst="straightConnector1">
            <a:avLst/>
          </a:prstGeom>
          <a:ln w="9525">
            <a:solidFill>
              <a:schemeClr val="tx1">
                <a:alpha val="7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DDBEE7B5-A063-0F71-58BC-33A51F2D7C7A}"/>
              </a:ext>
            </a:extLst>
          </p:cNvPr>
          <p:cNvCxnSpPr>
            <a:cxnSpLocks/>
          </p:cNvCxnSpPr>
          <p:nvPr/>
        </p:nvCxnSpPr>
        <p:spPr>
          <a:xfrm flipV="1">
            <a:off x="4232997" y="4475425"/>
            <a:ext cx="0" cy="859566"/>
          </a:xfrm>
          <a:prstGeom prst="straightConnector1">
            <a:avLst/>
          </a:prstGeom>
          <a:ln w="9525">
            <a:solidFill>
              <a:schemeClr val="tx1">
                <a:alpha val="70000"/>
              </a:schemeClr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D78F8219-2501-DD34-6CB8-4D759E08AC94}"/>
                  </a:ext>
                </a:extLst>
              </p:cNvPr>
              <p:cNvSpPr txBox="1"/>
              <p:nvPr/>
            </p:nvSpPr>
            <p:spPr>
              <a:xfrm rot="16200000">
                <a:off x="5919683" y="2769509"/>
                <a:ext cx="4953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TimesSimSun" panose="02020603050405020304" pitchFamily="18" charset="-122"/>
                          <a:cs typeface="TimesSimSun" panose="02020603050405020304" pitchFamily="18" charset="-122"/>
                          <a:sym typeface="Segoe UI"/>
                          <a:rtl val="0"/>
                        </a:rPr>
                        <m:t>ℜ</m:t>
                      </m:r>
                      <m:r>
                        <a:rPr lang="en-US" altLang="zh-CN" sz="10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TimesSimSun" panose="02020603050405020304" pitchFamily="18" charset="-122"/>
                          <a:cs typeface="TimesSimSun" panose="02020603050405020304" pitchFamily="18" charset="-122"/>
                          <a:sym typeface="Segoe UI"/>
                          <a:rtl val="0"/>
                        </a:rPr>
                        <m:t>{</m:t>
                      </m:r>
                      <m:r>
                        <a:rPr lang="en-US" altLang="zh-CN" sz="10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TimesSimSun" panose="02020603050405020304" pitchFamily="18" charset="-122"/>
                          <a:cs typeface="TimesSimSun" panose="02020603050405020304" pitchFamily="18" charset="-122"/>
                          <a:sym typeface="Segoe UI"/>
                          <a:rtl val="0"/>
                        </a:rPr>
                        <m:t>𝐻</m:t>
                      </m:r>
                      <m:r>
                        <a:rPr lang="en-US" altLang="zh-CN" sz="10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TimesSimSun" panose="02020603050405020304" pitchFamily="18" charset="-122"/>
                          <a:cs typeface="TimesSimSun" panose="02020603050405020304" pitchFamily="18" charset="-122"/>
                          <a:sym typeface="Segoe UI"/>
                          <a:rtl val="0"/>
                        </a:rPr>
                        <m:t>}</m:t>
                      </m:r>
                    </m:oMath>
                  </m:oMathPara>
                </a14:m>
                <a:endParaRPr lang="zh-CN" altLang="en-US" sz="1000" spc="0" baseline="0" dirty="0">
                  <a:solidFill>
                    <a:srgbClr val="222222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Segoe UI"/>
                  <a:rtl val="0"/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D78F8219-2501-DD34-6CB8-4D759E08A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919683" y="2769509"/>
                <a:ext cx="495300" cy="246221"/>
              </a:xfrm>
              <a:prstGeom prst="rect">
                <a:avLst/>
              </a:prstGeom>
              <a:blipFill>
                <a:blip r:embed="rId5"/>
                <a:stretch>
                  <a:fillRect r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B12FE361-6CC7-29AD-533E-C24182ACAD81}"/>
                  </a:ext>
                </a:extLst>
              </p:cNvPr>
              <p:cNvSpPr txBox="1"/>
              <p:nvPr/>
            </p:nvSpPr>
            <p:spPr>
              <a:xfrm rot="16200000">
                <a:off x="4695411" y="2350076"/>
                <a:ext cx="4953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TimesSimSun" panose="02020603050405020304" pitchFamily="18" charset="-122"/>
                          <a:cs typeface="TimesSimSun" panose="02020603050405020304" pitchFamily="18" charset="-122"/>
                          <a:sym typeface="Segoe UI"/>
                          <a:rtl val="0"/>
                        </a:rPr>
                        <m:t>ℜ</m:t>
                      </m:r>
                      <m:r>
                        <a:rPr lang="en-US" altLang="zh-CN" sz="10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TimesSimSun" panose="02020603050405020304" pitchFamily="18" charset="-122"/>
                          <a:cs typeface="TimesSimSun" panose="02020603050405020304" pitchFamily="18" charset="-122"/>
                          <a:sym typeface="Segoe UI"/>
                          <a:rtl val="0"/>
                        </a:rPr>
                        <m:t>{</m:t>
                      </m:r>
                      <m:r>
                        <a:rPr lang="en-US" altLang="zh-CN" sz="10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TimesSimSun" panose="02020603050405020304" pitchFamily="18" charset="-122"/>
                          <a:cs typeface="TimesSimSun" panose="02020603050405020304" pitchFamily="18" charset="-122"/>
                          <a:sym typeface="Segoe UI"/>
                          <a:rtl val="0"/>
                        </a:rPr>
                        <m:t>𝐻</m:t>
                      </m:r>
                      <m:r>
                        <a:rPr lang="en-US" altLang="zh-CN" sz="10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TimesSimSun" panose="02020603050405020304" pitchFamily="18" charset="-122"/>
                          <a:cs typeface="TimesSimSun" panose="02020603050405020304" pitchFamily="18" charset="-122"/>
                          <a:sym typeface="Segoe UI"/>
                          <a:rtl val="0"/>
                        </a:rPr>
                        <m:t>}</m:t>
                      </m:r>
                    </m:oMath>
                  </m:oMathPara>
                </a14:m>
                <a:endParaRPr lang="zh-CN" altLang="en-US" sz="1000" spc="0" baseline="0" dirty="0">
                  <a:solidFill>
                    <a:srgbClr val="222222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Segoe UI"/>
                  <a:rtl val="0"/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B12FE361-6CC7-29AD-533E-C24182ACA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695411" y="2350076"/>
                <a:ext cx="495300" cy="246221"/>
              </a:xfrm>
              <a:prstGeom prst="rect">
                <a:avLst/>
              </a:prstGeom>
              <a:blipFill>
                <a:blip r:embed="rId5"/>
                <a:stretch>
                  <a:fillRect r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03F3653B-9E64-75E1-2862-7A12D8E2CD24}"/>
                  </a:ext>
                </a:extLst>
              </p:cNvPr>
              <p:cNvSpPr txBox="1"/>
              <p:nvPr/>
            </p:nvSpPr>
            <p:spPr>
              <a:xfrm rot="16200000">
                <a:off x="3888954" y="4569479"/>
                <a:ext cx="4953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TimesSimSun" panose="02020603050405020304" pitchFamily="18" charset="-122"/>
                          <a:cs typeface="TimesSimSun" panose="02020603050405020304" pitchFamily="18" charset="-122"/>
                          <a:sym typeface="Segoe UI"/>
                          <a:rtl val="0"/>
                        </a:rPr>
                        <m:t>ℜ</m:t>
                      </m:r>
                      <m:r>
                        <a:rPr lang="en-US" altLang="zh-CN" sz="10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TimesSimSun" panose="02020603050405020304" pitchFamily="18" charset="-122"/>
                          <a:cs typeface="TimesSimSun" panose="02020603050405020304" pitchFamily="18" charset="-122"/>
                          <a:sym typeface="Segoe UI"/>
                          <a:rtl val="0"/>
                        </a:rPr>
                        <m:t>{</m:t>
                      </m:r>
                      <m:r>
                        <a:rPr lang="en-US" altLang="zh-CN" sz="10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TimesSimSun" panose="02020603050405020304" pitchFamily="18" charset="-122"/>
                          <a:cs typeface="TimesSimSun" panose="02020603050405020304" pitchFamily="18" charset="-122"/>
                          <a:sym typeface="Segoe UI"/>
                          <a:rtl val="0"/>
                        </a:rPr>
                        <m:t>𝐻</m:t>
                      </m:r>
                      <m:r>
                        <a:rPr lang="en-US" altLang="zh-CN" sz="1000" b="0" i="1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  <a:ea typeface="TimesSimSun" panose="02020603050405020304" pitchFamily="18" charset="-122"/>
                          <a:cs typeface="TimesSimSun" panose="02020603050405020304" pitchFamily="18" charset="-122"/>
                          <a:sym typeface="Segoe UI"/>
                          <a:rtl val="0"/>
                        </a:rPr>
                        <m:t>}</m:t>
                      </m:r>
                    </m:oMath>
                  </m:oMathPara>
                </a14:m>
                <a:endParaRPr lang="zh-CN" altLang="en-US" sz="1000" spc="0" baseline="0" dirty="0">
                  <a:solidFill>
                    <a:srgbClr val="222222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  <a:sym typeface="Segoe UI"/>
                  <a:rtl val="0"/>
                </a:endParaRP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03F3653B-9E64-75E1-2862-7A12D8E2C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888954" y="4569479"/>
                <a:ext cx="495300" cy="246221"/>
              </a:xfrm>
              <a:prstGeom prst="rect">
                <a:avLst/>
              </a:prstGeom>
              <a:blipFill>
                <a:blip r:embed="rId6"/>
                <a:stretch>
                  <a:fillRect r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8940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7887</TotalTime>
  <Words>42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TimesSimSun</vt:lpstr>
      <vt:lpstr>等线</vt:lpstr>
      <vt:lpstr>Arial</vt:lpstr>
      <vt:lpstr>Cambria Math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Rabbit AI</cp:lastModifiedBy>
  <cp:revision>24</cp:revision>
  <dcterms:created xsi:type="dcterms:W3CDTF">2022-09-20T11:32:03Z</dcterms:created>
  <dcterms:modified xsi:type="dcterms:W3CDTF">2026-04-23T08:04:27Z</dcterms:modified>
</cp:coreProperties>
</file>