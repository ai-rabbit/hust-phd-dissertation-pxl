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620000" cy="7620000"/>
  <p:notesSz cx="7620000" cy="7620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400" userDrawn="1">
          <p15:clr>
            <a:srgbClr val="A4A3A4"/>
          </p15:clr>
        </p15:guide>
        <p15:guide id="2" pos="24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2002" y="202"/>
      </p:cViewPr>
      <p:guideLst>
        <p:guide orient="horz" pos="2400"/>
        <p:guide pos="24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F12C6309-037B-4A3D-9BE2-7D86774A19B9}"/>
    <pc:docChg chg="undo redo custSel addSld delSld modSld">
      <pc:chgData name="裴 熙隆" userId="d70ee545ee25833c" providerId="LiveId" clId="{F12C6309-037B-4A3D-9BE2-7D86774A19B9}" dt="2025-12-19T01:59:44.986" v="405" actId="692"/>
      <pc:docMkLst>
        <pc:docMk/>
      </pc:docMkLst>
      <pc:sldChg chg="addSp delSp modSp mod">
        <pc:chgData name="裴 熙隆" userId="d70ee545ee25833c" providerId="LiveId" clId="{F12C6309-037B-4A3D-9BE2-7D86774A19B9}" dt="2025-12-19T01:59:44.986" v="405" actId="692"/>
        <pc:sldMkLst>
          <pc:docMk/>
          <pc:sldMk cId="0" sldId="256"/>
        </pc:sldMkLst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裴 熙隆" userId="d70ee545ee25833c" providerId="LiveId" clId="{F12C6309-037B-4A3D-9BE2-7D86774A19B9}" dt="2025-12-01T03:55:50.550" v="266" actId="478"/>
          <ac:spMkLst>
            <pc:docMk/>
            <pc:sldMk cId="0" sldId="256"/>
            <ac:spMk id="2" creationId="{389CDADC-8CDE-4E43-A47B-A26988EE8B21}"/>
          </ac:spMkLst>
        </pc:spChg>
        <pc:spChg chg="add mod">
          <ac:chgData name="裴 熙隆" userId="d70ee545ee25833c" providerId="LiveId" clId="{F12C6309-037B-4A3D-9BE2-7D86774A19B9}" dt="2025-12-19T01:59:44.986" v="405" actId="692"/>
          <ac:spMkLst>
            <pc:docMk/>
            <pc:sldMk cId="0" sldId="256"/>
            <ac:spMk id="2" creationId="{DDC035EF-23DB-4E4E-B6CC-1734C52622DB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24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25" creationId="{00000000-0000-0000-0000-000000000000}"/>
          </ac:spMkLst>
        </pc:spChg>
        <pc:spChg chg="del">
          <ac:chgData name="裴 熙隆" userId="d70ee545ee25833c" providerId="LiveId" clId="{F12C6309-037B-4A3D-9BE2-7D86774A19B9}" dt="2025-12-01T03:01:26.184" v="0" actId="478"/>
          <ac:spMkLst>
            <pc:docMk/>
            <pc:sldMk cId="0" sldId="256"/>
            <ac:spMk id="26" creationId="{00000000-0000-0000-0000-000000000000}"/>
          </ac:spMkLst>
        </pc:spChg>
        <pc:spChg chg="add mod">
          <ac:chgData name="裴 熙隆" userId="d70ee545ee25833c" providerId="LiveId" clId="{F12C6309-037B-4A3D-9BE2-7D86774A19B9}" dt="2025-12-19T01:57:16.608" v="384" actId="1076"/>
          <ac:spMkLst>
            <pc:docMk/>
            <pc:sldMk cId="0" sldId="256"/>
            <ac:spMk id="27" creationId="{E18F5D5D-E62A-40C8-AF00-27C29610F08F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28" creationId="{547373F6-B877-4729-8ED2-815D00C3CAA2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29" creationId="{52392339-54F8-4D53-ACF9-3C451D8BCE98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30" creationId="{E7387B49-C8DA-46E8-BAA6-D3A917299CDF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31" creationId="{681B438C-4374-46E9-BA85-A11226A23D25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32" creationId="{59317C0B-7269-4D8B-9C46-9BA4C6A9FF1D}"/>
          </ac:spMkLst>
        </pc:spChg>
        <pc:spChg chg="add mod">
          <ac:chgData name="裴 熙隆" userId="d70ee545ee25833c" providerId="LiveId" clId="{F12C6309-037B-4A3D-9BE2-7D86774A19B9}" dt="2025-12-19T01:58:16.625" v="392" actId="20577"/>
          <ac:spMkLst>
            <pc:docMk/>
            <pc:sldMk cId="0" sldId="256"/>
            <ac:spMk id="33" creationId="{3B764E26-D1FC-4494-8155-063EE70500B2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34" creationId="{F7A21F8D-C91A-4233-85ED-535B8E459D59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35" creationId="{515D34C6-AB53-49A9-B3CF-DB2E672E2289}"/>
          </ac:spMkLst>
        </pc:spChg>
        <pc:spChg chg="add mod">
          <ac:chgData name="裴 熙隆" userId="d70ee545ee25833c" providerId="LiveId" clId="{F12C6309-037B-4A3D-9BE2-7D86774A19B9}" dt="2025-12-19T01:55:07.699" v="375" actId="20577"/>
          <ac:spMkLst>
            <pc:docMk/>
            <pc:sldMk cId="0" sldId="256"/>
            <ac:spMk id="36" creationId="{1805EFA3-0744-408E-A771-B2E7A900C1D8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37" creationId="{5E96626C-CA5E-429A-BD28-B097E5FEFACE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38" creationId="{91238B17-3F45-4DAB-AB22-155F5CE36999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39" creationId="{5EDE2604-AFF6-49D3-8959-CE0E15EBA356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0" creationId="{5F73CD0A-FB76-4FF4-B8DB-994FAA5343BE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1" creationId="{76A0CD59-0AF5-4D6C-AC23-3238D4CD9C8B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2" creationId="{E0C15F64-4224-4ADA-8D2D-BB3249801CFC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3" creationId="{062FB5D7-77AC-45BF-B0A7-BA237BA6BCE5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4" creationId="{66AC59D4-FB21-4DAE-A69F-2966AC2DECB7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5" creationId="{35753B65-543D-4737-B654-B32123C33FBA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6" creationId="{74D01876-0C3A-4627-8615-C64D04616496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7" creationId="{D8C31E97-0BE7-4803-832C-0840AF650EAE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48" creationId="{526C69DD-F767-4DC3-828F-E23969628CDD}"/>
          </ac:spMkLst>
        </pc:spChg>
        <pc:spChg chg="add del mod">
          <ac:chgData name="裴 熙隆" userId="d70ee545ee25833c" providerId="LiveId" clId="{F12C6309-037B-4A3D-9BE2-7D86774A19B9}" dt="2025-12-01T03:47:21.593" v="78" actId="478"/>
          <ac:spMkLst>
            <pc:docMk/>
            <pc:sldMk cId="0" sldId="256"/>
            <ac:spMk id="49" creationId="{5DACB8FC-848E-44C4-96EC-77E68772934A}"/>
          </ac:spMkLst>
        </pc:spChg>
        <pc:spChg chg="add mod">
          <ac:chgData name="裴 熙隆" userId="d70ee545ee25833c" providerId="LiveId" clId="{F12C6309-037B-4A3D-9BE2-7D86774A19B9}" dt="2025-12-19T01:58:56.337" v="397" actId="2711"/>
          <ac:spMkLst>
            <pc:docMk/>
            <pc:sldMk cId="0" sldId="256"/>
            <ac:spMk id="49" creationId="{699C186A-9594-4E5A-83C8-3B3381C7039B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50" creationId="{DC88B867-7572-4B6A-BEDC-D199C91E6512}"/>
          </ac:spMkLst>
        </pc:spChg>
        <pc:spChg chg="add mod">
          <ac:chgData name="裴 熙隆" userId="d70ee545ee25833c" providerId="LiveId" clId="{F12C6309-037B-4A3D-9BE2-7D86774A19B9}" dt="2025-12-01T03:52:06.873" v="154" actId="404"/>
          <ac:spMkLst>
            <pc:docMk/>
            <pc:sldMk cId="0" sldId="256"/>
            <ac:spMk id="51" creationId="{70E922CD-2D35-44BE-8D35-C5BAC1C0A871}"/>
          </ac:spMkLst>
        </pc:spChg>
        <pc:spChg chg="add mod">
          <ac:chgData name="裴 熙隆" userId="d70ee545ee25833c" providerId="LiveId" clId="{F12C6309-037B-4A3D-9BE2-7D86774A19B9}" dt="2025-12-19T01:39:44.323" v="289" actId="3062"/>
          <ac:spMkLst>
            <pc:docMk/>
            <pc:sldMk cId="0" sldId="256"/>
            <ac:spMk id="52" creationId="{58BBA19C-0D88-4E9A-8448-92591755D699}"/>
          </ac:spMkLst>
        </pc:spChg>
        <pc:spChg chg="add mod">
          <ac:chgData name="裴 熙隆" userId="d70ee545ee25833c" providerId="LiveId" clId="{F12C6309-037B-4A3D-9BE2-7D86774A19B9}" dt="2025-12-19T01:59:34.981" v="402" actId="692"/>
          <ac:spMkLst>
            <pc:docMk/>
            <pc:sldMk cId="0" sldId="256"/>
            <ac:spMk id="53" creationId="{71C6AF36-D15E-434D-ADFA-40E310B7B39B}"/>
          </ac:spMkLst>
        </pc:spChg>
        <pc:spChg chg="add del mod">
          <ac:chgData name="裴 熙隆" userId="d70ee545ee25833c" providerId="LiveId" clId="{F12C6309-037B-4A3D-9BE2-7D86774A19B9}" dt="2025-12-19T01:45:42.830" v="349" actId="478"/>
          <ac:spMkLst>
            <pc:docMk/>
            <pc:sldMk cId="0" sldId="256"/>
            <ac:spMk id="54" creationId="{12EF9B28-096E-4052-BFFA-ADD26BF809BB}"/>
          </ac:spMkLst>
        </pc:spChg>
        <pc:spChg chg="add mod">
          <ac:chgData name="裴 熙隆" userId="d70ee545ee25833c" providerId="LiveId" clId="{F12C6309-037B-4A3D-9BE2-7D86774A19B9}" dt="2025-12-19T01:58:48.098" v="396" actId="6559"/>
          <ac:spMkLst>
            <pc:docMk/>
            <pc:sldMk cId="0" sldId="256"/>
            <ac:spMk id="55" creationId="{673C2828-34FF-493D-93BB-672B59697242}"/>
          </ac:spMkLst>
        </pc:spChg>
      </pc:sldChg>
      <pc:sldChg chg="addSp delSp modSp new add del mod">
        <pc:chgData name="裴 熙隆" userId="d70ee545ee25833c" providerId="LiveId" clId="{F12C6309-037B-4A3D-9BE2-7D86774A19B9}" dt="2025-12-16T04:27:45.395" v="284" actId="1076"/>
        <pc:sldMkLst>
          <pc:docMk/>
          <pc:sldMk cId="2634152440" sldId="257"/>
        </pc:sldMkLst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" creationId="{60FDD74F-5D50-45AE-80CB-927777DC15DD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" creationId="{5CD1B8B8-72A6-4798-A38C-8BF6772E6FE6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7" creationId="{831BEDCB-19DF-4E56-8565-8EA7E3AE4EA4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8" creationId="{4C51360A-2199-43D8-82F9-EDD8E9A9B843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9" creationId="{C1B31E56-D00E-4BA6-BE75-015AF85AD558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10" creationId="{71404F26-F187-410D-9198-F69D401E9093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11" creationId="{590BED4A-524F-4FA6-91C8-46BEC3585C94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12" creationId="{81D17175-30DE-4B3C-8C0A-1D48DF7CF8AE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13" creationId="{E186CD15-8244-4FBA-9E08-FCD5CFF46ED4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14" creationId="{AD8A099A-67CA-456A-A5F3-5A0C0D961681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15" creationId="{B6A4F748-44D7-4523-A771-99FB9E5C91E1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16" creationId="{A2957C25-71A4-4FE0-A315-790E6E9913A5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17" creationId="{86742F0B-8E73-4ECD-84E1-37D73FCB3F5F}"/>
          </ac:spMkLst>
        </pc:spChg>
        <pc:spChg chg="mod">
          <ac:chgData name="裴 熙隆" userId="d70ee545ee25833c" providerId="LiveId" clId="{F12C6309-037B-4A3D-9BE2-7D86774A19B9}" dt="2025-12-16T04:27:42.549" v="283" actId="1076"/>
          <ac:spMkLst>
            <pc:docMk/>
            <pc:sldMk cId="2634152440" sldId="257"/>
            <ac:spMk id="18" creationId="{74E16714-4F96-46E8-937B-30AB1B53EA9B}"/>
          </ac:spMkLst>
        </pc:spChg>
        <pc:spChg chg="mod">
          <ac:chgData name="裴 熙隆" userId="d70ee545ee25833c" providerId="LiveId" clId="{F12C6309-037B-4A3D-9BE2-7D86774A19B9}" dt="2025-12-16T04:27:45.395" v="284" actId="1076"/>
          <ac:spMkLst>
            <pc:docMk/>
            <pc:sldMk cId="2634152440" sldId="257"/>
            <ac:spMk id="19" creationId="{270DAB8B-70AD-4059-86B5-481125AA95E0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0" creationId="{F74C0F7F-BC66-4EEB-AEDC-06445F9C0432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1" creationId="{8314D4E3-F4C5-491A-8BDD-FB750F5F23A4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2" creationId="{CE9487A0-4DAD-4C3E-A81B-CE0CAA976453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3" creationId="{95EA9D6C-5DD0-4588-AC8F-6B910A3B6F3F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4" creationId="{936A478C-F1E1-4DFF-9D6E-9B43D4F677B4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5" creationId="{2948C0D7-B0DD-4DB5-AF77-B6E2FFF400D2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6" creationId="{49ED26DF-27E0-4717-B3AE-1428B27C464D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7" creationId="{A0497330-E6ED-45C2-8353-DD4F7F6FC5D7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8" creationId="{3AB95074-9691-4314-AE03-F5DC71EFE4EB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29" creationId="{414E3BBD-F441-4450-A4F5-B096F60EAC48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0" creationId="{468065D5-274A-4C9D-8785-1BE87B2758A9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1" creationId="{0011D3AC-5083-4F47-B5F4-D56292160A58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2" creationId="{0099768A-8EC6-45FC-8FC7-A1CBF0CC2B1D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3" creationId="{311BC52B-DD60-487A-AE29-0022895D9E59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4" creationId="{DE9A3862-F0F1-4D51-90CC-1EB5AB0B9347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5" creationId="{5AD094CC-21BF-4D60-AE82-993CC927C4AC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6" creationId="{DFDFDA76-640D-4831-8DE4-518A649A5254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7" creationId="{C506A49A-85E3-49B5-BA8D-66966CA24F0A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8" creationId="{9A7E5100-F236-4825-BF85-DC171CEB12F6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39" creationId="{0D6C6E8B-728C-430E-A9C4-C14B88D825C4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0" creationId="{C05775E4-C023-433B-BF23-18E16F750F40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1" creationId="{C793E38E-EC6D-46D9-94C8-F6EB46760EAE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2" creationId="{32AA5C8B-5C66-478B-821A-5F58F20241FF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3" creationId="{FE156BDD-AD2E-4CBB-9BD6-F0BF4BF5D3ED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4" creationId="{5C691103-D85D-4F2A-BE53-719CFCD1CD3E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5" creationId="{F6C0FB50-1B2B-487A-BCCB-5FBD07ED659A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6" creationId="{604C474C-C62E-442B-BB33-717934DE3451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7" creationId="{DB1F4AE3-F4F4-40B1-B600-3EA008EC5BB3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8" creationId="{B9F67295-4784-45B6-837D-0B480B7980F7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49" creationId="{E26424B3-013B-4C7E-80C5-9AE574029FBC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0" creationId="{DB299EE3-6F0C-46A6-85D5-89279C7619BD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1" creationId="{5D63FB4A-09B2-4BF1-A097-44281D56375E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2" creationId="{83C489D3-87AD-4CA6-B16B-587D3A41E2E8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3" creationId="{734B6DD6-F7B0-454F-989E-7FF1C006F031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4" creationId="{50BB7129-BBBB-4CDC-9EC4-3AF880D63076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5" creationId="{67B05A21-BE8A-460B-9B0D-DE6815F428CE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6" creationId="{83BEDEA9-9D0F-4C5E-B55E-0C166F2D47E3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7" creationId="{B7FCC7C6-AE0A-45A1-BC5C-7D602382964A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8" creationId="{B2197285-2731-40EC-AE08-FED318AF351E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59" creationId="{CBE287B0-D04F-4AF8-8A2B-AA6B91E44CB3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0" creationId="{6380EF4B-6F4C-4FCD-8B55-35097D5F271A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1" creationId="{FCFEB56D-3C85-4307-BBD2-814E99C413C5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2" creationId="{EB2191B8-C002-44B1-887B-0D05328C6668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3" creationId="{755E83C7-F5CF-42FF-8F7D-C786141698A0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4" creationId="{8E2A1C91-EA27-4107-81D2-C4B04ED0A6D5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5" creationId="{5DBE3D4F-B872-4C37-83F8-4C4D7EABBFE5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6" creationId="{6FB87699-1D51-4F02-9FFD-121AE5E15A51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7" creationId="{92EA6490-5769-4F5C-8600-9775EA22FC40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8" creationId="{1C22BBF1-7BE8-47B8-B485-C3418B5B5AD1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69" creationId="{67BAB19E-408C-4F35-B061-819FCABC1FF3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70" creationId="{61095248-1BDA-4D1B-AA4E-AB1F02793840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71" creationId="{9A55CC1C-0762-45FD-8A67-4F989F72BF22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72" creationId="{B584596A-A490-4342-A525-738DC25B1A42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73" creationId="{5DC5E650-C470-4806-B220-A6EF3F00B7A9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74" creationId="{0D9898AA-B768-43B3-BB6A-40E10CC13F6C}"/>
          </ac:spMkLst>
        </pc:spChg>
        <pc:spChg chg="mod">
          <ac:chgData name="裴 熙隆" userId="d70ee545ee25833c" providerId="LiveId" clId="{F12C6309-037B-4A3D-9BE2-7D86774A19B9}" dt="2025-12-16T04:27:28.855" v="281" actId="1076"/>
          <ac:spMkLst>
            <pc:docMk/>
            <pc:sldMk cId="2634152440" sldId="257"/>
            <ac:spMk id="75" creationId="{91A97EEE-D913-492F-BD3B-4DC8F0826239}"/>
          </ac:spMkLst>
        </pc:spChg>
        <pc:grpChg chg="add del mod">
          <ac:chgData name="裴 熙隆" userId="d70ee545ee25833c" providerId="LiveId" clId="{F12C6309-037B-4A3D-9BE2-7D86774A19B9}" dt="2025-12-16T04:27:28.522" v="280" actId="27803"/>
          <ac:grpSpMkLst>
            <pc:docMk/>
            <pc:sldMk cId="2634152440" sldId="257"/>
            <ac:grpSpMk id="4" creationId="{E830BC41-01CD-495D-9ACA-6523F679EAE9}"/>
          </ac:grpSpMkLst>
        </pc:grpChg>
        <pc:picChg chg="add del mod">
          <ac:chgData name="裴 熙隆" userId="d70ee545ee25833c" providerId="LiveId" clId="{F12C6309-037B-4A3D-9BE2-7D86774A19B9}" dt="2025-12-16T04:27:28.522" v="280" actId="27803"/>
          <ac:picMkLst>
            <pc:docMk/>
            <pc:sldMk cId="2634152440" sldId="257"/>
            <ac:picMk id="3" creationId="{36724393-F51E-4577-987C-F3CEB92DD7F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0" y="2362200"/>
            <a:ext cx="6477000" cy="160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4267200"/>
            <a:ext cx="5334000" cy="190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1000" y="1752600"/>
            <a:ext cx="331470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924300" y="1752600"/>
            <a:ext cx="331470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0400" y="640206"/>
            <a:ext cx="6339287" cy="63396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6858000" cy="121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1000" y="1752600"/>
            <a:ext cx="685800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90800" y="7086600"/>
            <a:ext cx="243840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1000" y="7086600"/>
            <a:ext cx="175260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86400" y="7086600"/>
            <a:ext cx="175260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">
            <a:extLst>
              <a:ext uri="{FF2B5EF4-FFF2-40B4-BE49-F238E27FC236}">
                <a16:creationId xmlns:a16="http://schemas.microsoft.com/office/drawing/2014/main" id="{E18F5D5D-E62A-40C8-AF00-27C29610F08F}"/>
              </a:ext>
            </a:extLst>
          </p:cNvPr>
          <p:cNvSpPr txBox="1"/>
          <p:nvPr/>
        </p:nvSpPr>
        <p:spPr>
          <a:xfrm>
            <a:off x="1645543" y="2013572"/>
            <a:ext cx="48939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全域</a:t>
            </a:r>
            <a:r>
              <a:rPr sz="1400" spc="-25" dirty="0" err="1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覆盖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</p:txBody>
      </p:sp>
      <p:sp>
        <p:nvSpPr>
          <p:cNvPr id="28" name="object 3">
            <a:extLst>
              <a:ext uri="{FF2B5EF4-FFF2-40B4-BE49-F238E27FC236}">
                <a16:creationId xmlns:a16="http://schemas.microsoft.com/office/drawing/2014/main" id="{547373F6-B877-4729-8ED2-815D00C3CAA2}"/>
              </a:ext>
            </a:extLst>
          </p:cNvPr>
          <p:cNvSpPr txBox="1"/>
          <p:nvPr/>
        </p:nvSpPr>
        <p:spPr>
          <a:xfrm>
            <a:off x="2155366" y="1497028"/>
            <a:ext cx="816433" cy="503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9000"/>
              </a:lnSpc>
              <a:spcBef>
                <a:spcPts val="100"/>
              </a:spcBef>
            </a:pPr>
            <a:r>
              <a:rPr sz="1400" spc="-2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感知相关能力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</p:txBody>
      </p:sp>
      <p:sp>
        <p:nvSpPr>
          <p:cNvPr id="29" name="object 4">
            <a:extLst>
              <a:ext uri="{FF2B5EF4-FFF2-40B4-BE49-F238E27FC236}">
                <a16:creationId xmlns:a16="http://schemas.microsoft.com/office/drawing/2014/main" id="{52392339-54F8-4D53-ACF9-3C451D8BCE98}"/>
              </a:ext>
            </a:extLst>
          </p:cNvPr>
          <p:cNvSpPr txBox="1"/>
          <p:nvPr/>
        </p:nvSpPr>
        <p:spPr>
          <a:xfrm>
            <a:off x="3089756" y="1192615"/>
            <a:ext cx="548976" cy="49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 marR="5080" indent="-68580" algn="ctr">
              <a:lnSpc>
                <a:spcPct val="118300"/>
              </a:lnSpc>
              <a:spcBef>
                <a:spcPts val="100"/>
              </a:spcBef>
            </a:pPr>
            <a:r>
              <a:rPr sz="1400" spc="-55" dirty="0" err="1">
                <a:latin typeface="TimesSimSun" panose="02020603050405020304" pitchFamily="18" charset="-122"/>
                <a:ea typeface="TimesSimSun" panose="02020603050405020304" pitchFamily="18" charset="-122"/>
                <a:cs typeface="Arial Black"/>
              </a:rPr>
              <a:t>AI</a:t>
            </a:r>
            <a:r>
              <a:rPr sz="1400" spc="-25" dirty="0" err="1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相</a:t>
            </a:r>
            <a:r>
              <a:rPr lang="zh-CN" altLang="en-US"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关</a:t>
            </a:r>
            <a:r>
              <a:rPr sz="1400" spc="-25" dirty="0" err="1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能力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E7387B49-C8DA-46E8-BAA6-D3A917299CDF}"/>
              </a:ext>
            </a:extLst>
          </p:cNvPr>
          <p:cNvSpPr txBox="1"/>
          <p:nvPr/>
        </p:nvSpPr>
        <p:spPr>
          <a:xfrm>
            <a:off x="3932970" y="1192615"/>
            <a:ext cx="533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可持续性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</p:txBody>
      </p:sp>
      <p:sp>
        <p:nvSpPr>
          <p:cNvPr id="31" name="object 6">
            <a:extLst>
              <a:ext uri="{FF2B5EF4-FFF2-40B4-BE49-F238E27FC236}">
                <a16:creationId xmlns:a16="http://schemas.microsoft.com/office/drawing/2014/main" id="{681B438C-4374-46E9-BA85-A11226A23D25}"/>
              </a:ext>
            </a:extLst>
          </p:cNvPr>
          <p:cNvSpPr txBox="1"/>
          <p:nvPr/>
        </p:nvSpPr>
        <p:spPr>
          <a:xfrm>
            <a:off x="4738435" y="1473102"/>
            <a:ext cx="533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互操作性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59317C0B-7269-4D8B-9C46-9BA4C6A9FF1D}"/>
              </a:ext>
            </a:extLst>
          </p:cNvPr>
          <p:cNvSpPr txBox="1"/>
          <p:nvPr/>
        </p:nvSpPr>
        <p:spPr>
          <a:xfrm>
            <a:off x="5013044" y="1928282"/>
            <a:ext cx="1200887" cy="559127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定位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(1</a:t>
            </a:r>
            <a:r>
              <a:rPr sz="1400" spc="3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</a:t>
            </a:r>
            <a:r>
              <a:rPr sz="1400" spc="3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10</a:t>
            </a:r>
            <a:r>
              <a:rPr sz="1400" spc="3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cm)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3B764E26-D1FC-4494-8155-063EE70500B2}"/>
              </a:ext>
            </a:extLst>
          </p:cNvPr>
          <p:cNvSpPr txBox="1"/>
          <p:nvPr/>
        </p:nvSpPr>
        <p:spPr>
          <a:xfrm>
            <a:off x="5657971" y="2777938"/>
            <a:ext cx="1284160" cy="559127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00"/>
              </a:spcBef>
            </a:pPr>
            <a:r>
              <a:rPr sz="1400" spc="-1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峰值数据速率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  <a:p>
            <a:pPr marL="44450" algn="ctr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</a:t>
            </a:r>
            <a:r>
              <a:rPr 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5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0</a:t>
            </a:r>
            <a:r>
              <a:rPr 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- 2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00</a:t>
            </a:r>
            <a:r>
              <a:rPr sz="1400" spc="6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spc="-1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Gbps)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34" name="object 9">
            <a:extLst>
              <a:ext uri="{FF2B5EF4-FFF2-40B4-BE49-F238E27FC236}">
                <a16:creationId xmlns:a16="http://schemas.microsoft.com/office/drawing/2014/main" id="{F7A21F8D-C91A-4233-85ED-535B8E459D59}"/>
              </a:ext>
            </a:extLst>
          </p:cNvPr>
          <p:cNvSpPr txBox="1"/>
          <p:nvPr/>
        </p:nvSpPr>
        <p:spPr>
          <a:xfrm>
            <a:off x="5000890" y="3247649"/>
            <a:ext cx="644381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20</a:t>
            </a:r>
            <a:r>
              <a:rPr lang="en-US" sz="1400" spc="-25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Gbps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35" name="object 10">
            <a:extLst>
              <a:ext uri="{FF2B5EF4-FFF2-40B4-BE49-F238E27FC236}">
                <a16:creationId xmlns:a16="http://schemas.microsoft.com/office/drawing/2014/main" id="{515D34C6-AB53-49A9-B3CF-DB2E672E2289}"/>
              </a:ext>
            </a:extLst>
          </p:cNvPr>
          <p:cNvSpPr txBox="1"/>
          <p:nvPr/>
        </p:nvSpPr>
        <p:spPr>
          <a:xfrm>
            <a:off x="5801654" y="3929451"/>
            <a:ext cx="11627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用户体验数据速率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</p:txBody>
      </p:sp>
      <p:sp>
        <p:nvSpPr>
          <p:cNvPr id="36" name="object 11">
            <a:extLst>
              <a:ext uri="{FF2B5EF4-FFF2-40B4-BE49-F238E27FC236}">
                <a16:creationId xmlns:a16="http://schemas.microsoft.com/office/drawing/2014/main" id="{1805EFA3-0744-408E-A771-B2E7A900C1D8}"/>
              </a:ext>
            </a:extLst>
          </p:cNvPr>
          <p:cNvSpPr txBox="1"/>
          <p:nvPr/>
        </p:nvSpPr>
        <p:spPr>
          <a:xfrm>
            <a:off x="5845881" y="4373162"/>
            <a:ext cx="1162779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</a:t>
            </a:r>
            <a:r>
              <a:rPr 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3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00</a:t>
            </a:r>
            <a:r>
              <a:rPr sz="1400" spc="6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</a:t>
            </a:r>
            <a:r>
              <a:rPr sz="1400" spc="7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5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00</a:t>
            </a:r>
            <a:r>
              <a:rPr sz="1400" spc="7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spc="-1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Mbps)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37" name="object 12">
            <a:extLst>
              <a:ext uri="{FF2B5EF4-FFF2-40B4-BE49-F238E27FC236}">
                <a16:creationId xmlns:a16="http://schemas.microsoft.com/office/drawing/2014/main" id="{5E96626C-CA5E-429A-BD28-B097E5FEFACE}"/>
              </a:ext>
            </a:extLst>
          </p:cNvPr>
          <p:cNvSpPr txBox="1"/>
          <p:nvPr/>
        </p:nvSpPr>
        <p:spPr>
          <a:xfrm>
            <a:off x="4965659" y="3972429"/>
            <a:ext cx="79883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100</a:t>
            </a:r>
            <a:r>
              <a:rPr lang="en-US" sz="1400" spc="-25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lang="en-US" altLang="zh-CN" sz="1400" spc="-1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Mbps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38" name="object 13">
            <a:extLst>
              <a:ext uri="{FF2B5EF4-FFF2-40B4-BE49-F238E27FC236}">
                <a16:creationId xmlns:a16="http://schemas.microsoft.com/office/drawing/2014/main" id="{91238B17-3F45-4DAB-AB22-155F5CE36999}"/>
              </a:ext>
            </a:extLst>
          </p:cNvPr>
          <p:cNvSpPr txBox="1"/>
          <p:nvPr/>
        </p:nvSpPr>
        <p:spPr>
          <a:xfrm>
            <a:off x="5296012" y="5075690"/>
            <a:ext cx="1162780" cy="559127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00"/>
              </a:spcBef>
            </a:pPr>
            <a:r>
              <a:rPr sz="1400" spc="-1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频谱效率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  <a:p>
            <a:pPr marL="45720" algn="ctr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(1.5</a:t>
            </a:r>
            <a:r>
              <a:rPr sz="1400" spc="4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-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3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倍</a:t>
            </a:r>
            <a:r>
              <a:rPr sz="1400" spc="-5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)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39" name="object 14">
            <a:extLst>
              <a:ext uri="{FF2B5EF4-FFF2-40B4-BE49-F238E27FC236}">
                <a16:creationId xmlns:a16="http://schemas.microsoft.com/office/drawing/2014/main" id="{5EDE2604-AFF6-49D3-8959-CE0E15EBA356}"/>
              </a:ext>
            </a:extLst>
          </p:cNvPr>
          <p:cNvSpPr txBox="1"/>
          <p:nvPr/>
        </p:nvSpPr>
        <p:spPr>
          <a:xfrm>
            <a:off x="4826429" y="4667987"/>
            <a:ext cx="5334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</a:t>
            </a:r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倍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0" name="object 15">
            <a:extLst>
              <a:ext uri="{FF2B5EF4-FFF2-40B4-BE49-F238E27FC236}">
                <a16:creationId xmlns:a16="http://schemas.microsoft.com/office/drawing/2014/main" id="{5F73CD0A-FB76-4FF4-B8DB-994FAA5343BE}"/>
              </a:ext>
            </a:extLst>
          </p:cNvPr>
          <p:cNvSpPr txBox="1"/>
          <p:nvPr/>
        </p:nvSpPr>
        <p:spPr>
          <a:xfrm>
            <a:off x="4290156" y="5888638"/>
            <a:ext cx="1445777" cy="5359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9000"/>
              </a:lnSpc>
              <a:spcBef>
                <a:spcPts val="100"/>
              </a:spcBef>
            </a:pPr>
            <a:r>
              <a:rPr sz="1400" spc="-1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区域业务</a:t>
            </a:r>
            <a:r>
              <a:rPr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容量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(3</a:t>
            </a:r>
            <a:r>
              <a:rPr 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spc="3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</a:t>
            </a:r>
            <a:r>
              <a:rPr lang="en-US" sz="1400" spc="3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5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倍</a:t>
            </a:r>
            <a:r>
              <a:rPr sz="1400" spc="-5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)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1" name="object 16">
            <a:extLst>
              <a:ext uri="{FF2B5EF4-FFF2-40B4-BE49-F238E27FC236}">
                <a16:creationId xmlns:a16="http://schemas.microsoft.com/office/drawing/2014/main" id="{76A0CD59-0AF5-4D6C-AC23-3238D4CD9C8B}"/>
              </a:ext>
            </a:extLst>
          </p:cNvPr>
          <p:cNvSpPr txBox="1"/>
          <p:nvPr/>
        </p:nvSpPr>
        <p:spPr>
          <a:xfrm>
            <a:off x="4274394" y="5034084"/>
            <a:ext cx="47932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</a:t>
            </a:r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倍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E0C15F64-4224-4ADA-8D2D-BB3249801CFC}"/>
              </a:ext>
            </a:extLst>
          </p:cNvPr>
          <p:cNvSpPr txBox="1"/>
          <p:nvPr/>
        </p:nvSpPr>
        <p:spPr>
          <a:xfrm>
            <a:off x="3268299" y="6032038"/>
            <a:ext cx="1070506" cy="80021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spc="-1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连接密度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(10⁶</a:t>
            </a:r>
            <a:r>
              <a:rPr sz="1400" spc="4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</a:t>
            </a:r>
            <a:r>
              <a:rPr sz="1400" spc="4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10⁸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400" spc="-1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devices/km²)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062FB5D7-77AC-45BF-B0A7-BA237BA6BCE5}"/>
              </a:ext>
            </a:extLst>
          </p:cNvPr>
          <p:cNvSpPr txBox="1"/>
          <p:nvPr/>
        </p:nvSpPr>
        <p:spPr>
          <a:xfrm>
            <a:off x="3274747" y="5224439"/>
            <a:ext cx="1070506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10⁶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66AC59D4-FB21-4DAE-A69F-2966AC2DECB7}"/>
              </a:ext>
            </a:extLst>
          </p:cNvPr>
          <p:cNvSpPr txBox="1"/>
          <p:nvPr/>
        </p:nvSpPr>
        <p:spPr>
          <a:xfrm>
            <a:off x="1371600" y="5766476"/>
            <a:ext cx="2343778" cy="559127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spc="-2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移动性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(500</a:t>
            </a:r>
            <a:r>
              <a:rPr sz="1400" spc="5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</a:t>
            </a:r>
            <a:r>
              <a:rPr sz="1400" spc="5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spc="-1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1,000</a:t>
            </a:r>
            <a:r>
              <a:rPr 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spc="4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km/h)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5" name="object 20">
            <a:extLst>
              <a:ext uri="{FF2B5EF4-FFF2-40B4-BE49-F238E27FC236}">
                <a16:creationId xmlns:a16="http://schemas.microsoft.com/office/drawing/2014/main" id="{35753B65-543D-4737-B654-B32123C33FBA}"/>
              </a:ext>
            </a:extLst>
          </p:cNvPr>
          <p:cNvSpPr txBox="1"/>
          <p:nvPr/>
        </p:nvSpPr>
        <p:spPr>
          <a:xfrm>
            <a:off x="2486046" y="5138670"/>
            <a:ext cx="104171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500</a:t>
            </a:r>
            <a:r>
              <a:rPr lang="en-US" altLang="zh-CN" sz="1400" spc="4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km/h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6" name="object 21">
            <a:extLst>
              <a:ext uri="{FF2B5EF4-FFF2-40B4-BE49-F238E27FC236}">
                <a16:creationId xmlns:a16="http://schemas.microsoft.com/office/drawing/2014/main" id="{74D01876-0C3A-4627-8615-C64D04616496}"/>
              </a:ext>
            </a:extLst>
          </p:cNvPr>
          <p:cNvSpPr txBox="1"/>
          <p:nvPr/>
        </p:nvSpPr>
        <p:spPr>
          <a:xfrm>
            <a:off x="1167147" y="5017926"/>
            <a:ext cx="1055473" cy="559127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时延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(0.1</a:t>
            </a:r>
            <a:r>
              <a:rPr sz="1400" spc="3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</a:t>
            </a:r>
            <a:r>
              <a:rPr sz="1400" spc="3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</a:t>
            </a:r>
            <a:r>
              <a:rPr sz="1400" spc="3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ms)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7" name="object 22">
            <a:extLst>
              <a:ext uri="{FF2B5EF4-FFF2-40B4-BE49-F238E27FC236}">
                <a16:creationId xmlns:a16="http://schemas.microsoft.com/office/drawing/2014/main" id="{D8C31E97-0BE7-4803-832C-0840AF650EAE}"/>
              </a:ext>
            </a:extLst>
          </p:cNvPr>
          <p:cNvSpPr txBox="1"/>
          <p:nvPr/>
        </p:nvSpPr>
        <p:spPr>
          <a:xfrm>
            <a:off x="2219438" y="4623686"/>
            <a:ext cx="61799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</a:t>
            </a:r>
            <a:r>
              <a:rPr lang="en-US" altLang="zh-CN" sz="1400" spc="-2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lang="en-US" altLang="zh-CN" sz="1400" spc="-25" dirty="0" err="1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ms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48" name="object 23">
            <a:extLst>
              <a:ext uri="{FF2B5EF4-FFF2-40B4-BE49-F238E27FC236}">
                <a16:creationId xmlns:a16="http://schemas.microsoft.com/office/drawing/2014/main" id="{526C69DD-F767-4DC3-828F-E23969628CDD}"/>
              </a:ext>
            </a:extLst>
          </p:cNvPr>
          <p:cNvSpPr txBox="1"/>
          <p:nvPr/>
        </p:nvSpPr>
        <p:spPr>
          <a:xfrm>
            <a:off x="677214" y="3969517"/>
            <a:ext cx="1196589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spc="-20" dirty="0" err="1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可靠性</a:t>
            </a:r>
            <a:endParaRPr lang="en-US" sz="1400" spc="-2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  <a:p>
            <a:pPr marL="12700" algn="ctr">
              <a:spcBef>
                <a:spcPts val="100"/>
              </a:spcBef>
            </a:pP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(1-10⁻⁵</a:t>
            </a:r>
            <a:r>
              <a:rPr lang="zh-CN" altLang="en-US" sz="1400" spc="9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</a:t>
            </a:r>
            <a:r>
              <a:rPr lang="zh-CN" altLang="en-US" sz="1400" spc="95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 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1-</a:t>
            </a:r>
            <a:r>
              <a:rPr lang="en-US" altLang="zh-CN" sz="1400" spc="-10" dirty="0"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10⁻⁷)</a:t>
            </a:r>
            <a:endParaRPr lang="zh-CN" altLang="en-US"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50" name="object 25">
            <a:extLst>
              <a:ext uri="{FF2B5EF4-FFF2-40B4-BE49-F238E27FC236}">
                <a16:creationId xmlns:a16="http://schemas.microsoft.com/office/drawing/2014/main" id="{DC88B867-7572-4B6A-BEDC-D199C91E6512}"/>
              </a:ext>
            </a:extLst>
          </p:cNvPr>
          <p:cNvSpPr txBox="1"/>
          <p:nvPr/>
        </p:nvSpPr>
        <p:spPr>
          <a:xfrm>
            <a:off x="2074188" y="3948058"/>
            <a:ext cx="489394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</a:t>
            </a:r>
            <a:r>
              <a:rPr lang="en-US" sz="14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-</a:t>
            </a:r>
            <a:r>
              <a:rPr sz="1400" spc="-2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Microsoft Sans Serif"/>
              </a:rPr>
              <a:t>10⁻⁵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Microsoft Sans Serif"/>
            </a:endParaRPr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70E922CD-2D35-44BE-8D35-C5BAC1C0A871}"/>
              </a:ext>
            </a:extLst>
          </p:cNvPr>
          <p:cNvSpPr txBox="1"/>
          <p:nvPr/>
        </p:nvSpPr>
        <p:spPr>
          <a:xfrm>
            <a:off x="766426" y="2877763"/>
            <a:ext cx="1018166" cy="49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 algn="ctr">
              <a:lnSpc>
                <a:spcPct val="118300"/>
              </a:lnSpc>
              <a:spcBef>
                <a:spcPts val="100"/>
              </a:spcBef>
            </a:pPr>
            <a:r>
              <a:rPr sz="1400" dirty="0" err="1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安全</a:t>
            </a:r>
            <a:r>
              <a:rPr lang="zh-CN" altLang="en-US" sz="1400" spc="-70" dirty="0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、</a:t>
            </a:r>
            <a:r>
              <a:rPr sz="1400" dirty="0" err="1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隐私</a:t>
            </a:r>
            <a:r>
              <a:rPr sz="1400" spc="-20" dirty="0" err="1"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和弹性</a:t>
            </a:r>
            <a:endParaRPr sz="1400" dirty="0">
              <a:latin typeface="TimesSimSun" panose="02020603050405020304" pitchFamily="18" charset="-122"/>
              <a:ea typeface="TimesSimSun" panose="02020603050405020304" pitchFamily="18" charset="-122"/>
              <a:cs typeface="SimSun"/>
            </a:endParaRPr>
          </a:p>
        </p:txBody>
      </p:sp>
      <p:sp>
        <p:nvSpPr>
          <p:cNvPr id="52" name="object 27">
            <a:extLst>
              <a:ext uri="{FF2B5EF4-FFF2-40B4-BE49-F238E27FC236}">
                <a16:creationId xmlns:a16="http://schemas.microsoft.com/office/drawing/2014/main" id="{58BBA19C-0D88-4E9A-8448-92591755D699}"/>
              </a:ext>
            </a:extLst>
          </p:cNvPr>
          <p:cNvSpPr txBox="1"/>
          <p:nvPr/>
        </p:nvSpPr>
        <p:spPr>
          <a:xfrm>
            <a:off x="2883542" y="3129725"/>
            <a:ext cx="1850670" cy="1729469"/>
          </a:xfrm>
          <a:prstGeom prst="rect">
            <a:avLst/>
          </a:prstGeom>
        </p:spPr>
        <p:txBody>
          <a:bodyPr vert="horz" wrap="square" lIns="0" tIns="0" rIns="0" bIns="0" rtlCol="0">
            <a:prstTxWarp prst="textArchDown">
              <a:avLst/>
            </a:prstTxWarp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lnSpc>
                <a:spcPts val="1000"/>
              </a:lnSpc>
            </a:pPr>
            <a:r>
              <a:rPr lang="en-US" b="1" dirty="0">
                <a:ln/>
                <a:solidFill>
                  <a:schemeClr val="accent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Arial Black"/>
              </a:rPr>
              <a:t>5G </a:t>
            </a:r>
            <a:r>
              <a:rPr b="1" dirty="0">
                <a:ln/>
                <a:solidFill>
                  <a:schemeClr val="accent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Arial Black"/>
              </a:rPr>
              <a:t>IMT-2020</a:t>
            </a:r>
            <a:r>
              <a:rPr b="1" dirty="0">
                <a:ln/>
                <a:solidFill>
                  <a:schemeClr val="accent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SimSun"/>
              </a:rPr>
              <a:t>能力</a:t>
            </a: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699C186A-9594-4E5A-83C8-3B3381C7039B}"/>
              </a:ext>
            </a:extLst>
          </p:cNvPr>
          <p:cNvSpPr txBox="1"/>
          <p:nvPr/>
        </p:nvSpPr>
        <p:spPr>
          <a:xfrm>
            <a:off x="2432660" y="6609464"/>
            <a:ext cx="2741783" cy="667791"/>
          </a:xfrm>
          <a:prstGeom prst="rect">
            <a:avLst/>
          </a:prstGeom>
        </p:spPr>
        <p:txBody>
          <a:bodyPr vert="horz" wrap="square" lIns="0" tIns="0" rIns="0" bIns="0" rtlCol="0">
            <a:prstTxWarp prst="textArchDown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pc="300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6G </a:t>
            </a:r>
            <a:r>
              <a:rPr spc="300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IMT-20</a:t>
            </a:r>
            <a:r>
              <a:rPr lang="en-US" spc="300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3</a:t>
            </a:r>
            <a:r>
              <a:rPr spc="300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0</a:t>
            </a:r>
            <a:r>
              <a:rPr lang="zh-CN" altLang="en-US" spc="300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增强</a:t>
            </a:r>
            <a:r>
              <a:rPr spc="300" dirty="0" err="1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SimSun"/>
              </a:rPr>
              <a:t>能力</a:t>
            </a:r>
            <a:endParaRPr spc="300" dirty="0">
              <a:ln w="0"/>
              <a:solidFill>
                <a:schemeClr val="accent3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SimSun"/>
            </a:endParaRPr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DDC035EF-23DB-4E4E-B6CC-1734C52622DB}"/>
              </a:ext>
            </a:extLst>
          </p:cNvPr>
          <p:cNvSpPr/>
          <p:nvPr/>
        </p:nvSpPr>
        <p:spPr>
          <a:xfrm>
            <a:off x="2903551" y="2910000"/>
            <a:ext cx="1800000" cy="1800000"/>
          </a:xfrm>
          <a:prstGeom prst="arc">
            <a:avLst>
              <a:gd name="adj1" fmla="val 20027307"/>
              <a:gd name="adj2" fmla="val 2135085"/>
            </a:avLst>
          </a:prstGeom>
          <a:ln w="19050">
            <a:headEnd type="triangle"/>
            <a:tailEnd type="oval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弧形 52">
            <a:extLst>
              <a:ext uri="{FF2B5EF4-FFF2-40B4-BE49-F238E27FC236}">
                <a16:creationId xmlns:a16="http://schemas.microsoft.com/office/drawing/2014/main" id="{71C6AF36-D15E-434D-ADFA-40E310B7B39B}"/>
              </a:ext>
            </a:extLst>
          </p:cNvPr>
          <p:cNvSpPr/>
          <p:nvPr/>
        </p:nvSpPr>
        <p:spPr>
          <a:xfrm rot="10300367">
            <a:off x="2903551" y="2910000"/>
            <a:ext cx="1800000" cy="1800000"/>
          </a:xfrm>
          <a:prstGeom prst="arc">
            <a:avLst>
              <a:gd name="adj1" fmla="val 20027307"/>
              <a:gd name="adj2" fmla="val 2135085"/>
            </a:avLst>
          </a:prstGeom>
          <a:ln w="19050">
            <a:headEnd type="oval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object 27">
            <a:extLst>
              <a:ext uri="{FF2B5EF4-FFF2-40B4-BE49-F238E27FC236}">
                <a16:creationId xmlns:a16="http://schemas.microsoft.com/office/drawing/2014/main" id="{673C2828-34FF-493D-93BB-672B59697242}"/>
              </a:ext>
            </a:extLst>
          </p:cNvPr>
          <p:cNvSpPr txBox="1"/>
          <p:nvPr/>
        </p:nvSpPr>
        <p:spPr>
          <a:xfrm>
            <a:off x="2432659" y="523245"/>
            <a:ext cx="2741783" cy="667791"/>
          </a:xfrm>
          <a:prstGeom prst="rect">
            <a:avLst/>
          </a:prstGeom>
        </p:spPr>
        <p:txBody>
          <a:bodyPr vert="horz" wrap="square" lIns="0" tIns="0" rIns="0" bIns="0" rtlCol="0">
            <a:prstTxWarp prst="textArchUp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pc="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6G </a:t>
            </a:r>
            <a:r>
              <a:rPr spc="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IMT-20</a:t>
            </a:r>
            <a:r>
              <a:rPr lang="en-US" spc="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3</a:t>
            </a:r>
            <a:r>
              <a:rPr spc="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0</a:t>
            </a:r>
            <a:r>
              <a:rPr lang="zh-CN" altLang="en-US" spc="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Arial Black"/>
              </a:rPr>
              <a:t>全新</a:t>
            </a:r>
            <a:r>
              <a:rPr spc="3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SimSun"/>
              </a:rPr>
              <a:t>能力</a:t>
            </a:r>
            <a:endParaRPr spc="3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0FDD74F-5D50-45AE-80CB-927777DC15DD}"/>
              </a:ext>
            </a:extLst>
          </p:cNvPr>
          <p:cNvSpPr/>
          <p:nvPr/>
        </p:nvSpPr>
        <p:spPr>
          <a:xfrm>
            <a:off x="208643" y="-533400"/>
            <a:ext cx="2050142" cy="1887764"/>
          </a:xfrm>
          <a:custGeom>
            <a:avLst/>
            <a:gdLst>
              <a:gd name="connsiteX0" fmla="*/ 1807029 w 2050142"/>
              <a:gd name="connsiteY0" fmla="*/ 1887764 h 1887764"/>
              <a:gd name="connsiteX1" fmla="*/ 0 w 2050142"/>
              <a:gd name="connsiteY1" fmla="*/ 844550 h 1887764"/>
              <a:gd name="connsiteX2" fmla="*/ 708479 w 2050142"/>
              <a:gd name="connsiteY2" fmla="*/ 0 h 1887764"/>
              <a:gd name="connsiteX3" fmla="*/ 2050143 w 2050142"/>
              <a:gd name="connsiteY3" fmla="*/ 1597479 h 1887764"/>
              <a:gd name="connsiteX4" fmla="*/ 1807029 w 2050142"/>
              <a:gd name="connsiteY4" fmla="*/ 1887764 h 188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0142" h="1887764">
                <a:moveTo>
                  <a:pt x="1807029" y="1887764"/>
                </a:moveTo>
                <a:lnTo>
                  <a:pt x="0" y="844550"/>
                </a:lnTo>
                <a:cubicBezTo>
                  <a:pt x="185107" y="523876"/>
                  <a:pt x="424880" y="238052"/>
                  <a:pt x="708479" y="0"/>
                </a:cubicBezTo>
                <a:lnTo>
                  <a:pt x="2050143" y="1597479"/>
                </a:lnTo>
                <a:cubicBezTo>
                  <a:pt x="1952769" y="1679295"/>
                  <a:pt x="1870487" y="1777543"/>
                  <a:pt x="1807029" y="1887764"/>
                </a:cubicBezTo>
                <a:close/>
              </a:path>
            </a:pathLst>
          </a:custGeom>
          <a:solidFill>
            <a:srgbClr val="B4D1F5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D1B8B8-72A6-4798-A38C-8BF6772E6FE6}"/>
              </a:ext>
            </a:extLst>
          </p:cNvPr>
          <p:cNvSpPr txBox="1"/>
          <p:nvPr/>
        </p:nvSpPr>
        <p:spPr>
          <a:xfrm>
            <a:off x="680539" y="528502"/>
            <a:ext cx="436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覆盖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31BEDCB-19DF-4E56-8565-8EA7E3AE4EA4}"/>
              </a:ext>
            </a:extLst>
          </p:cNvPr>
          <p:cNvSpPr/>
          <p:nvPr/>
        </p:nvSpPr>
        <p:spPr>
          <a:xfrm>
            <a:off x="917122" y="-1084942"/>
            <a:ext cx="1669142" cy="2149021"/>
          </a:xfrm>
          <a:custGeom>
            <a:avLst/>
            <a:gdLst>
              <a:gd name="connsiteX0" fmla="*/ 1341664 w 1669142"/>
              <a:gd name="connsiteY0" fmla="*/ 2149021 h 2149021"/>
              <a:gd name="connsiteX1" fmla="*/ 0 w 1669142"/>
              <a:gd name="connsiteY1" fmla="*/ 551543 h 2149021"/>
              <a:gd name="connsiteX2" fmla="*/ 955221 w 1669142"/>
              <a:gd name="connsiteY2" fmla="*/ 0 h 2149021"/>
              <a:gd name="connsiteX3" fmla="*/ 1669143 w 1669142"/>
              <a:gd name="connsiteY3" fmla="*/ 1960336 h 2149021"/>
              <a:gd name="connsiteX4" fmla="*/ 1341664 w 1669142"/>
              <a:gd name="connsiteY4" fmla="*/ 2149021 h 214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9142" h="2149021">
                <a:moveTo>
                  <a:pt x="1341664" y="2149021"/>
                </a:moveTo>
                <a:lnTo>
                  <a:pt x="0" y="551543"/>
                </a:lnTo>
                <a:cubicBezTo>
                  <a:pt x="283789" y="313371"/>
                  <a:pt x="607073" y="126707"/>
                  <a:pt x="955221" y="0"/>
                </a:cubicBezTo>
                <a:lnTo>
                  <a:pt x="1669143" y="1960336"/>
                </a:lnTo>
                <a:cubicBezTo>
                  <a:pt x="1549816" y="2003655"/>
                  <a:pt x="1438987" y="2067512"/>
                  <a:pt x="1341664" y="2149021"/>
                </a:cubicBezTo>
                <a:close/>
              </a:path>
            </a:pathLst>
          </a:custGeom>
          <a:solidFill>
            <a:srgbClr val="B4D1F5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51360A-2199-43D8-82F9-EDD8E9A9B843}"/>
              </a:ext>
            </a:extLst>
          </p:cNvPr>
          <p:cNvSpPr txBox="1"/>
          <p:nvPr/>
        </p:nvSpPr>
        <p:spPr>
          <a:xfrm>
            <a:off x="1487896" y="-342355"/>
            <a:ext cx="563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感知相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B31E56-D00E-4BA6-BE75-015AF85AD558}"/>
              </a:ext>
            </a:extLst>
          </p:cNvPr>
          <p:cNvSpPr txBox="1"/>
          <p:nvPr/>
        </p:nvSpPr>
        <p:spPr>
          <a:xfrm>
            <a:off x="1487896" y="-160927"/>
            <a:ext cx="563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关能力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71404F26-F187-410D-9198-F69D401E9093}"/>
              </a:ext>
            </a:extLst>
          </p:cNvPr>
          <p:cNvSpPr/>
          <p:nvPr/>
        </p:nvSpPr>
        <p:spPr>
          <a:xfrm>
            <a:off x="1872344" y="-1276350"/>
            <a:ext cx="1085850" cy="2151742"/>
          </a:xfrm>
          <a:custGeom>
            <a:avLst/>
            <a:gdLst>
              <a:gd name="connsiteX0" fmla="*/ 713921 w 1085850"/>
              <a:gd name="connsiteY0" fmla="*/ 2151743 h 2151742"/>
              <a:gd name="connsiteX1" fmla="*/ 0 w 1085850"/>
              <a:gd name="connsiteY1" fmla="*/ 191407 h 2151742"/>
              <a:gd name="connsiteX2" fmla="*/ 1085850 w 1085850"/>
              <a:gd name="connsiteY2" fmla="*/ 0 h 2151742"/>
              <a:gd name="connsiteX3" fmla="*/ 1085850 w 1085850"/>
              <a:gd name="connsiteY3" fmla="*/ 2086429 h 2151742"/>
              <a:gd name="connsiteX4" fmla="*/ 713921 w 1085850"/>
              <a:gd name="connsiteY4" fmla="*/ 2151743 h 215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850" h="2151742">
                <a:moveTo>
                  <a:pt x="713921" y="2151743"/>
                </a:moveTo>
                <a:lnTo>
                  <a:pt x="0" y="191407"/>
                </a:lnTo>
                <a:cubicBezTo>
                  <a:pt x="348017" y="64764"/>
                  <a:pt x="715507" y="-14"/>
                  <a:pt x="1085850" y="0"/>
                </a:cubicBezTo>
                <a:lnTo>
                  <a:pt x="1085850" y="2086429"/>
                </a:lnTo>
                <a:cubicBezTo>
                  <a:pt x="959016" y="2086366"/>
                  <a:pt x="833146" y="2108470"/>
                  <a:pt x="713921" y="2151743"/>
                </a:cubicBezTo>
                <a:close/>
              </a:path>
            </a:pathLst>
          </a:custGeom>
          <a:solidFill>
            <a:srgbClr val="B4D1F5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0BED4A-524F-4FA6-91C8-46BEC3585C94}"/>
              </a:ext>
            </a:extLst>
          </p:cNvPr>
          <p:cNvSpPr txBox="1"/>
          <p:nvPr/>
        </p:nvSpPr>
        <p:spPr>
          <a:xfrm>
            <a:off x="2258968" y="-623570"/>
            <a:ext cx="582022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AI相关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D17175-30DE-4B3C-8C0A-1D48DF7CF8AE}"/>
              </a:ext>
            </a:extLst>
          </p:cNvPr>
          <p:cNvSpPr txBox="1"/>
          <p:nvPr/>
        </p:nvSpPr>
        <p:spPr>
          <a:xfrm>
            <a:off x="2331539" y="-442141"/>
            <a:ext cx="436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能力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E186CD15-8244-4FBA-9E08-FCD5CFF46ED4}"/>
              </a:ext>
            </a:extLst>
          </p:cNvPr>
          <p:cNvSpPr/>
          <p:nvPr/>
        </p:nvSpPr>
        <p:spPr>
          <a:xfrm>
            <a:off x="2958193" y="-1276350"/>
            <a:ext cx="1085849" cy="2151742"/>
          </a:xfrm>
          <a:custGeom>
            <a:avLst/>
            <a:gdLst>
              <a:gd name="connsiteX0" fmla="*/ 0 w 1085849"/>
              <a:gd name="connsiteY0" fmla="*/ 2086429 h 2151742"/>
              <a:gd name="connsiteX1" fmla="*/ 0 w 1085849"/>
              <a:gd name="connsiteY1" fmla="*/ 0 h 2151742"/>
              <a:gd name="connsiteX2" fmla="*/ 1085850 w 1085849"/>
              <a:gd name="connsiteY2" fmla="*/ 191407 h 2151742"/>
              <a:gd name="connsiteX3" fmla="*/ 371929 w 1085849"/>
              <a:gd name="connsiteY3" fmla="*/ 2151743 h 2151742"/>
              <a:gd name="connsiteX4" fmla="*/ 0 w 1085849"/>
              <a:gd name="connsiteY4" fmla="*/ 2086429 h 215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849" h="2151742">
                <a:moveTo>
                  <a:pt x="0" y="2086429"/>
                </a:moveTo>
                <a:lnTo>
                  <a:pt x="0" y="0"/>
                </a:lnTo>
                <a:cubicBezTo>
                  <a:pt x="370343" y="-15"/>
                  <a:pt x="737833" y="64764"/>
                  <a:pt x="1085850" y="191407"/>
                </a:cubicBezTo>
                <a:lnTo>
                  <a:pt x="371929" y="2151743"/>
                </a:lnTo>
                <a:cubicBezTo>
                  <a:pt x="252704" y="2108470"/>
                  <a:pt x="126835" y="2086366"/>
                  <a:pt x="0" y="2086429"/>
                </a:cubicBezTo>
                <a:close/>
              </a:path>
            </a:pathLst>
          </a:custGeom>
          <a:solidFill>
            <a:srgbClr val="B4D1F5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D8A099A-67CA-456A-A5F3-5A0C0D961681}"/>
              </a:ext>
            </a:extLst>
          </p:cNvPr>
          <p:cNvSpPr txBox="1"/>
          <p:nvPr/>
        </p:nvSpPr>
        <p:spPr>
          <a:xfrm>
            <a:off x="3020967" y="-623570"/>
            <a:ext cx="690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可持续性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6A4F748-44D7-4523-A771-99FB9E5C91E1}"/>
              </a:ext>
            </a:extLst>
          </p:cNvPr>
          <p:cNvSpPr/>
          <p:nvPr/>
        </p:nvSpPr>
        <p:spPr>
          <a:xfrm>
            <a:off x="3330121" y="-1084942"/>
            <a:ext cx="1669142" cy="2149021"/>
          </a:xfrm>
          <a:custGeom>
            <a:avLst/>
            <a:gdLst>
              <a:gd name="connsiteX0" fmla="*/ 0 w 1669142"/>
              <a:gd name="connsiteY0" fmla="*/ 1960336 h 2149021"/>
              <a:gd name="connsiteX1" fmla="*/ 713921 w 1669142"/>
              <a:gd name="connsiteY1" fmla="*/ 0 h 2149021"/>
              <a:gd name="connsiteX2" fmla="*/ 1669143 w 1669142"/>
              <a:gd name="connsiteY2" fmla="*/ 551543 h 2149021"/>
              <a:gd name="connsiteX3" fmla="*/ 327479 w 1669142"/>
              <a:gd name="connsiteY3" fmla="*/ 2149021 h 2149021"/>
              <a:gd name="connsiteX4" fmla="*/ 0 w 1669142"/>
              <a:gd name="connsiteY4" fmla="*/ 1960336 h 214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9142" h="2149021">
                <a:moveTo>
                  <a:pt x="0" y="1960336"/>
                </a:moveTo>
                <a:lnTo>
                  <a:pt x="713921" y="0"/>
                </a:lnTo>
                <a:cubicBezTo>
                  <a:pt x="1062069" y="126707"/>
                  <a:pt x="1385354" y="313371"/>
                  <a:pt x="1669143" y="551543"/>
                </a:cubicBezTo>
                <a:lnTo>
                  <a:pt x="327479" y="2149021"/>
                </a:lnTo>
                <a:cubicBezTo>
                  <a:pt x="230156" y="2067512"/>
                  <a:pt x="119326" y="2003655"/>
                  <a:pt x="0" y="1960336"/>
                </a:cubicBezTo>
                <a:close/>
              </a:path>
            </a:pathLst>
          </a:custGeom>
          <a:solidFill>
            <a:srgbClr val="B4D1F5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957C25-71A4-4FE0-A315-790E6E9913A5}"/>
              </a:ext>
            </a:extLst>
          </p:cNvPr>
          <p:cNvSpPr txBox="1"/>
          <p:nvPr/>
        </p:nvSpPr>
        <p:spPr>
          <a:xfrm>
            <a:off x="3801110" y="-342355"/>
            <a:ext cx="690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互操作性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86742F0B-8E73-4ECD-84E1-37D73FCB3F5F}"/>
              </a:ext>
            </a:extLst>
          </p:cNvPr>
          <p:cNvSpPr/>
          <p:nvPr/>
        </p:nvSpPr>
        <p:spPr>
          <a:xfrm>
            <a:off x="3657600" y="-533400"/>
            <a:ext cx="2050142" cy="1887764"/>
          </a:xfrm>
          <a:custGeom>
            <a:avLst/>
            <a:gdLst>
              <a:gd name="connsiteX0" fmla="*/ 0 w 2050142"/>
              <a:gd name="connsiteY0" fmla="*/ 1597479 h 1887764"/>
              <a:gd name="connsiteX1" fmla="*/ 1341664 w 2050142"/>
              <a:gd name="connsiteY1" fmla="*/ 0 h 1887764"/>
              <a:gd name="connsiteX2" fmla="*/ 2050143 w 2050142"/>
              <a:gd name="connsiteY2" fmla="*/ 844550 h 1887764"/>
              <a:gd name="connsiteX3" fmla="*/ 243114 w 2050142"/>
              <a:gd name="connsiteY3" fmla="*/ 1887764 h 1887764"/>
              <a:gd name="connsiteX4" fmla="*/ 0 w 2050142"/>
              <a:gd name="connsiteY4" fmla="*/ 1597479 h 188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0142" h="1887764">
                <a:moveTo>
                  <a:pt x="0" y="1597479"/>
                </a:moveTo>
                <a:lnTo>
                  <a:pt x="1341664" y="0"/>
                </a:lnTo>
                <a:cubicBezTo>
                  <a:pt x="1625263" y="238052"/>
                  <a:pt x="1865035" y="523876"/>
                  <a:pt x="2050143" y="844550"/>
                </a:cubicBezTo>
                <a:lnTo>
                  <a:pt x="243114" y="1887764"/>
                </a:lnTo>
                <a:cubicBezTo>
                  <a:pt x="179656" y="1777543"/>
                  <a:pt x="97374" y="1679295"/>
                  <a:pt x="0" y="1597479"/>
                </a:cubicBezTo>
                <a:close/>
              </a:path>
            </a:pathLst>
          </a:custGeom>
          <a:solidFill>
            <a:srgbClr val="B4D1F5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4E16714-4F96-46E8-937B-30AB1B53EA9B}"/>
              </a:ext>
            </a:extLst>
          </p:cNvPr>
          <p:cNvSpPr txBox="1"/>
          <p:nvPr/>
        </p:nvSpPr>
        <p:spPr>
          <a:xfrm>
            <a:off x="4331064" y="208736"/>
            <a:ext cx="436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 dirty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定位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0DAB8B-70AD-4059-86B5-481125AA95E0}"/>
              </a:ext>
            </a:extLst>
          </p:cNvPr>
          <p:cNvSpPr txBox="1"/>
          <p:nvPr/>
        </p:nvSpPr>
        <p:spPr>
          <a:xfrm>
            <a:off x="4024449" y="637722"/>
            <a:ext cx="690879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 dirty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(1 - 10 cm)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F74C0F7F-BC66-4EEB-AEDC-06445F9C0432}"/>
              </a:ext>
            </a:extLst>
          </p:cNvPr>
          <p:cNvSpPr/>
          <p:nvPr/>
        </p:nvSpPr>
        <p:spPr>
          <a:xfrm>
            <a:off x="4686300" y="311151"/>
            <a:ext cx="1441449" cy="1471385"/>
          </a:xfrm>
          <a:custGeom>
            <a:avLst/>
            <a:gdLst>
              <a:gd name="connsiteX0" fmla="*/ 0 w 1441449"/>
              <a:gd name="connsiteY0" fmla="*/ 589643 h 1471385"/>
              <a:gd name="connsiteX1" fmla="*/ 1021443 w 1441449"/>
              <a:gd name="connsiteY1" fmla="*/ 0 h 1471385"/>
              <a:gd name="connsiteX2" fmla="*/ 1441450 w 1441449"/>
              <a:gd name="connsiteY2" fmla="*/ 1403350 h 1471385"/>
              <a:gd name="connsiteX3" fmla="*/ 263979 w 1441449"/>
              <a:gd name="connsiteY3" fmla="*/ 1471386 h 1471385"/>
              <a:gd name="connsiteX4" fmla="*/ 0 w 1441449"/>
              <a:gd name="connsiteY4" fmla="*/ 589643 h 147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1449" h="1471385">
                <a:moveTo>
                  <a:pt x="0" y="589643"/>
                </a:moveTo>
                <a:lnTo>
                  <a:pt x="1021443" y="0"/>
                </a:lnTo>
                <a:cubicBezTo>
                  <a:pt x="1268918" y="428651"/>
                  <a:pt x="1412748" y="909223"/>
                  <a:pt x="1441450" y="1403350"/>
                </a:cubicBezTo>
                <a:lnTo>
                  <a:pt x="263979" y="1471386"/>
                </a:lnTo>
                <a:cubicBezTo>
                  <a:pt x="245889" y="1160918"/>
                  <a:pt x="155492" y="858974"/>
                  <a:pt x="0" y="589643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8314D4E3-F4C5-491A-8BDD-FB750F5F23A4}"/>
              </a:ext>
            </a:extLst>
          </p:cNvPr>
          <p:cNvSpPr/>
          <p:nvPr/>
        </p:nvSpPr>
        <p:spPr>
          <a:xfrm>
            <a:off x="3900714" y="900793"/>
            <a:ext cx="1049564" cy="934357"/>
          </a:xfrm>
          <a:custGeom>
            <a:avLst/>
            <a:gdLst>
              <a:gd name="connsiteX0" fmla="*/ 0 w 1049564"/>
              <a:gd name="connsiteY0" fmla="*/ 453571 h 934357"/>
              <a:gd name="connsiteX1" fmla="*/ 785586 w 1049564"/>
              <a:gd name="connsiteY1" fmla="*/ 0 h 934357"/>
              <a:gd name="connsiteX2" fmla="*/ 1049564 w 1049564"/>
              <a:gd name="connsiteY2" fmla="*/ 881743 h 934357"/>
              <a:gd name="connsiteX3" fmla="*/ 144236 w 1049564"/>
              <a:gd name="connsiteY3" fmla="*/ 934357 h 934357"/>
              <a:gd name="connsiteX4" fmla="*/ 0 w 1049564"/>
              <a:gd name="connsiteY4" fmla="*/ 453571 h 934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9564" h="934357">
                <a:moveTo>
                  <a:pt x="0" y="453571"/>
                </a:moveTo>
                <a:lnTo>
                  <a:pt x="785586" y="0"/>
                </a:lnTo>
                <a:cubicBezTo>
                  <a:pt x="941078" y="269332"/>
                  <a:pt x="1031475" y="571275"/>
                  <a:pt x="1049564" y="881743"/>
                </a:cubicBezTo>
                <a:lnTo>
                  <a:pt x="144236" y="934357"/>
                </a:lnTo>
                <a:cubicBezTo>
                  <a:pt x="134268" y="765047"/>
                  <a:pt x="84876" y="600409"/>
                  <a:pt x="0" y="453571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9487A0-4DAD-4C3E-A81B-CE0CAA976453}"/>
              </a:ext>
            </a:extLst>
          </p:cNvPr>
          <p:cNvSpPr txBox="1"/>
          <p:nvPr/>
        </p:nvSpPr>
        <p:spPr>
          <a:xfrm>
            <a:off x="4935038" y="1081859"/>
            <a:ext cx="944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峰值数据速率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EA9D6C-5DD0-4588-AC8F-6B910A3B6F3F}"/>
              </a:ext>
            </a:extLst>
          </p:cNvPr>
          <p:cNvSpPr txBox="1"/>
          <p:nvPr/>
        </p:nvSpPr>
        <p:spPr>
          <a:xfrm>
            <a:off x="4957717" y="1290501"/>
            <a:ext cx="899522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(20 - 100 Gbps)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6A478C-F1E1-4DFF-9D6E-9B43D4F677B4}"/>
              </a:ext>
            </a:extLst>
          </p:cNvPr>
          <p:cNvSpPr txBox="1"/>
          <p:nvPr/>
        </p:nvSpPr>
        <p:spPr>
          <a:xfrm>
            <a:off x="4254681" y="1372144"/>
            <a:ext cx="309879" cy="245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20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948C0D7-B0DD-4DB5-AF77-B6E2FFF400D2}"/>
              </a:ext>
            </a:extLst>
          </p:cNvPr>
          <p:cNvSpPr/>
          <p:nvPr/>
        </p:nvSpPr>
        <p:spPr>
          <a:xfrm>
            <a:off x="4790621" y="1714500"/>
            <a:ext cx="1342498" cy="1441450"/>
          </a:xfrm>
          <a:custGeom>
            <a:avLst/>
            <a:gdLst>
              <a:gd name="connsiteX0" fmla="*/ 159657 w 1342498"/>
              <a:gd name="connsiteY0" fmla="*/ 68036 h 1441450"/>
              <a:gd name="connsiteX1" fmla="*/ 1337129 w 1342498"/>
              <a:gd name="connsiteY1" fmla="*/ 0 h 1441450"/>
              <a:gd name="connsiteX2" fmla="*/ 1083129 w 1342498"/>
              <a:gd name="connsiteY2" fmla="*/ 1441450 h 1441450"/>
              <a:gd name="connsiteX3" fmla="*/ 0 w 1342498"/>
              <a:gd name="connsiteY3" fmla="*/ 974271 h 1441450"/>
              <a:gd name="connsiteX4" fmla="*/ 159657 w 1342498"/>
              <a:gd name="connsiteY4" fmla="*/ 68036 h 144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498" h="1441450">
                <a:moveTo>
                  <a:pt x="159657" y="68036"/>
                </a:moveTo>
                <a:lnTo>
                  <a:pt x="1337129" y="0"/>
                </a:lnTo>
                <a:cubicBezTo>
                  <a:pt x="1365879" y="493708"/>
                  <a:pt x="1278901" y="987306"/>
                  <a:pt x="1083129" y="1441450"/>
                </a:cubicBezTo>
                <a:lnTo>
                  <a:pt x="0" y="974271"/>
                </a:lnTo>
                <a:cubicBezTo>
                  <a:pt x="123085" y="688754"/>
                  <a:pt x="177757" y="378427"/>
                  <a:pt x="159657" y="68036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9ED26DF-27E0-4717-B3AE-1428B27C464D}"/>
              </a:ext>
            </a:extLst>
          </p:cNvPr>
          <p:cNvSpPr/>
          <p:nvPr/>
        </p:nvSpPr>
        <p:spPr>
          <a:xfrm>
            <a:off x="3957864" y="1782535"/>
            <a:ext cx="995799" cy="906235"/>
          </a:xfrm>
          <a:custGeom>
            <a:avLst/>
            <a:gdLst>
              <a:gd name="connsiteX0" fmla="*/ 87086 w 995799"/>
              <a:gd name="connsiteY0" fmla="*/ 52614 h 906235"/>
              <a:gd name="connsiteX1" fmla="*/ 992414 w 995799"/>
              <a:gd name="connsiteY1" fmla="*/ 0 h 906235"/>
              <a:gd name="connsiteX2" fmla="*/ 832757 w 995799"/>
              <a:gd name="connsiteY2" fmla="*/ 906236 h 906235"/>
              <a:gd name="connsiteX3" fmla="*/ 0 w 995799"/>
              <a:gd name="connsiteY3" fmla="*/ 547007 h 906235"/>
              <a:gd name="connsiteX4" fmla="*/ 87086 w 995799"/>
              <a:gd name="connsiteY4" fmla="*/ 52614 h 90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799" h="906235">
                <a:moveTo>
                  <a:pt x="87086" y="52614"/>
                </a:moveTo>
                <a:lnTo>
                  <a:pt x="992414" y="0"/>
                </a:lnTo>
                <a:cubicBezTo>
                  <a:pt x="1010514" y="310391"/>
                  <a:pt x="955842" y="620718"/>
                  <a:pt x="832757" y="906236"/>
                </a:cubicBezTo>
                <a:lnTo>
                  <a:pt x="0" y="547007"/>
                </a:lnTo>
                <a:cubicBezTo>
                  <a:pt x="67150" y="391245"/>
                  <a:pt x="96972" y="221946"/>
                  <a:pt x="87086" y="52614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497330-E6ED-45C2-8353-DD4F7F6FC5D7}"/>
              </a:ext>
            </a:extLst>
          </p:cNvPr>
          <p:cNvSpPr txBox="1"/>
          <p:nvPr/>
        </p:nvSpPr>
        <p:spPr>
          <a:xfrm>
            <a:off x="4762681" y="2261144"/>
            <a:ext cx="1198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 dirty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用户体验数据速率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B95074-9691-4314-AE03-F5DC71EFE4EB}"/>
              </a:ext>
            </a:extLst>
          </p:cNvPr>
          <p:cNvSpPr txBox="1"/>
          <p:nvPr/>
        </p:nvSpPr>
        <p:spPr>
          <a:xfrm>
            <a:off x="4871538" y="2469787"/>
            <a:ext cx="981165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(100 - 300 Mbps)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4E3BBD-F441-4450-A4F5-B096F60EAC48}"/>
              </a:ext>
            </a:extLst>
          </p:cNvPr>
          <p:cNvSpPr txBox="1"/>
          <p:nvPr/>
        </p:nvSpPr>
        <p:spPr>
          <a:xfrm>
            <a:off x="4177574" y="2052501"/>
            <a:ext cx="373379" cy="245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100</a:t>
            </a: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468065D5-274A-4C9D-8785-1BE87B2758A9}"/>
              </a:ext>
            </a:extLst>
          </p:cNvPr>
          <p:cNvSpPr/>
          <p:nvPr/>
        </p:nvSpPr>
        <p:spPr>
          <a:xfrm>
            <a:off x="4240892" y="2688771"/>
            <a:ext cx="1632857" cy="1642835"/>
          </a:xfrm>
          <a:custGeom>
            <a:avLst/>
            <a:gdLst>
              <a:gd name="connsiteX0" fmla="*/ 549729 w 1632857"/>
              <a:gd name="connsiteY0" fmla="*/ 0 h 1642835"/>
              <a:gd name="connsiteX1" fmla="*/ 1632857 w 1632857"/>
              <a:gd name="connsiteY1" fmla="*/ 467179 h 1642835"/>
              <a:gd name="connsiteX2" fmla="*/ 757464 w 1632857"/>
              <a:gd name="connsiteY2" fmla="*/ 1642836 h 1642835"/>
              <a:gd name="connsiteX3" fmla="*/ 0 w 1632857"/>
              <a:gd name="connsiteY3" fmla="*/ 738414 h 1642835"/>
              <a:gd name="connsiteX4" fmla="*/ 549729 w 1632857"/>
              <a:gd name="connsiteY4" fmla="*/ 0 h 1642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2857" h="1642835">
                <a:moveTo>
                  <a:pt x="549729" y="0"/>
                </a:moveTo>
                <a:lnTo>
                  <a:pt x="1632857" y="467179"/>
                </a:lnTo>
                <a:cubicBezTo>
                  <a:pt x="1436751" y="921978"/>
                  <a:pt x="1136965" y="1324592"/>
                  <a:pt x="757464" y="1642836"/>
                </a:cubicBezTo>
                <a:lnTo>
                  <a:pt x="0" y="738414"/>
                </a:lnTo>
                <a:cubicBezTo>
                  <a:pt x="238283" y="538480"/>
                  <a:pt x="426534" y="285615"/>
                  <a:pt x="549729" y="0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011D3AC-5083-4F47-B5F4-D56292160A58}"/>
              </a:ext>
            </a:extLst>
          </p:cNvPr>
          <p:cNvSpPr/>
          <p:nvPr/>
        </p:nvSpPr>
        <p:spPr>
          <a:xfrm>
            <a:off x="3657600" y="2329542"/>
            <a:ext cx="1133021" cy="1097642"/>
          </a:xfrm>
          <a:custGeom>
            <a:avLst/>
            <a:gdLst>
              <a:gd name="connsiteX0" fmla="*/ 300264 w 1133021"/>
              <a:gd name="connsiteY0" fmla="*/ 0 h 1097642"/>
              <a:gd name="connsiteX1" fmla="*/ 1133022 w 1133021"/>
              <a:gd name="connsiteY1" fmla="*/ 359229 h 1097642"/>
              <a:gd name="connsiteX2" fmla="*/ 583293 w 1133021"/>
              <a:gd name="connsiteY2" fmla="*/ 1097643 h 1097642"/>
              <a:gd name="connsiteX3" fmla="*/ 0 w 1133021"/>
              <a:gd name="connsiteY3" fmla="*/ 402771 h 1097642"/>
              <a:gd name="connsiteX4" fmla="*/ 300264 w 1133021"/>
              <a:gd name="connsiteY4" fmla="*/ 0 h 1097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3021" h="1097642">
                <a:moveTo>
                  <a:pt x="300264" y="0"/>
                </a:moveTo>
                <a:lnTo>
                  <a:pt x="1133022" y="359229"/>
                </a:lnTo>
                <a:cubicBezTo>
                  <a:pt x="1009827" y="644844"/>
                  <a:pt x="821576" y="897708"/>
                  <a:pt x="583293" y="1097643"/>
                </a:cubicBezTo>
                <a:lnTo>
                  <a:pt x="0" y="402771"/>
                </a:lnTo>
                <a:cubicBezTo>
                  <a:pt x="130123" y="293762"/>
                  <a:pt x="232949" y="155832"/>
                  <a:pt x="300264" y="0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099768A-8EC6-45FC-8FC7-A1CBF0CC2B1D}"/>
              </a:ext>
            </a:extLst>
          </p:cNvPr>
          <p:cNvSpPr txBox="1"/>
          <p:nvPr/>
        </p:nvSpPr>
        <p:spPr>
          <a:xfrm>
            <a:off x="4517752" y="3259001"/>
            <a:ext cx="690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频谱效率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1BC52B-DD60-487A-AE29-0022895D9E59}"/>
              </a:ext>
            </a:extLst>
          </p:cNvPr>
          <p:cNvSpPr txBox="1"/>
          <p:nvPr/>
        </p:nvSpPr>
        <p:spPr>
          <a:xfrm>
            <a:off x="4540431" y="3467644"/>
            <a:ext cx="645522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(1.5 - 3倍)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E9A3862-F0F1-4D51-90CC-1EB5AB0B9347}"/>
              </a:ext>
            </a:extLst>
          </p:cNvPr>
          <p:cNvSpPr txBox="1"/>
          <p:nvPr/>
        </p:nvSpPr>
        <p:spPr>
          <a:xfrm>
            <a:off x="3923574" y="2687501"/>
            <a:ext cx="246379" cy="245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1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5AD094CC-21BF-4D60-AE82-993CC927C4AC}"/>
              </a:ext>
            </a:extLst>
          </p:cNvPr>
          <p:cNvSpPr/>
          <p:nvPr/>
        </p:nvSpPr>
        <p:spPr>
          <a:xfrm>
            <a:off x="3418114" y="3427185"/>
            <a:ext cx="1580242" cy="1561192"/>
          </a:xfrm>
          <a:custGeom>
            <a:avLst/>
            <a:gdLst>
              <a:gd name="connsiteX0" fmla="*/ 822779 w 1580242"/>
              <a:gd name="connsiteY0" fmla="*/ 0 h 1561192"/>
              <a:gd name="connsiteX1" fmla="*/ 1580243 w 1580242"/>
              <a:gd name="connsiteY1" fmla="*/ 904422 h 1561192"/>
              <a:gd name="connsiteX2" fmla="*/ 271236 w 1580242"/>
              <a:gd name="connsiteY2" fmla="*/ 1561193 h 1561192"/>
              <a:gd name="connsiteX3" fmla="*/ 0 w 1580242"/>
              <a:gd name="connsiteY3" fmla="*/ 413657 h 1561192"/>
              <a:gd name="connsiteX4" fmla="*/ 822779 w 1580242"/>
              <a:gd name="connsiteY4" fmla="*/ 0 h 15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0242" h="1561192">
                <a:moveTo>
                  <a:pt x="822779" y="0"/>
                </a:moveTo>
                <a:lnTo>
                  <a:pt x="1580243" y="904422"/>
                </a:lnTo>
                <a:cubicBezTo>
                  <a:pt x="1201051" y="1222363"/>
                  <a:pt x="752791" y="1447270"/>
                  <a:pt x="271236" y="1561193"/>
                </a:cubicBezTo>
                <a:lnTo>
                  <a:pt x="0" y="413657"/>
                </a:lnTo>
                <a:cubicBezTo>
                  <a:pt x="302757" y="341800"/>
                  <a:pt x="584518" y="200143"/>
                  <a:pt x="822779" y="0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DFDFDA76-640D-4831-8DE4-518A649A5254}"/>
              </a:ext>
            </a:extLst>
          </p:cNvPr>
          <p:cNvSpPr/>
          <p:nvPr/>
        </p:nvSpPr>
        <p:spPr>
          <a:xfrm>
            <a:off x="3209471" y="2732314"/>
            <a:ext cx="1031421" cy="1108528"/>
          </a:xfrm>
          <a:custGeom>
            <a:avLst/>
            <a:gdLst>
              <a:gd name="connsiteX0" fmla="*/ 448129 w 1031421"/>
              <a:gd name="connsiteY0" fmla="*/ 0 h 1108528"/>
              <a:gd name="connsiteX1" fmla="*/ 1031421 w 1031421"/>
              <a:gd name="connsiteY1" fmla="*/ 694871 h 1108528"/>
              <a:gd name="connsiteX2" fmla="*/ 208643 w 1031421"/>
              <a:gd name="connsiteY2" fmla="*/ 1108529 h 1108528"/>
              <a:gd name="connsiteX3" fmla="*/ 0 w 1031421"/>
              <a:gd name="connsiteY3" fmla="*/ 225879 h 1108528"/>
              <a:gd name="connsiteX4" fmla="*/ 448129 w 1031421"/>
              <a:gd name="connsiteY4" fmla="*/ 0 h 1108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421" h="1108528">
                <a:moveTo>
                  <a:pt x="448129" y="0"/>
                </a:moveTo>
                <a:lnTo>
                  <a:pt x="1031421" y="694871"/>
                </a:lnTo>
                <a:cubicBezTo>
                  <a:pt x="793161" y="895015"/>
                  <a:pt x="511400" y="1036671"/>
                  <a:pt x="208643" y="1108529"/>
                </a:cubicBezTo>
                <a:lnTo>
                  <a:pt x="0" y="225879"/>
                </a:lnTo>
                <a:cubicBezTo>
                  <a:pt x="164930" y="186515"/>
                  <a:pt x="318383" y="109167"/>
                  <a:pt x="448129" y="0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506A49A-85E3-49B5-BA8D-66966CA24F0A}"/>
              </a:ext>
            </a:extLst>
          </p:cNvPr>
          <p:cNvSpPr txBox="1"/>
          <p:nvPr/>
        </p:nvSpPr>
        <p:spPr>
          <a:xfrm>
            <a:off x="3792038" y="3939358"/>
            <a:ext cx="690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区域业务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A7E5100-F236-4825-BF85-DC171CEB12F6}"/>
              </a:ext>
            </a:extLst>
          </p:cNvPr>
          <p:cNvSpPr txBox="1"/>
          <p:nvPr/>
        </p:nvSpPr>
        <p:spPr>
          <a:xfrm>
            <a:off x="3919038" y="4120787"/>
            <a:ext cx="436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容量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D6C6E8B-728C-430E-A9C4-C14B88D825C4}"/>
              </a:ext>
            </a:extLst>
          </p:cNvPr>
          <p:cNvSpPr txBox="1"/>
          <p:nvPr/>
        </p:nvSpPr>
        <p:spPr>
          <a:xfrm>
            <a:off x="3855538" y="4329430"/>
            <a:ext cx="563879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 dirty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(3 - 5倍)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05775E4-C023-433B-BF23-18E16F750F40}"/>
              </a:ext>
            </a:extLst>
          </p:cNvPr>
          <p:cNvSpPr txBox="1"/>
          <p:nvPr/>
        </p:nvSpPr>
        <p:spPr>
          <a:xfrm>
            <a:off x="3470003" y="3005001"/>
            <a:ext cx="246379" cy="245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1</a:t>
            </a: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C793E38E-EC6D-46D9-94C8-F6EB46760EAE}"/>
              </a:ext>
            </a:extLst>
          </p:cNvPr>
          <p:cNvSpPr/>
          <p:nvPr/>
        </p:nvSpPr>
        <p:spPr>
          <a:xfrm>
            <a:off x="2227036" y="3840842"/>
            <a:ext cx="1462314" cy="1232869"/>
          </a:xfrm>
          <a:custGeom>
            <a:avLst/>
            <a:gdLst>
              <a:gd name="connsiteX0" fmla="*/ 1191079 w 1462314"/>
              <a:gd name="connsiteY0" fmla="*/ 0 h 1232869"/>
              <a:gd name="connsiteX1" fmla="*/ 1462314 w 1462314"/>
              <a:gd name="connsiteY1" fmla="*/ 1147536 h 1232869"/>
              <a:gd name="connsiteX2" fmla="*/ 0 w 1462314"/>
              <a:gd name="connsiteY2" fmla="*/ 1147536 h 1232869"/>
              <a:gd name="connsiteX3" fmla="*/ 271236 w 1462314"/>
              <a:gd name="connsiteY3" fmla="*/ 0 h 1232869"/>
              <a:gd name="connsiteX4" fmla="*/ 1191079 w 1462314"/>
              <a:gd name="connsiteY4" fmla="*/ 0 h 123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2314" h="1232869">
                <a:moveTo>
                  <a:pt x="1191079" y="0"/>
                </a:moveTo>
                <a:lnTo>
                  <a:pt x="1462314" y="1147536"/>
                </a:lnTo>
                <a:cubicBezTo>
                  <a:pt x="981516" y="1261315"/>
                  <a:pt x="480798" y="1261315"/>
                  <a:pt x="0" y="1147536"/>
                </a:cubicBezTo>
                <a:lnTo>
                  <a:pt x="271236" y="0"/>
                </a:lnTo>
                <a:cubicBezTo>
                  <a:pt x="573667" y="71625"/>
                  <a:pt x="888647" y="71625"/>
                  <a:pt x="1191079" y="0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2AA5C8B-5C66-478B-821A-5F58F20241FF}"/>
              </a:ext>
            </a:extLst>
          </p:cNvPr>
          <p:cNvSpPr/>
          <p:nvPr/>
        </p:nvSpPr>
        <p:spPr>
          <a:xfrm>
            <a:off x="2498272" y="2958192"/>
            <a:ext cx="919842" cy="936368"/>
          </a:xfrm>
          <a:custGeom>
            <a:avLst/>
            <a:gdLst>
              <a:gd name="connsiteX0" fmla="*/ 711200 w 919842"/>
              <a:gd name="connsiteY0" fmla="*/ 0 h 936368"/>
              <a:gd name="connsiteX1" fmla="*/ 919843 w 919842"/>
              <a:gd name="connsiteY1" fmla="*/ 882650 h 936368"/>
              <a:gd name="connsiteX2" fmla="*/ 0 w 919842"/>
              <a:gd name="connsiteY2" fmla="*/ 882650 h 936368"/>
              <a:gd name="connsiteX3" fmla="*/ 208643 w 919842"/>
              <a:gd name="connsiteY3" fmla="*/ 0 h 936368"/>
              <a:gd name="connsiteX4" fmla="*/ 711200 w 919842"/>
              <a:gd name="connsiteY4" fmla="*/ 0 h 93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9842" h="936368">
                <a:moveTo>
                  <a:pt x="711200" y="0"/>
                </a:moveTo>
                <a:lnTo>
                  <a:pt x="919843" y="882650"/>
                </a:lnTo>
                <a:cubicBezTo>
                  <a:pt x="617411" y="954275"/>
                  <a:pt x="302431" y="954275"/>
                  <a:pt x="0" y="882650"/>
                </a:cubicBezTo>
                <a:lnTo>
                  <a:pt x="208643" y="0"/>
                </a:lnTo>
                <a:cubicBezTo>
                  <a:pt x="373869" y="39198"/>
                  <a:pt x="545974" y="39198"/>
                  <a:pt x="711200" y="0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E156BDD-AD2E-4CBB-9BD6-F0BF4BF5D3ED}"/>
              </a:ext>
            </a:extLst>
          </p:cNvPr>
          <p:cNvSpPr txBox="1"/>
          <p:nvPr/>
        </p:nvSpPr>
        <p:spPr>
          <a:xfrm>
            <a:off x="2612754" y="4256858"/>
            <a:ext cx="690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连接密度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691103-D85D-4F2A-BE53-719CFCD1CD3E}"/>
              </a:ext>
            </a:extLst>
          </p:cNvPr>
          <p:cNvSpPr txBox="1"/>
          <p:nvPr/>
        </p:nvSpPr>
        <p:spPr>
          <a:xfrm>
            <a:off x="2644504" y="4465501"/>
            <a:ext cx="627379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(10</a:t>
            </a:r>
            <a:r>
              <a:rPr lang="zh-CN" altLang="en-US" sz="857" spc="0" baseline="0">
                <a:solidFill>
                  <a:srgbClr val="555555"/>
                </a:solidFill>
                <a:latin typeface="MS Gothic"/>
                <a:ea typeface="MS Gothic"/>
                <a:sym typeface="MS Gothic"/>
                <a:rtl val="0"/>
              </a:rPr>
              <a:t>⁶</a:t>
            </a:r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 - 10⁸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6C0FB50-1B2B-487A-BCCB-5FBD07ED659A}"/>
              </a:ext>
            </a:extLst>
          </p:cNvPr>
          <p:cNvSpPr txBox="1"/>
          <p:nvPr/>
        </p:nvSpPr>
        <p:spPr>
          <a:xfrm>
            <a:off x="2558325" y="4601572"/>
            <a:ext cx="799737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devices/km²)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4C474C-C62E-442B-BB33-717934DE3451}"/>
              </a:ext>
            </a:extLst>
          </p:cNvPr>
          <p:cNvSpPr txBox="1"/>
          <p:nvPr/>
        </p:nvSpPr>
        <p:spPr>
          <a:xfrm>
            <a:off x="2776039" y="3186430"/>
            <a:ext cx="364308" cy="245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10</a:t>
            </a:r>
            <a:r>
              <a:rPr lang="zh-CN" altLang="en-US" sz="857" spc="0" baseline="0">
                <a:solidFill>
                  <a:srgbClr val="666666"/>
                </a:solidFill>
                <a:latin typeface="MS Gothic"/>
                <a:ea typeface="MS Gothic"/>
                <a:sym typeface="MS Gothic"/>
                <a:rtl val="0"/>
              </a:rPr>
              <a:t>⁶</a:t>
            </a:r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DB1F4AE3-F4F4-40B1-B600-3EA008EC5BB3}"/>
              </a:ext>
            </a:extLst>
          </p:cNvPr>
          <p:cNvSpPr/>
          <p:nvPr/>
        </p:nvSpPr>
        <p:spPr>
          <a:xfrm>
            <a:off x="918029" y="3427185"/>
            <a:ext cx="1580242" cy="1561192"/>
          </a:xfrm>
          <a:custGeom>
            <a:avLst/>
            <a:gdLst>
              <a:gd name="connsiteX0" fmla="*/ 1580243 w 1580242"/>
              <a:gd name="connsiteY0" fmla="*/ 413657 h 1561192"/>
              <a:gd name="connsiteX1" fmla="*/ 1309007 w 1580242"/>
              <a:gd name="connsiteY1" fmla="*/ 1561193 h 1561192"/>
              <a:gd name="connsiteX2" fmla="*/ 0 w 1580242"/>
              <a:gd name="connsiteY2" fmla="*/ 904422 h 1561192"/>
              <a:gd name="connsiteX3" fmla="*/ 757464 w 1580242"/>
              <a:gd name="connsiteY3" fmla="*/ 0 h 1561192"/>
              <a:gd name="connsiteX4" fmla="*/ 1580243 w 1580242"/>
              <a:gd name="connsiteY4" fmla="*/ 413657 h 15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0242" h="1561192">
                <a:moveTo>
                  <a:pt x="1580243" y="413657"/>
                </a:moveTo>
                <a:lnTo>
                  <a:pt x="1309007" y="1561193"/>
                </a:lnTo>
                <a:cubicBezTo>
                  <a:pt x="827452" y="1447270"/>
                  <a:pt x="379192" y="1222363"/>
                  <a:pt x="0" y="904422"/>
                </a:cubicBezTo>
                <a:lnTo>
                  <a:pt x="757464" y="0"/>
                </a:lnTo>
                <a:cubicBezTo>
                  <a:pt x="995725" y="200143"/>
                  <a:pt x="1277485" y="341800"/>
                  <a:pt x="1580243" y="413657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B9F67295-4784-45B6-837D-0B480B7980F7}"/>
              </a:ext>
            </a:extLst>
          </p:cNvPr>
          <p:cNvSpPr/>
          <p:nvPr/>
        </p:nvSpPr>
        <p:spPr>
          <a:xfrm>
            <a:off x="1675494" y="2732314"/>
            <a:ext cx="1031421" cy="1108528"/>
          </a:xfrm>
          <a:custGeom>
            <a:avLst/>
            <a:gdLst>
              <a:gd name="connsiteX0" fmla="*/ 1031421 w 1031421"/>
              <a:gd name="connsiteY0" fmla="*/ 225879 h 1108528"/>
              <a:gd name="connsiteX1" fmla="*/ 822779 w 1031421"/>
              <a:gd name="connsiteY1" fmla="*/ 1108529 h 1108528"/>
              <a:gd name="connsiteX2" fmla="*/ 0 w 1031421"/>
              <a:gd name="connsiteY2" fmla="*/ 694871 h 1108528"/>
              <a:gd name="connsiteX3" fmla="*/ 583293 w 1031421"/>
              <a:gd name="connsiteY3" fmla="*/ 0 h 1108528"/>
              <a:gd name="connsiteX4" fmla="*/ 1031421 w 1031421"/>
              <a:gd name="connsiteY4" fmla="*/ 225879 h 1108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421" h="1108528">
                <a:moveTo>
                  <a:pt x="1031421" y="225879"/>
                </a:moveTo>
                <a:lnTo>
                  <a:pt x="822779" y="1108529"/>
                </a:lnTo>
                <a:cubicBezTo>
                  <a:pt x="520021" y="1036671"/>
                  <a:pt x="238261" y="895015"/>
                  <a:pt x="0" y="694871"/>
                </a:cubicBezTo>
                <a:lnTo>
                  <a:pt x="583293" y="0"/>
                </a:lnTo>
                <a:cubicBezTo>
                  <a:pt x="713038" y="109167"/>
                  <a:pt x="866492" y="186515"/>
                  <a:pt x="1031421" y="225879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26424B3-013B-4C7E-80C5-9AE574029FBC}"/>
              </a:ext>
            </a:extLst>
          </p:cNvPr>
          <p:cNvSpPr txBox="1"/>
          <p:nvPr/>
        </p:nvSpPr>
        <p:spPr>
          <a:xfrm>
            <a:off x="1496968" y="3939358"/>
            <a:ext cx="563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移动性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299EE3-6F0C-46A6-85D5-89279C7619BD}"/>
              </a:ext>
            </a:extLst>
          </p:cNvPr>
          <p:cNvSpPr txBox="1"/>
          <p:nvPr/>
        </p:nvSpPr>
        <p:spPr>
          <a:xfrm>
            <a:off x="1415325" y="4148001"/>
            <a:ext cx="727165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(500 - 1,000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63FB4A-09B2-4BF1-A097-44281D56375E}"/>
              </a:ext>
            </a:extLst>
          </p:cNvPr>
          <p:cNvSpPr txBox="1"/>
          <p:nvPr/>
        </p:nvSpPr>
        <p:spPr>
          <a:xfrm>
            <a:off x="1542325" y="4284072"/>
            <a:ext cx="473165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km/h)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3C489D3-87AD-4CA6-B16B-587D3A41E2E8}"/>
              </a:ext>
            </a:extLst>
          </p:cNvPr>
          <p:cNvSpPr txBox="1"/>
          <p:nvPr/>
        </p:nvSpPr>
        <p:spPr>
          <a:xfrm>
            <a:off x="2136504" y="3005001"/>
            <a:ext cx="373379" cy="245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500</a:t>
            </a: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34B6DD6-F7B0-454F-989E-7FF1C006F031}"/>
              </a:ext>
            </a:extLst>
          </p:cNvPr>
          <p:cNvSpPr/>
          <p:nvPr/>
        </p:nvSpPr>
        <p:spPr>
          <a:xfrm>
            <a:off x="42636" y="2688771"/>
            <a:ext cx="1632857" cy="1642835"/>
          </a:xfrm>
          <a:custGeom>
            <a:avLst/>
            <a:gdLst>
              <a:gd name="connsiteX0" fmla="*/ 1632857 w 1632857"/>
              <a:gd name="connsiteY0" fmla="*/ 738414 h 1642835"/>
              <a:gd name="connsiteX1" fmla="*/ 875393 w 1632857"/>
              <a:gd name="connsiteY1" fmla="*/ 1642836 h 1642835"/>
              <a:gd name="connsiteX2" fmla="*/ 0 w 1632857"/>
              <a:gd name="connsiteY2" fmla="*/ 467179 h 1642835"/>
              <a:gd name="connsiteX3" fmla="*/ 1083129 w 1632857"/>
              <a:gd name="connsiteY3" fmla="*/ 0 h 1642835"/>
              <a:gd name="connsiteX4" fmla="*/ 1632857 w 1632857"/>
              <a:gd name="connsiteY4" fmla="*/ 738414 h 1642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2857" h="1642835">
                <a:moveTo>
                  <a:pt x="1632857" y="738414"/>
                </a:moveTo>
                <a:lnTo>
                  <a:pt x="875393" y="1642836"/>
                </a:lnTo>
                <a:cubicBezTo>
                  <a:pt x="495892" y="1324592"/>
                  <a:pt x="196107" y="921978"/>
                  <a:pt x="0" y="467179"/>
                </a:cubicBezTo>
                <a:lnTo>
                  <a:pt x="1083129" y="0"/>
                </a:lnTo>
                <a:cubicBezTo>
                  <a:pt x="1206323" y="285615"/>
                  <a:pt x="1394574" y="538480"/>
                  <a:pt x="1632857" y="738414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50BB7129-BBBB-4CDC-9EC4-3AF880D63076}"/>
              </a:ext>
            </a:extLst>
          </p:cNvPr>
          <p:cNvSpPr/>
          <p:nvPr/>
        </p:nvSpPr>
        <p:spPr>
          <a:xfrm>
            <a:off x="1125765" y="2329542"/>
            <a:ext cx="1133021" cy="1097642"/>
          </a:xfrm>
          <a:custGeom>
            <a:avLst/>
            <a:gdLst>
              <a:gd name="connsiteX0" fmla="*/ 1133022 w 1133021"/>
              <a:gd name="connsiteY0" fmla="*/ 402771 h 1097642"/>
              <a:gd name="connsiteX1" fmla="*/ 549729 w 1133021"/>
              <a:gd name="connsiteY1" fmla="*/ 1097643 h 1097642"/>
              <a:gd name="connsiteX2" fmla="*/ 0 w 1133021"/>
              <a:gd name="connsiteY2" fmla="*/ 359229 h 1097642"/>
              <a:gd name="connsiteX3" fmla="*/ 832757 w 1133021"/>
              <a:gd name="connsiteY3" fmla="*/ 0 h 1097642"/>
              <a:gd name="connsiteX4" fmla="*/ 1133022 w 1133021"/>
              <a:gd name="connsiteY4" fmla="*/ 402771 h 1097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3021" h="1097642">
                <a:moveTo>
                  <a:pt x="1133022" y="402771"/>
                </a:moveTo>
                <a:lnTo>
                  <a:pt x="549729" y="1097643"/>
                </a:lnTo>
                <a:cubicBezTo>
                  <a:pt x="311445" y="897708"/>
                  <a:pt x="123195" y="644844"/>
                  <a:pt x="0" y="359229"/>
                </a:cubicBezTo>
                <a:lnTo>
                  <a:pt x="832757" y="0"/>
                </a:lnTo>
                <a:cubicBezTo>
                  <a:pt x="900073" y="155832"/>
                  <a:pt x="1002899" y="293762"/>
                  <a:pt x="1133022" y="402771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7B05A21-BE8A-460B-9B0D-DE6815F428CE}"/>
              </a:ext>
            </a:extLst>
          </p:cNvPr>
          <p:cNvSpPr txBox="1"/>
          <p:nvPr/>
        </p:nvSpPr>
        <p:spPr>
          <a:xfrm>
            <a:off x="834754" y="3259001"/>
            <a:ext cx="436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时延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3BEDEA9-9D0F-4C5E-B55E-0C166F2D47E3}"/>
              </a:ext>
            </a:extLst>
          </p:cNvPr>
          <p:cNvSpPr txBox="1"/>
          <p:nvPr/>
        </p:nvSpPr>
        <p:spPr>
          <a:xfrm>
            <a:off x="698682" y="3467644"/>
            <a:ext cx="709022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(0.1 - 1 ms)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7FCC7C6-AE0A-45A1-BC5C-7D602382964A}"/>
              </a:ext>
            </a:extLst>
          </p:cNvPr>
          <p:cNvSpPr txBox="1"/>
          <p:nvPr/>
        </p:nvSpPr>
        <p:spPr>
          <a:xfrm>
            <a:off x="1746432" y="2687501"/>
            <a:ext cx="246379" cy="245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1</a:t>
            </a: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B2197285-2731-40EC-AE08-FED318AF351E}"/>
              </a:ext>
            </a:extLst>
          </p:cNvPr>
          <p:cNvSpPr/>
          <p:nvPr/>
        </p:nvSpPr>
        <p:spPr>
          <a:xfrm>
            <a:off x="-216734" y="1714500"/>
            <a:ext cx="1342498" cy="1441449"/>
          </a:xfrm>
          <a:custGeom>
            <a:avLst/>
            <a:gdLst>
              <a:gd name="connsiteX0" fmla="*/ 1342499 w 1342498"/>
              <a:gd name="connsiteY0" fmla="*/ 974271 h 1441449"/>
              <a:gd name="connsiteX1" fmla="*/ 259370 w 1342498"/>
              <a:gd name="connsiteY1" fmla="*/ 1441450 h 1441449"/>
              <a:gd name="connsiteX2" fmla="*/ 5370 w 1342498"/>
              <a:gd name="connsiteY2" fmla="*/ 0 h 1441449"/>
              <a:gd name="connsiteX3" fmla="*/ 1182842 w 1342498"/>
              <a:gd name="connsiteY3" fmla="*/ 68036 h 1441449"/>
              <a:gd name="connsiteX4" fmla="*/ 1342499 w 1342498"/>
              <a:gd name="connsiteY4" fmla="*/ 974271 h 1441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498" h="1441449">
                <a:moveTo>
                  <a:pt x="1342499" y="974271"/>
                </a:moveTo>
                <a:lnTo>
                  <a:pt x="259370" y="1441450"/>
                </a:lnTo>
                <a:cubicBezTo>
                  <a:pt x="63598" y="987306"/>
                  <a:pt x="-23380" y="493708"/>
                  <a:pt x="5370" y="0"/>
                </a:cubicBezTo>
                <a:lnTo>
                  <a:pt x="1182842" y="68036"/>
                </a:lnTo>
                <a:cubicBezTo>
                  <a:pt x="1164742" y="378427"/>
                  <a:pt x="1219414" y="688754"/>
                  <a:pt x="1342499" y="974271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CBE287B0-D04F-4AF8-8A2B-AA6B91E44CB3}"/>
              </a:ext>
            </a:extLst>
          </p:cNvPr>
          <p:cNvSpPr/>
          <p:nvPr/>
        </p:nvSpPr>
        <p:spPr>
          <a:xfrm>
            <a:off x="962723" y="1782535"/>
            <a:ext cx="995799" cy="906235"/>
          </a:xfrm>
          <a:custGeom>
            <a:avLst/>
            <a:gdLst>
              <a:gd name="connsiteX0" fmla="*/ 995799 w 995799"/>
              <a:gd name="connsiteY0" fmla="*/ 547007 h 906235"/>
              <a:gd name="connsiteX1" fmla="*/ 163042 w 995799"/>
              <a:gd name="connsiteY1" fmla="*/ 906236 h 906235"/>
              <a:gd name="connsiteX2" fmla="*/ 3385 w 995799"/>
              <a:gd name="connsiteY2" fmla="*/ 0 h 906235"/>
              <a:gd name="connsiteX3" fmla="*/ 908713 w 995799"/>
              <a:gd name="connsiteY3" fmla="*/ 52614 h 906235"/>
              <a:gd name="connsiteX4" fmla="*/ 995799 w 995799"/>
              <a:gd name="connsiteY4" fmla="*/ 547007 h 90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799" h="906235">
                <a:moveTo>
                  <a:pt x="995799" y="547007"/>
                </a:moveTo>
                <a:lnTo>
                  <a:pt x="163042" y="906236"/>
                </a:lnTo>
                <a:cubicBezTo>
                  <a:pt x="39957" y="620718"/>
                  <a:pt x="-14715" y="310391"/>
                  <a:pt x="3385" y="0"/>
                </a:cubicBezTo>
                <a:lnTo>
                  <a:pt x="908713" y="52614"/>
                </a:lnTo>
                <a:cubicBezTo>
                  <a:pt x="898828" y="221946"/>
                  <a:pt x="928649" y="391245"/>
                  <a:pt x="995799" y="547007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380EF4B-6F4C-4FCD-8B55-35097D5F271A}"/>
              </a:ext>
            </a:extLst>
          </p:cNvPr>
          <p:cNvSpPr txBox="1"/>
          <p:nvPr/>
        </p:nvSpPr>
        <p:spPr>
          <a:xfrm>
            <a:off x="272325" y="2261144"/>
            <a:ext cx="563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可靠性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CFEB56D-3C85-4307-BBD2-814E99C413C5}"/>
              </a:ext>
            </a:extLst>
          </p:cNvPr>
          <p:cNvSpPr txBox="1"/>
          <p:nvPr/>
        </p:nvSpPr>
        <p:spPr>
          <a:xfrm>
            <a:off x="95432" y="2469787"/>
            <a:ext cx="917665" cy="236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(1-10</a:t>
            </a:r>
            <a:r>
              <a:rPr lang="zh-CN" altLang="en-US" sz="786" spc="0" baseline="0">
                <a:solidFill>
                  <a:srgbClr val="555555"/>
                </a:solidFill>
                <a:latin typeface="Cambria Math"/>
                <a:ea typeface="微软雅黑"/>
                <a:sym typeface="Cambria Math"/>
                <a:rtl val="0"/>
              </a:rPr>
              <a:t>⁻</a:t>
            </a:r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⁵ - 1-10</a:t>
            </a:r>
            <a:r>
              <a:rPr lang="zh-CN" altLang="en-US" sz="786" spc="0" baseline="0">
                <a:solidFill>
                  <a:srgbClr val="555555"/>
                </a:solidFill>
                <a:latin typeface="Cambria Math"/>
                <a:ea typeface="微软雅黑"/>
                <a:sym typeface="Cambria Math"/>
                <a:rtl val="0"/>
              </a:rPr>
              <a:t>⁻</a:t>
            </a:r>
            <a:r>
              <a:rPr lang="zh-CN" altLang="en-US" sz="786" spc="0" baseline="0">
                <a:solidFill>
                  <a:srgbClr val="555555"/>
                </a:solidFill>
                <a:latin typeface="微软雅黑"/>
                <a:ea typeface="微软雅黑"/>
                <a:sym typeface="微软雅黑"/>
                <a:rtl val="0"/>
              </a:rPr>
              <a:t>⁷)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B2191B8-C002-44B1-887B-0D05328C6668}"/>
              </a:ext>
            </a:extLst>
          </p:cNvPr>
          <p:cNvSpPr txBox="1"/>
          <p:nvPr/>
        </p:nvSpPr>
        <p:spPr>
          <a:xfrm>
            <a:off x="1301932" y="2052501"/>
            <a:ext cx="500380" cy="245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1-10</a:t>
            </a:r>
            <a:r>
              <a:rPr lang="zh-CN" altLang="en-US" sz="786" spc="0" baseline="0">
                <a:solidFill>
                  <a:srgbClr val="666666"/>
                </a:solidFill>
                <a:latin typeface="Cambria Math"/>
                <a:ea typeface="微软雅黑"/>
                <a:sym typeface="Cambria Math"/>
                <a:rtl val="0"/>
              </a:rPr>
              <a:t>⁻</a:t>
            </a:r>
            <a:r>
              <a:rPr lang="zh-CN" altLang="en-US" sz="857" spc="0" baseline="0">
                <a:solidFill>
                  <a:srgbClr val="666666"/>
                </a:solidFill>
                <a:latin typeface="微软雅黑"/>
                <a:ea typeface="微软雅黑"/>
                <a:sym typeface="微软雅黑"/>
                <a:rtl val="0"/>
              </a:rPr>
              <a:t>⁵</a:t>
            </a: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755E83C7-F5CF-42FF-8F7D-C786141698A0}"/>
              </a:ext>
            </a:extLst>
          </p:cNvPr>
          <p:cNvSpPr/>
          <p:nvPr/>
        </p:nvSpPr>
        <p:spPr>
          <a:xfrm>
            <a:off x="-211364" y="311151"/>
            <a:ext cx="1441449" cy="1471385"/>
          </a:xfrm>
          <a:custGeom>
            <a:avLst/>
            <a:gdLst>
              <a:gd name="connsiteX0" fmla="*/ 1177471 w 1441449"/>
              <a:gd name="connsiteY0" fmla="*/ 1471386 h 1471385"/>
              <a:gd name="connsiteX1" fmla="*/ 0 w 1441449"/>
              <a:gd name="connsiteY1" fmla="*/ 1403350 h 1471385"/>
              <a:gd name="connsiteX2" fmla="*/ 420007 w 1441449"/>
              <a:gd name="connsiteY2" fmla="*/ 0 h 1471385"/>
              <a:gd name="connsiteX3" fmla="*/ 1441450 w 1441449"/>
              <a:gd name="connsiteY3" fmla="*/ 589643 h 1471385"/>
              <a:gd name="connsiteX4" fmla="*/ 1177471 w 1441449"/>
              <a:gd name="connsiteY4" fmla="*/ 1471386 h 147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1449" h="1471385">
                <a:moveTo>
                  <a:pt x="1177471" y="1471386"/>
                </a:moveTo>
                <a:lnTo>
                  <a:pt x="0" y="1403350"/>
                </a:lnTo>
                <a:cubicBezTo>
                  <a:pt x="28703" y="909223"/>
                  <a:pt x="172533" y="428651"/>
                  <a:pt x="420007" y="0"/>
                </a:cubicBezTo>
                <a:lnTo>
                  <a:pt x="1441450" y="589643"/>
                </a:lnTo>
                <a:cubicBezTo>
                  <a:pt x="1285958" y="858974"/>
                  <a:pt x="1195561" y="1160918"/>
                  <a:pt x="1177471" y="1471386"/>
                </a:cubicBezTo>
                <a:close/>
              </a:path>
            </a:pathLst>
          </a:custGeom>
          <a:solidFill>
            <a:srgbClr val="C9EDB3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8E2A1C91-EA27-4107-81D2-C4B04ED0A6D5}"/>
              </a:ext>
            </a:extLst>
          </p:cNvPr>
          <p:cNvSpPr/>
          <p:nvPr/>
        </p:nvSpPr>
        <p:spPr>
          <a:xfrm>
            <a:off x="966108" y="900793"/>
            <a:ext cx="1049564" cy="934357"/>
          </a:xfrm>
          <a:custGeom>
            <a:avLst/>
            <a:gdLst>
              <a:gd name="connsiteX0" fmla="*/ 905329 w 1049564"/>
              <a:gd name="connsiteY0" fmla="*/ 934357 h 934357"/>
              <a:gd name="connsiteX1" fmla="*/ 0 w 1049564"/>
              <a:gd name="connsiteY1" fmla="*/ 881743 h 934357"/>
              <a:gd name="connsiteX2" fmla="*/ 263979 w 1049564"/>
              <a:gd name="connsiteY2" fmla="*/ 0 h 934357"/>
              <a:gd name="connsiteX3" fmla="*/ 1049564 w 1049564"/>
              <a:gd name="connsiteY3" fmla="*/ 453571 h 934357"/>
              <a:gd name="connsiteX4" fmla="*/ 905329 w 1049564"/>
              <a:gd name="connsiteY4" fmla="*/ 934357 h 934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9564" h="934357">
                <a:moveTo>
                  <a:pt x="905329" y="934357"/>
                </a:moveTo>
                <a:lnTo>
                  <a:pt x="0" y="881743"/>
                </a:lnTo>
                <a:cubicBezTo>
                  <a:pt x="18089" y="571275"/>
                  <a:pt x="108486" y="269332"/>
                  <a:pt x="263979" y="0"/>
                </a:cubicBezTo>
                <a:lnTo>
                  <a:pt x="1049564" y="453571"/>
                </a:lnTo>
                <a:cubicBezTo>
                  <a:pt x="964688" y="600409"/>
                  <a:pt x="915297" y="765047"/>
                  <a:pt x="905329" y="934357"/>
                </a:cubicBezTo>
                <a:close/>
              </a:path>
            </a:pathLst>
          </a:custGeom>
          <a:solidFill>
            <a:srgbClr val="E6F7DE"/>
          </a:solidFill>
          <a:ln w="18143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DBE3D4F-B872-4C37-83F8-4C4D7EABBFE5}"/>
              </a:ext>
            </a:extLst>
          </p:cNvPr>
          <p:cNvSpPr txBox="1"/>
          <p:nvPr/>
        </p:nvSpPr>
        <p:spPr>
          <a:xfrm>
            <a:off x="109039" y="1081859"/>
            <a:ext cx="799737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 dirty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安全, 隐私,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FB87699-1D51-4F02-9FFD-121AE5E15A51}"/>
              </a:ext>
            </a:extLst>
          </p:cNvPr>
          <p:cNvSpPr txBox="1"/>
          <p:nvPr/>
        </p:nvSpPr>
        <p:spPr>
          <a:xfrm>
            <a:off x="226968" y="1263287"/>
            <a:ext cx="563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444444"/>
                </a:solidFill>
                <a:latin typeface="微软雅黑"/>
                <a:ea typeface="微软雅黑"/>
                <a:sym typeface="微软雅黑"/>
                <a:rtl val="0"/>
              </a:rPr>
              <a:t>和弹性</a:t>
            </a:r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92EA6490-5769-4F5C-8600-9775EA22FC40}"/>
              </a:ext>
            </a:extLst>
          </p:cNvPr>
          <p:cNvSpPr/>
          <p:nvPr/>
        </p:nvSpPr>
        <p:spPr>
          <a:xfrm>
            <a:off x="1869622" y="810079"/>
            <a:ext cx="2177142" cy="2177142"/>
          </a:xfrm>
          <a:custGeom>
            <a:avLst/>
            <a:gdLst>
              <a:gd name="connsiteX0" fmla="*/ 2177143 w 2177142"/>
              <a:gd name="connsiteY0" fmla="*/ 1088571 h 2177142"/>
              <a:gd name="connsiteX1" fmla="*/ 1088571 w 2177142"/>
              <a:gd name="connsiteY1" fmla="*/ 2177143 h 2177142"/>
              <a:gd name="connsiteX2" fmla="*/ 0 w 2177142"/>
              <a:gd name="connsiteY2" fmla="*/ 1088571 h 2177142"/>
              <a:gd name="connsiteX3" fmla="*/ 1088571 w 2177142"/>
              <a:gd name="connsiteY3" fmla="*/ 0 h 2177142"/>
              <a:gd name="connsiteX4" fmla="*/ 2177143 w 2177142"/>
              <a:gd name="connsiteY4" fmla="*/ 1088571 h 21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7142" h="2177142">
                <a:moveTo>
                  <a:pt x="2177143" y="1088571"/>
                </a:moveTo>
                <a:cubicBezTo>
                  <a:pt x="2177143" y="1689773"/>
                  <a:pt x="1689773" y="2177143"/>
                  <a:pt x="1088571" y="2177143"/>
                </a:cubicBezTo>
                <a:cubicBezTo>
                  <a:pt x="487370" y="2177143"/>
                  <a:pt x="0" y="1689773"/>
                  <a:pt x="0" y="1088571"/>
                </a:cubicBezTo>
                <a:cubicBezTo>
                  <a:pt x="0" y="487370"/>
                  <a:pt x="487370" y="0"/>
                  <a:pt x="1088571" y="0"/>
                </a:cubicBezTo>
                <a:cubicBezTo>
                  <a:pt x="1689773" y="0"/>
                  <a:pt x="2177143" y="487370"/>
                  <a:pt x="2177143" y="1088571"/>
                </a:cubicBezTo>
                <a:close/>
              </a:path>
            </a:pathLst>
          </a:custGeom>
          <a:solidFill>
            <a:srgbClr val="FFFFFF"/>
          </a:solidFill>
          <a:ln w="9071" cap="flat">
            <a:solidFill>
              <a:srgbClr val="EEEEEE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C22BBF1-7BE8-47B8-B485-C3418B5B5AD1}"/>
              </a:ext>
            </a:extLst>
          </p:cNvPr>
          <p:cNvSpPr txBox="1"/>
          <p:nvPr/>
        </p:nvSpPr>
        <p:spPr>
          <a:xfrm rot="20700000">
            <a:off x="2456297" y="1893805"/>
            <a:ext cx="1071879" cy="263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1" spc="0" baseline="0">
                <a:solidFill>
                  <a:srgbClr val="BBBBBB"/>
                </a:solidFill>
                <a:latin typeface="微软雅黑"/>
                <a:ea typeface="微软雅黑"/>
                <a:sym typeface="微软雅黑"/>
                <a:rtl val="0"/>
              </a:rPr>
              <a:t>IMT-2020能力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67BAB19E-408C-4F35-B061-819FCABC1FF3}"/>
              </a:ext>
            </a:extLst>
          </p:cNvPr>
          <p:cNvSpPr/>
          <p:nvPr/>
        </p:nvSpPr>
        <p:spPr>
          <a:xfrm rot="900000">
            <a:off x="2787974" y="2148383"/>
            <a:ext cx="9071" cy="771071"/>
          </a:xfrm>
          <a:custGeom>
            <a:avLst/>
            <a:gdLst>
              <a:gd name="connsiteX0" fmla="*/ -19 w 9071"/>
              <a:gd name="connsiteY0" fmla="*/ -2 h 771071"/>
              <a:gd name="connsiteX1" fmla="*/ -19 w 9071"/>
              <a:gd name="connsiteY1" fmla="*/ 771069 h 77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1" h="771071">
                <a:moveTo>
                  <a:pt x="-19" y="-2"/>
                </a:moveTo>
                <a:lnTo>
                  <a:pt x="-19" y="771069"/>
                </a:lnTo>
              </a:path>
            </a:pathLst>
          </a:custGeom>
          <a:solidFill>
            <a:srgbClr val="000000"/>
          </a:solidFill>
          <a:ln w="18143" cap="flat">
            <a:solidFill>
              <a:srgbClr val="BBBBBB"/>
            </a:solidFill>
            <a:custDash>
              <a:ds d="300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61095248-1BDA-4D1B-AA4E-AB1F02793840}"/>
              </a:ext>
            </a:extLst>
          </p:cNvPr>
          <p:cNvSpPr/>
          <p:nvPr/>
        </p:nvSpPr>
        <p:spPr>
          <a:xfrm>
            <a:off x="690336" y="-2720533"/>
            <a:ext cx="4535714" cy="1217397"/>
          </a:xfrm>
          <a:custGeom>
            <a:avLst/>
            <a:gdLst>
              <a:gd name="connsiteX0" fmla="*/ 0 w 4535714"/>
              <a:gd name="connsiteY0" fmla="*/ 1217397 h 1217397"/>
              <a:gd name="connsiteX1" fmla="*/ 3772183 w 4535714"/>
              <a:gd name="connsiteY1" fmla="*/ 453866 h 1217397"/>
              <a:gd name="connsiteX2" fmla="*/ 4535715 w 4535714"/>
              <a:gd name="connsiteY2" fmla="*/ 1217397 h 121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5714" h="1217397">
                <a:moveTo>
                  <a:pt x="0" y="1217397"/>
                </a:moveTo>
                <a:cubicBezTo>
                  <a:pt x="830816" y="-35105"/>
                  <a:pt x="2519681" y="-376950"/>
                  <a:pt x="3772183" y="453866"/>
                </a:cubicBezTo>
                <a:cubicBezTo>
                  <a:pt x="4075138" y="654823"/>
                  <a:pt x="4334758" y="914443"/>
                  <a:pt x="4535715" y="1217397"/>
                </a:cubicBezTo>
              </a:path>
            </a:pathLst>
          </a:custGeom>
          <a:noFill/>
          <a:ln w="907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9A55CC1C-0762-45FD-8A67-4F989F72BF22}"/>
              </a:ext>
            </a:extLst>
          </p:cNvPr>
          <p:cNvSpPr/>
          <p:nvPr/>
        </p:nvSpPr>
        <p:spPr>
          <a:xfrm>
            <a:off x="127908" y="-732064"/>
            <a:ext cx="834571" cy="1224642"/>
          </a:xfrm>
          <a:custGeom>
            <a:avLst/>
            <a:gdLst>
              <a:gd name="connsiteX0" fmla="*/ 0 w 834571"/>
              <a:gd name="connsiteY0" fmla="*/ 1224643 h 1224642"/>
              <a:gd name="connsiteX1" fmla="*/ 834571 w 834571"/>
              <a:gd name="connsiteY1" fmla="*/ 0 h 122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4571" h="1224642">
                <a:moveTo>
                  <a:pt x="0" y="1224643"/>
                </a:moveTo>
                <a:cubicBezTo>
                  <a:pt x="182089" y="758616"/>
                  <a:pt x="467426" y="339915"/>
                  <a:pt x="834571" y="0"/>
                </a:cubicBezTo>
              </a:path>
            </a:pathLst>
          </a:custGeom>
          <a:noFill/>
          <a:ln w="27214" cap="flat">
            <a:solidFill>
              <a:srgbClr val="5DAE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B584596A-A490-4342-A525-738DC25B1A42}"/>
              </a:ext>
            </a:extLst>
          </p:cNvPr>
          <p:cNvSpPr/>
          <p:nvPr/>
        </p:nvSpPr>
        <p:spPr>
          <a:xfrm>
            <a:off x="4953907" y="-732064"/>
            <a:ext cx="834571" cy="1224642"/>
          </a:xfrm>
          <a:custGeom>
            <a:avLst/>
            <a:gdLst>
              <a:gd name="connsiteX0" fmla="*/ 834571 w 834571"/>
              <a:gd name="connsiteY0" fmla="*/ 1224643 h 1224642"/>
              <a:gd name="connsiteX1" fmla="*/ 0 w 834571"/>
              <a:gd name="connsiteY1" fmla="*/ 0 h 122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4571" h="1224642">
                <a:moveTo>
                  <a:pt x="834571" y="1224643"/>
                </a:moveTo>
                <a:cubicBezTo>
                  <a:pt x="652482" y="758616"/>
                  <a:pt x="367146" y="339915"/>
                  <a:pt x="0" y="0"/>
                </a:cubicBezTo>
              </a:path>
            </a:pathLst>
          </a:custGeom>
          <a:noFill/>
          <a:ln w="27214" cap="flat">
            <a:solidFill>
              <a:srgbClr val="5DAE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5DC5E650-C470-4806-B220-A6EF3F00B7A9}"/>
              </a:ext>
            </a:extLst>
          </p:cNvPr>
          <p:cNvSpPr/>
          <p:nvPr/>
        </p:nvSpPr>
        <p:spPr>
          <a:xfrm>
            <a:off x="690336" y="5481864"/>
            <a:ext cx="4535714" cy="1217397"/>
          </a:xfrm>
          <a:custGeom>
            <a:avLst/>
            <a:gdLst>
              <a:gd name="connsiteX0" fmla="*/ 0 w 4535714"/>
              <a:gd name="connsiteY0" fmla="*/ 0 h 1217397"/>
              <a:gd name="connsiteX1" fmla="*/ 3772183 w 4535714"/>
              <a:gd name="connsiteY1" fmla="*/ 763531 h 1217397"/>
              <a:gd name="connsiteX2" fmla="*/ 4535715 w 4535714"/>
              <a:gd name="connsiteY2" fmla="*/ 0 h 121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5714" h="1217397">
                <a:moveTo>
                  <a:pt x="0" y="0"/>
                </a:moveTo>
                <a:cubicBezTo>
                  <a:pt x="830816" y="1252503"/>
                  <a:pt x="2519681" y="1594347"/>
                  <a:pt x="3772183" y="763531"/>
                </a:cubicBezTo>
                <a:cubicBezTo>
                  <a:pt x="4075138" y="562574"/>
                  <a:pt x="4334758" y="302954"/>
                  <a:pt x="4535715" y="0"/>
                </a:cubicBezTo>
              </a:path>
            </a:pathLst>
          </a:custGeom>
          <a:noFill/>
          <a:ln w="907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0D9898AA-B768-43B3-BB6A-40E10CC13F6C}"/>
              </a:ext>
            </a:extLst>
          </p:cNvPr>
          <p:cNvSpPr/>
          <p:nvPr/>
        </p:nvSpPr>
        <p:spPr>
          <a:xfrm>
            <a:off x="-356057" y="810079"/>
            <a:ext cx="774250" cy="3628571"/>
          </a:xfrm>
          <a:custGeom>
            <a:avLst/>
            <a:gdLst>
              <a:gd name="connsiteX0" fmla="*/ 320680 w 774250"/>
              <a:gd name="connsiteY0" fmla="*/ 0 h 3628571"/>
              <a:gd name="connsiteX1" fmla="*/ 774251 w 774250"/>
              <a:gd name="connsiteY1" fmla="*/ 3628572 h 362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4250" h="3628571">
                <a:moveTo>
                  <a:pt x="320680" y="0"/>
                </a:moveTo>
                <a:cubicBezTo>
                  <a:pt x="-235000" y="1196657"/>
                  <a:pt x="-58892" y="2605518"/>
                  <a:pt x="774251" y="3628572"/>
                </a:cubicBezTo>
              </a:path>
            </a:pathLst>
          </a:custGeom>
          <a:noFill/>
          <a:ln w="27214" cap="flat">
            <a:solidFill>
              <a:srgbClr val="88B86A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91A97EEE-D913-492F-BD3B-4DC8F0826239}"/>
              </a:ext>
            </a:extLst>
          </p:cNvPr>
          <p:cNvSpPr/>
          <p:nvPr/>
        </p:nvSpPr>
        <p:spPr>
          <a:xfrm>
            <a:off x="5498193" y="810079"/>
            <a:ext cx="774250" cy="3628571"/>
          </a:xfrm>
          <a:custGeom>
            <a:avLst/>
            <a:gdLst>
              <a:gd name="connsiteX0" fmla="*/ 453571 w 774250"/>
              <a:gd name="connsiteY0" fmla="*/ 0 h 3628571"/>
              <a:gd name="connsiteX1" fmla="*/ 0 w 774250"/>
              <a:gd name="connsiteY1" fmla="*/ 3628572 h 362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4250" h="3628571">
                <a:moveTo>
                  <a:pt x="453571" y="0"/>
                </a:moveTo>
                <a:cubicBezTo>
                  <a:pt x="1009251" y="1196657"/>
                  <a:pt x="833143" y="2605518"/>
                  <a:pt x="0" y="3628572"/>
                </a:cubicBezTo>
              </a:path>
            </a:pathLst>
          </a:custGeom>
          <a:noFill/>
          <a:ln w="27214" cap="flat">
            <a:solidFill>
              <a:srgbClr val="88B86A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152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243</Words>
  <Application>Microsoft Office PowerPoint</Application>
  <PresentationFormat>自定义</PresentationFormat>
  <Paragraphs>75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MS Gothic</vt:lpstr>
      <vt:lpstr>TimesSimSun</vt:lpstr>
      <vt:lpstr>华文中宋</vt:lpstr>
      <vt:lpstr>微软雅黑</vt:lpstr>
      <vt:lpstr>Calibri</vt:lpstr>
      <vt:lpstr>Cambria Math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裴 熙隆</cp:lastModifiedBy>
  <cp:revision>1</cp:revision>
  <dcterms:created xsi:type="dcterms:W3CDTF">2025-12-01T02:56:44Z</dcterms:created>
  <dcterms:modified xsi:type="dcterms:W3CDTF">2025-12-19T02:00:00Z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Inkscape 1.4 (https://inkscape.org)</vt:lpwstr>
  </property>
  <property fmtid="{D5CDD505-2E9C-101B-9397-08002B2CF9AE}" pid="4" name="LastSaved">
    <vt:filetime>2025-12-01T00:00:00Z</vt:filetime>
  </property>
  <property fmtid="{D5CDD505-2E9C-101B-9397-08002B2CF9AE}" pid="5" name="Producer">
    <vt:lpwstr>cairo 1.18.4 (https://cairographics.org)</vt:lpwstr>
  </property>
</Properties>
</file>