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_ris_unit" id="{88FC2D27-2218-4DD4-A0C4-BE7A6137B6B3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680" userDrawn="1">
          <p15:clr>
            <a:srgbClr val="A4A3A4"/>
          </p15:clr>
        </p15:guide>
        <p15:guide id="3" pos="744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裴 熙隆" initials="裴" lastIdx="1" clrIdx="0">
    <p:extLst>
      <p:ext uri="{19B8F6BF-5375-455C-9EA6-DF929625EA0E}">
        <p15:presenceInfo xmlns:p15="http://schemas.microsoft.com/office/powerpoint/2012/main" userId="d70ee545ee25833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282" y="442"/>
      </p:cViewPr>
      <p:guideLst>
        <p:guide orient="horz" pos="3680"/>
        <p:guide pos="74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E7DC43AA-75A3-41C3-AFCC-77B029893849}"/>
    <pc:docChg chg="undo custSel modSld">
      <pc:chgData name="裴 熙隆" userId="d70ee545ee25833c" providerId="LiveId" clId="{E7DC43AA-75A3-41C3-AFCC-77B029893849}" dt="2026-05-05T05:47:58.062" v="409" actId="1076"/>
      <pc:docMkLst>
        <pc:docMk/>
      </pc:docMkLst>
      <pc:sldChg chg="addSp delSp modSp mod">
        <pc:chgData name="裴 熙隆" userId="d70ee545ee25833c" providerId="LiveId" clId="{E7DC43AA-75A3-41C3-AFCC-77B029893849}" dt="2026-05-05T05:47:58.062" v="409" actId="1076"/>
        <pc:sldMkLst>
          <pc:docMk/>
          <pc:sldMk cId="1237748070" sldId="264"/>
        </pc:sldMkLst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5" creationId="{79C978C6-5ECC-484B-8329-85B1DA75FD12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6" creationId="{A6C17498-804F-46BB-BE80-8C62C59C1659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8" creationId="{673576B5-8568-470C-A77D-CF663883F9C1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9" creationId="{D037B0A7-8C85-4EFB-A979-3541599C3E15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10" creationId="{DAF858AD-B371-4B1C-BC30-4E3CE894383B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11" creationId="{4E522170-5D5A-4F5F-B0E7-E7AD3D68F5C5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12" creationId="{CA1141A7-D6FD-498E-AE26-907F4573CD31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14" creationId="{4C3E848C-7144-4FF8-97FC-AA52D235A5E6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15" creationId="{F19ED4EF-33E9-4F5A-AFD3-83AA35380AB2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16" creationId="{3DD0DAFF-6D61-4909-A45A-29B1B6DF3F61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17" creationId="{BEFF140B-6269-41D0-92C9-9091BC4C1797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18" creationId="{A9AAB890-C04A-4BA8-A826-893EC2205834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19" creationId="{F6A1F877-4133-44D4-8630-9765B45867D9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20" creationId="{7BAB2BA8-ACED-478A-9B88-170CBBC39FB2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21" creationId="{6F19014C-114A-4ACD-99EC-00225608D3F9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22" creationId="{C025D47E-5779-43D4-82AF-EA9265EEC401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23" creationId="{DDF166BD-CE7D-492E-85FE-1B58A486371A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24" creationId="{297C0B62-865F-4E4F-A3A5-63ECAB0D9DEB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25" creationId="{8D5348B6-BBE7-4A9A-AE26-AD3BBB3F8CB5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26" creationId="{18D3BFE1-2826-44B3-A82B-F2C358AF2070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27" creationId="{F930BC3B-05CD-4201-B4CA-CC144AE23741}"/>
          </ac:spMkLst>
        </pc:spChg>
        <pc:spChg chg="add mod">
          <ac:chgData name="裴 熙隆" userId="d70ee545ee25833c" providerId="LiveId" clId="{E7DC43AA-75A3-41C3-AFCC-77B029893849}" dt="2026-05-05T05:25:38.378" v="350" actId="1076"/>
          <ac:spMkLst>
            <pc:docMk/>
            <pc:sldMk cId="1237748070" sldId="264"/>
            <ac:spMk id="28" creationId="{73F387B6-989F-4C4F-B1F0-F329D204CDFC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29" creationId="{8755FBAD-C853-4A2D-9DB5-20C81BF7D17E}"/>
          </ac:spMkLst>
        </pc:spChg>
        <pc:spChg chg="add mod">
          <ac:chgData name="裴 熙隆" userId="d70ee545ee25833c" providerId="LiveId" clId="{E7DC43AA-75A3-41C3-AFCC-77B029893849}" dt="2026-05-05T05:25:20.214" v="343" actId="1076"/>
          <ac:spMkLst>
            <pc:docMk/>
            <pc:sldMk cId="1237748070" sldId="264"/>
            <ac:spMk id="30" creationId="{929AF437-29DE-4D6C-8723-7C82BBA2FA04}"/>
          </ac:spMkLst>
        </pc:spChg>
        <pc:spChg chg="add mod">
          <ac:chgData name="裴 熙隆" userId="d70ee545ee25833c" providerId="LiveId" clId="{E7DC43AA-75A3-41C3-AFCC-77B029893849}" dt="2026-05-05T05:25:15.436" v="341" actId="1076"/>
          <ac:spMkLst>
            <pc:docMk/>
            <pc:sldMk cId="1237748070" sldId="264"/>
            <ac:spMk id="31" creationId="{E9C854F9-439A-46B6-9F19-A577493DB2B7}"/>
          </ac:spMkLst>
        </pc:spChg>
        <pc:spChg chg="add mod">
          <ac:chgData name="裴 熙隆" userId="d70ee545ee25833c" providerId="LiveId" clId="{E7DC43AA-75A3-41C3-AFCC-77B029893849}" dt="2026-05-05T05:26:26.758" v="374" actId="20577"/>
          <ac:spMkLst>
            <pc:docMk/>
            <pc:sldMk cId="1237748070" sldId="264"/>
            <ac:spMk id="32" creationId="{1D6F5606-6854-4ED3-9D37-170518B89B24}"/>
          </ac:spMkLst>
        </pc:spChg>
        <pc:spChg chg="add mod">
          <ac:chgData name="裴 熙隆" userId="d70ee545ee25833c" providerId="LiveId" clId="{E7DC43AA-75A3-41C3-AFCC-77B029893849}" dt="2026-05-05T05:26:32.054" v="376" actId="20577"/>
          <ac:spMkLst>
            <pc:docMk/>
            <pc:sldMk cId="1237748070" sldId="264"/>
            <ac:spMk id="33" creationId="{37E15FC3-81EB-4CD4-BBD8-D104C59A03D5}"/>
          </ac:spMkLst>
        </pc:spChg>
        <pc:spChg chg="mod">
          <ac:chgData name="裴 熙隆" userId="d70ee545ee25833c" providerId="LiveId" clId="{E7DC43AA-75A3-41C3-AFCC-77B029893849}" dt="2026-05-05T05:24:56.185" v="334" actId="1076"/>
          <ac:spMkLst>
            <pc:docMk/>
            <pc:sldMk cId="1237748070" sldId="264"/>
            <ac:spMk id="34" creationId="{3FBA23C6-488C-4118-9792-FE0B16CD169E}"/>
          </ac:spMkLst>
        </pc:spChg>
        <pc:spChg chg="mod">
          <ac:chgData name="裴 熙隆" userId="d70ee545ee25833c" providerId="LiveId" clId="{E7DC43AA-75A3-41C3-AFCC-77B029893849}" dt="2026-05-05T05:46:11.287" v="384" actId="14100"/>
          <ac:spMkLst>
            <pc:docMk/>
            <pc:sldMk cId="1237748070" sldId="264"/>
            <ac:spMk id="35" creationId="{35A29EC6-DCC9-4C14-A1ED-B5E78065249B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36" creationId="{40CCEB29-D33F-412D-9DA5-6B2B16D28017}"/>
          </ac:spMkLst>
        </pc:spChg>
        <pc:spChg chg="del mod">
          <ac:chgData name="裴 熙隆" userId="d70ee545ee25833c" providerId="LiveId" clId="{E7DC43AA-75A3-41C3-AFCC-77B029893849}" dt="2026-05-05T05:45:53.671" v="378" actId="21"/>
          <ac:spMkLst>
            <pc:docMk/>
            <pc:sldMk cId="1237748070" sldId="264"/>
            <ac:spMk id="37" creationId="{CAE965A9-9E97-4632-BDD0-AFF62D3F20CA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38" creationId="{81621C48-E3E0-4346-8257-A4B79CBF13EB}"/>
          </ac:spMkLst>
        </pc:spChg>
        <pc:spChg chg="del mod">
          <ac:chgData name="裴 熙隆" userId="d70ee545ee25833c" providerId="LiveId" clId="{E7DC43AA-75A3-41C3-AFCC-77B029893849}" dt="2026-05-05T05:45:53.671" v="378" actId="21"/>
          <ac:spMkLst>
            <pc:docMk/>
            <pc:sldMk cId="1237748070" sldId="264"/>
            <ac:spMk id="39" creationId="{4DE84199-B66A-4994-BF30-21784D94EA5A}"/>
          </ac:spMkLst>
        </pc:spChg>
        <pc:spChg chg="mod">
          <ac:chgData name="裴 熙隆" userId="d70ee545ee25833c" providerId="LiveId" clId="{E7DC43AA-75A3-41C3-AFCC-77B029893849}" dt="2026-05-05T05:46:40.405" v="391" actId="14100"/>
          <ac:spMkLst>
            <pc:docMk/>
            <pc:sldMk cId="1237748070" sldId="264"/>
            <ac:spMk id="40" creationId="{5A2FE44F-2A5B-4EDA-9266-2108FB6F3782}"/>
          </ac:spMkLst>
        </pc:spChg>
        <pc:spChg chg="mod">
          <ac:chgData name="裴 熙隆" userId="d70ee545ee25833c" providerId="LiveId" clId="{E7DC43AA-75A3-41C3-AFCC-77B029893849}" dt="2026-05-05T05:24:31.258" v="327" actId="1076"/>
          <ac:spMkLst>
            <pc:docMk/>
            <pc:sldMk cId="1237748070" sldId="264"/>
            <ac:spMk id="41" creationId="{0038149E-EDAA-41E4-A032-D921E5051D6D}"/>
          </ac:spMkLst>
        </pc:spChg>
        <pc:spChg chg="mod">
          <ac:chgData name="裴 熙隆" userId="d70ee545ee25833c" providerId="LiveId" clId="{E7DC43AA-75A3-41C3-AFCC-77B029893849}" dt="2026-05-05T05:46:44.803" v="393" actId="1076"/>
          <ac:spMkLst>
            <pc:docMk/>
            <pc:sldMk cId="1237748070" sldId="264"/>
            <ac:spMk id="42" creationId="{825A2942-87A1-463B-81B1-746A1B8A0CEC}"/>
          </ac:spMkLst>
        </pc:spChg>
        <pc:spChg chg="mod">
          <ac:chgData name="裴 熙隆" userId="d70ee545ee25833c" providerId="LiveId" clId="{E7DC43AA-75A3-41C3-AFCC-77B029893849}" dt="2026-05-05T05:47:58.062" v="409" actId="1076"/>
          <ac:spMkLst>
            <pc:docMk/>
            <pc:sldMk cId="1237748070" sldId="264"/>
            <ac:spMk id="43" creationId="{B5C7BB48-566F-4E94-AA81-A540991B9B2A}"/>
          </ac:spMkLst>
        </pc:spChg>
        <pc:spChg chg="mod">
          <ac:chgData name="裴 熙隆" userId="d70ee545ee25833c" providerId="LiveId" clId="{E7DC43AA-75A3-41C3-AFCC-77B029893849}" dt="2026-05-05T05:46:58.858" v="398" actId="14100"/>
          <ac:spMkLst>
            <pc:docMk/>
            <pc:sldMk cId="1237748070" sldId="264"/>
            <ac:spMk id="44" creationId="{51B92AB2-076F-46DA-BA07-EC347653FE28}"/>
          </ac:spMkLst>
        </pc:spChg>
        <pc:spChg chg="mod">
          <ac:chgData name="裴 熙隆" userId="d70ee545ee25833c" providerId="LiveId" clId="{E7DC43AA-75A3-41C3-AFCC-77B029893849}" dt="2026-05-05T05:22:33.046" v="298" actId="164"/>
          <ac:spMkLst>
            <pc:docMk/>
            <pc:sldMk cId="1237748070" sldId="264"/>
            <ac:spMk id="45" creationId="{C442542F-6BC6-4256-9224-0984751DB7CC}"/>
          </ac:spMkLst>
        </pc:spChg>
        <pc:spChg chg="mod">
          <ac:chgData name="裴 熙隆" userId="d70ee545ee25833c" providerId="LiveId" clId="{E7DC43AA-75A3-41C3-AFCC-77B029893849}" dt="2026-05-05T05:22:33.046" v="298" actId="164"/>
          <ac:spMkLst>
            <pc:docMk/>
            <pc:sldMk cId="1237748070" sldId="264"/>
            <ac:spMk id="46" creationId="{3F9789CE-AAEE-4F60-89BF-84A3684710BF}"/>
          </ac:spMkLst>
        </pc:spChg>
        <pc:spChg chg="mod">
          <ac:chgData name="裴 熙隆" userId="d70ee545ee25833c" providerId="LiveId" clId="{E7DC43AA-75A3-41C3-AFCC-77B029893849}" dt="2026-05-05T05:47:16.697" v="402" actId="1076"/>
          <ac:spMkLst>
            <pc:docMk/>
            <pc:sldMk cId="1237748070" sldId="264"/>
            <ac:spMk id="47" creationId="{E7DC2EC9-4720-41C2-A35A-C2B57BD5B8BB}"/>
          </ac:spMkLst>
        </pc:spChg>
        <pc:spChg chg="mod">
          <ac:chgData name="裴 熙隆" userId="d70ee545ee25833c" providerId="LiveId" clId="{E7DC43AA-75A3-41C3-AFCC-77B029893849}" dt="2026-05-05T05:47:44.065" v="407" actId="1076"/>
          <ac:spMkLst>
            <pc:docMk/>
            <pc:sldMk cId="1237748070" sldId="264"/>
            <ac:spMk id="48" creationId="{127FDC18-1BEC-42AB-AB6E-8E7B58EA3449}"/>
          </ac:spMkLst>
        </pc:spChg>
        <pc:spChg chg="mod">
          <ac:chgData name="裴 熙隆" userId="d70ee545ee25833c" providerId="LiveId" clId="{E7DC43AA-75A3-41C3-AFCC-77B029893849}" dt="2026-05-05T05:46:54.212" v="396" actId="1076"/>
          <ac:spMkLst>
            <pc:docMk/>
            <pc:sldMk cId="1237748070" sldId="264"/>
            <ac:spMk id="49" creationId="{F85C7D1E-175D-43C2-970E-4B4968392871}"/>
          </ac:spMkLst>
        </pc:spChg>
        <pc:spChg chg="mod">
          <ac:chgData name="裴 熙隆" userId="d70ee545ee25833c" providerId="LiveId" clId="{E7DC43AA-75A3-41C3-AFCC-77B029893849}" dt="2026-05-05T05:46:56.390" v="397" actId="1076"/>
          <ac:spMkLst>
            <pc:docMk/>
            <pc:sldMk cId="1237748070" sldId="264"/>
            <ac:spMk id="50" creationId="{098707B6-2040-4BC6-B421-3B123C48E242}"/>
          </ac:spMkLst>
        </pc:spChg>
        <pc:spChg chg="add mod">
          <ac:chgData name="裴 熙隆" userId="d70ee545ee25833c" providerId="LiveId" clId="{E7DC43AA-75A3-41C3-AFCC-77B029893849}" dt="2026-05-05T05:45:49.919" v="377" actId="14100"/>
          <ac:spMkLst>
            <pc:docMk/>
            <pc:sldMk cId="1237748070" sldId="264"/>
            <ac:spMk id="52" creationId="{34A34A6B-B384-4369-B36D-9944FB0F05CB}"/>
          </ac:spMkLst>
        </pc:spChg>
        <pc:spChg chg="add mod">
          <ac:chgData name="裴 熙隆" userId="d70ee545ee25833c" providerId="LiveId" clId="{E7DC43AA-75A3-41C3-AFCC-77B029893849}" dt="2026-05-05T05:47:08.013" v="400" actId="14100"/>
          <ac:spMkLst>
            <pc:docMk/>
            <pc:sldMk cId="1237748070" sldId="264"/>
            <ac:spMk id="53" creationId="{75901DBA-3542-42EE-A5E6-3548DFF3BED3}"/>
          </ac:spMkLst>
        </pc:spChg>
        <pc:spChg chg="add mod">
          <ac:chgData name="裴 熙隆" userId="d70ee545ee25833c" providerId="LiveId" clId="{E7DC43AA-75A3-41C3-AFCC-77B029893849}" dt="2026-05-05T05:24:56.185" v="334" actId="1076"/>
          <ac:spMkLst>
            <pc:docMk/>
            <pc:sldMk cId="1237748070" sldId="264"/>
            <ac:spMk id="54" creationId="{7627AB87-6CD8-4069-B8A7-10BB0BB65022}"/>
          </ac:spMkLst>
        </pc:spChg>
        <pc:spChg chg="add mod">
          <ac:chgData name="裴 熙隆" userId="d70ee545ee25833c" providerId="LiveId" clId="{E7DC43AA-75A3-41C3-AFCC-77B029893849}" dt="2026-05-05T05:45:59.353" v="380" actId="1076"/>
          <ac:spMkLst>
            <pc:docMk/>
            <pc:sldMk cId="1237748070" sldId="264"/>
            <ac:spMk id="55" creationId="{F05AE1F0-C55E-4769-9363-ECCB79C54DC2}"/>
          </ac:spMkLst>
        </pc:spChg>
        <pc:spChg chg="add mod">
          <ac:chgData name="裴 熙隆" userId="d70ee545ee25833c" providerId="LiveId" clId="{E7DC43AA-75A3-41C3-AFCC-77B029893849}" dt="2026-05-05T05:47:38.595" v="406" actId="404"/>
          <ac:spMkLst>
            <pc:docMk/>
            <pc:sldMk cId="1237748070" sldId="264"/>
            <ac:spMk id="56" creationId="{C75F9AB9-933D-46C1-9399-09833E4C0DA3}"/>
          </ac:spMkLst>
        </pc:spChg>
        <pc:grpChg chg="del mod">
          <ac:chgData name="裴 熙隆" userId="d70ee545ee25833c" providerId="LiveId" clId="{E7DC43AA-75A3-41C3-AFCC-77B029893849}" dt="2026-05-05T05:22:18.721" v="293" actId="27803"/>
          <ac:grpSpMkLst>
            <pc:docMk/>
            <pc:sldMk cId="1237748070" sldId="264"/>
            <ac:grpSpMk id="13" creationId="{1FF3E4D7-D853-402E-88E2-B82C19C62855}"/>
          </ac:grpSpMkLst>
        </pc:grpChg>
        <pc:grpChg chg="add mod">
          <ac:chgData name="裴 熙隆" userId="d70ee545ee25833c" providerId="LiveId" clId="{E7DC43AA-75A3-41C3-AFCC-77B029893849}" dt="2026-05-05T05:46:15.568" v="385" actId="1076"/>
          <ac:grpSpMkLst>
            <pc:docMk/>
            <pc:sldMk cId="1237748070" sldId="264"/>
            <ac:grpSpMk id="51" creationId="{CF81441A-662A-4D3C-BEDE-779A0362C993}"/>
          </ac:grpSpMkLst>
        </pc:grpChg>
        <pc:graphicFrameChg chg="add del mod">
          <ac:chgData name="裴 熙隆" userId="d70ee545ee25833c" providerId="LiveId" clId="{E7DC43AA-75A3-41C3-AFCC-77B029893849}" dt="2026-05-05T05:22:10.086" v="289"/>
          <ac:graphicFrameMkLst>
            <pc:docMk/>
            <pc:sldMk cId="1237748070" sldId="264"/>
            <ac:graphicFrameMk id="3" creationId="{551EB1B1-698E-4D93-83D6-7E3E6D7A618C}"/>
          </ac:graphicFrameMkLst>
        </pc:graphicFrameChg>
        <pc:picChg chg="add mod modCrop">
          <ac:chgData name="裴 熙隆" userId="d70ee545ee25833c" providerId="LiveId" clId="{E7DC43AA-75A3-41C3-AFCC-77B029893849}" dt="2026-05-05T05:24:50.919" v="333" actId="1076"/>
          <ac:picMkLst>
            <pc:docMk/>
            <pc:sldMk cId="1237748070" sldId="264"/>
            <ac:picMk id="2" creationId="{BB7EE33C-2248-4427-98E4-70EE9FB8F716}"/>
          </ac:picMkLst>
        </pc:picChg>
        <pc:picChg chg="add del mod">
          <ac:chgData name="裴 熙隆" userId="d70ee545ee25833c" providerId="LiveId" clId="{E7DC43AA-75A3-41C3-AFCC-77B029893849}" dt="2026-05-05T05:22:18.721" v="293" actId="27803"/>
          <ac:picMkLst>
            <pc:docMk/>
            <pc:sldMk cId="1237748070" sldId="264"/>
            <ac:picMk id="7" creationId="{BBEE1EB0-AA7E-4E36-94B4-459DF4B00A5E}"/>
          </ac:picMkLst>
        </pc:picChg>
      </pc:sldChg>
    </pc:docChg>
  </pc:docChgLst>
  <pc:docChgLst>
    <pc:chgData name="Rabbit AI" userId="d70ee545ee25833c" providerId="LiveId" clId="{8AEE6C01-8D16-45E4-B595-8E2846456CE4}"/>
    <pc:docChg chg="undo redo custSel addSld delSld modSld delSection modSection">
      <pc:chgData name="Rabbit AI" userId="d70ee545ee25833c" providerId="LiveId" clId="{8AEE6C01-8D16-45E4-B595-8E2846456CE4}" dt="2026-05-05T02:57:36.283" v="348" actId="17851"/>
      <pc:docMkLst>
        <pc:docMk/>
      </pc:docMkLst>
      <pc:sldChg chg="del">
        <pc:chgData name="Rabbit AI" userId="d70ee545ee25833c" providerId="LiveId" clId="{8AEE6C01-8D16-45E4-B595-8E2846456CE4}" dt="2026-05-05T02:57:33.449" v="346" actId="47"/>
        <pc:sldMkLst>
          <pc:docMk/>
          <pc:sldMk cId="1599201057" sldId="260"/>
        </pc:sldMkLst>
      </pc:sldChg>
      <pc:sldChg chg="del">
        <pc:chgData name="Rabbit AI" userId="d70ee545ee25833c" providerId="LiveId" clId="{8AEE6C01-8D16-45E4-B595-8E2846456CE4}" dt="2026-05-05T02:57:32.960" v="345" actId="47"/>
        <pc:sldMkLst>
          <pc:docMk/>
          <pc:sldMk cId="2940007549" sldId="261"/>
        </pc:sldMkLst>
      </pc:sldChg>
      <pc:sldChg chg="del">
        <pc:chgData name="Rabbit AI" userId="d70ee545ee25833c" providerId="LiveId" clId="{8AEE6C01-8D16-45E4-B595-8E2846456CE4}" dt="2026-05-05T02:57:33.802" v="347" actId="47"/>
        <pc:sldMkLst>
          <pc:docMk/>
          <pc:sldMk cId="708757500" sldId="262"/>
        </pc:sldMkLst>
      </pc:sldChg>
      <pc:sldChg chg="del">
        <pc:chgData name="Rabbit AI" userId="d70ee545ee25833c" providerId="LiveId" clId="{8AEE6C01-8D16-45E4-B595-8E2846456CE4}" dt="2026-05-05T02:57:32.173" v="344" actId="47"/>
        <pc:sldMkLst>
          <pc:docMk/>
          <pc:sldMk cId="1044098174" sldId="263"/>
        </pc:sldMkLst>
      </pc:sldChg>
    </pc:docChg>
  </pc:docChgLst>
  <pc:docChgLst>
    <pc:chgData name="裴 熙隆" userId="d70ee545ee25833c" providerId="LiveId" clId="{27CC08E8-8D41-42CA-AEB5-9FD9530A25D4}"/>
    <pc:docChg chg="custSel modSld">
      <pc:chgData name="裴 熙隆" userId="d70ee545ee25833c" providerId="LiveId" clId="{27CC08E8-8D41-42CA-AEB5-9FD9530A25D4}" dt="2026-05-05T08:42:37.535" v="277" actId="20577"/>
      <pc:docMkLst>
        <pc:docMk/>
      </pc:docMkLst>
      <pc:sldChg chg="addSp delSp modSp mod">
        <pc:chgData name="裴 熙隆" userId="d70ee545ee25833c" providerId="LiveId" clId="{27CC08E8-8D41-42CA-AEB5-9FD9530A25D4}" dt="2026-05-05T08:42:37.535" v="277" actId="20577"/>
        <pc:sldMkLst>
          <pc:docMk/>
          <pc:sldMk cId="1237748070" sldId="264"/>
        </pc:sldMkLst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5" creationId="{79C978C6-5ECC-484B-8329-85B1DA75FD12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6" creationId="{A6C17498-804F-46BB-BE80-8C62C59C1659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8" creationId="{673576B5-8568-470C-A77D-CF663883F9C1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9" creationId="{D037B0A7-8C85-4EFB-A979-3541599C3E15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10" creationId="{DAF858AD-B371-4B1C-BC30-4E3CE894383B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11" creationId="{4E522170-5D5A-4F5F-B0E7-E7AD3D68F5C5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12" creationId="{CA1141A7-D6FD-498E-AE26-907F4573CD31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14" creationId="{4C3E848C-7144-4FF8-97FC-AA52D235A5E6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15" creationId="{F19ED4EF-33E9-4F5A-AFD3-83AA35380AB2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16" creationId="{3DD0DAFF-6D61-4909-A45A-29B1B6DF3F61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17" creationId="{BEFF140B-6269-41D0-92C9-9091BC4C1797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18" creationId="{A9AAB890-C04A-4BA8-A826-893EC2205834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19" creationId="{F6A1F877-4133-44D4-8630-9765B45867D9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20" creationId="{7BAB2BA8-ACED-478A-9B88-170CBBC39FB2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21" creationId="{6F19014C-114A-4ACD-99EC-00225608D3F9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22" creationId="{C025D47E-5779-43D4-82AF-EA9265EEC401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23" creationId="{DDF166BD-CE7D-492E-85FE-1B58A486371A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24" creationId="{297C0B62-865F-4E4F-A3A5-63ECAB0D9DEB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25" creationId="{8D5348B6-BBE7-4A9A-AE26-AD3BBB3F8CB5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26" creationId="{18D3BFE1-2826-44B3-A82B-F2C358AF2070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27" creationId="{F930BC3B-05CD-4201-B4CA-CC144AE23741}"/>
          </ac:spMkLst>
        </pc:spChg>
        <pc:spChg chg="del">
          <ac:chgData name="裴 熙隆" userId="d70ee545ee25833c" providerId="LiveId" clId="{27CC08E8-8D41-42CA-AEB5-9FD9530A25D4}" dt="2026-05-05T08:35:37.944" v="7" actId="478"/>
          <ac:spMkLst>
            <pc:docMk/>
            <pc:sldMk cId="1237748070" sldId="264"/>
            <ac:spMk id="28" creationId="{73F387B6-989F-4C4F-B1F0-F329D204CDFC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29" creationId="{8755FBAD-C853-4A2D-9DB5-20C81BF7D17E}"/>
          </ac:spMkLst>
        </pc:spChg>
        <pc:spChg chg="del">
          <ac:chgData name="裴 熙隆" userId="d70ee545ee25833c" providerId="LiveId" clId="{27CC08E8-8D41-42CA-AEB5-9FD9530A25D4}" dt="2026-05-05T08:35:36.450" v="6" actId="478"/>
          <ac:spMkLst>
            <pc:docMk/>
            <pc:sldMk cId="1237748070" sldId="264"/>
            <ac:spMk id="30" creationId="{929AF437-29DE-4D6C-8723-7C82BBA2FA04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31" creationId="{E9C854F9-439A-46B6-9F19-A577493DB2B7}"/>
          </ac:spMkLst>
        </pc:spChg>
        <pc:spChg chg="mod">
          <ac:chgData name="裴 熙隆" userId="d70ee545ee25833c" providerId="LiveId" clId="{27CC08E8-8D41-42CA-AEB5-9FD9530A25D4}" dt="2026-05-05T08:38:54.742" v="121" actId="14100"/>
          <ac:spMkLst>
            <pc:docMk/>
            <pc:sldMk cId="1237748070" sldId="264"/>
            <ac:spMk id="32" creationId="{1D6F5606-6854-4ED3-9D37-170518B89B24}"/>
          </ac:spMkLst>
        </pc:spChg>
        <pc:spChg chg="mod">
          <ac:chgData name="裴 熙隆" userId="d70ee545ee25833c" providerId="LiveId" clId="{27CC08E8-8D41-42CA-AEB5-9FD9530A25D4}" dt="2026-05-05T08:38:57.174" v="122" actId="14100"/>
          <ac:spMkLst>
            <pc:docMk/>
            <pc:sldMk cId="1237748070" sldId="264"/>
            <ac:spMk id="33" creationId="{37E15FC3-81EB-4CD4-BBD8-D104C59A03D5}"/>
          </ac:spMkLst>
        </pc:spChg>
        <pc:spChg chg="del">
          <ac:chgData name="裴 熙隆" userId="d70ee545ee25833c" providerId="LiveId" clId="{27CC08E8-8D41-42CA-AEB5-9FD9530A25D4}" dt="2026-05-05T08:35:41.588" v="10" actId="478"/>
          <ac:spMkLst>
            <pc:docMk/>
            <pc:sldMk cId="1237748070" sldId="264"/>
            <ac:spMk id="34" creationId="{3FBA23C6-488C-4118-9792-FE0B16CD169E}"/>
          </ac:spMkLst>
        </pc:spChg>
        <pc:spChg chg="del">
          <ac:chgData name="裴 熙隆" userId="d70ee545ee25833c" providerId="LiveId" clId="{27CC08E8-8D41-42CA-AEB5-9FD9530A25D4}" dt="2026-05-05T08:35:41.588" v="10" actId="478"/>
          <ac:spMkLst>
            <pc:docMk/>
            <pc:sldMk cId="1237748070" sldId="264"/>
            <ac:spMk id="35" creationId="{35A29EC6-DCC9-4C14-A1ED-B5E78065249B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36" creationId="{40CCEB29-D33F-412D-9DA5-6B2B16D28017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38" creationId="{81621C48-E3E0-4346-8257-A4B79CBF13EB}"/>
          </ac:spMkLst>
        </pc:spChg>
        <pc:spChg chg="del">
          <ac:chgData name="裴 熙隆" userId="d70ee545ee25833c" providerId="LiveId" clId="{27CC08E8-8D41-42CA-AEB5-9FD9530A25D4}" dt="2026-05-05T08:35:41.588" v="10" actId="478"/>
          <ac:spMkLst>
            <pc:docMk/>
            <pc:sldMk cId="1237748070" sldId="264"/>
            <ac:spMk id="40" creationId="{5A2FE44F-2A5B-4EDA-9266-2108FB6F3782}"/>
          </ac:spMkLst>
        </pc:spChg>
        <pc:spChg chg="del">
          <ac:chgData name="裴 熙隆" userId="d70ee545ee25833c" providerId="LiveId" clId="{27CC08E8-8D41-42CA-AEB5-9FD9530A25D4}" dt="2026-05-05T08:35:40.245" v="9" actId="478"/>
          <ac:spMkLst>
            <pc:docMk/>
            <pc:sldMk cId="1237748070" sldId="264"/>
            <ac:spMk id="41" creationId="{0038149E-EDAA-41E4-A032-D921E5051D6D}"/>
          </ac:spMkLst>
        </pc:spChg>
        <pc:spChg chg="del">
          <ac:chgData name="裴 熙隆" userId="d70ee545ee25833c" providerId="LiveId" clId="{27CC08E8-8D41-42CA-AEB5-9FD9530A25D4}" dt="2026-05-05T08:35:41.588" v="10" actId="478"/>
          <ac:spMkLst>
            <pc:docMk/>
            <pc:sldMk cId="1237748070" sldId="264"/>
            <ac:spMk id="42" creationId="{825A2942-87A1-463B-81B1-746A1B8A0CEC}"/>
          </ac:spMkLst>
        </pc:spChg>
        <pc:spChg chg="del">
          <ac:chgData name="裴 熙隆" userId="d70ee545ee25833c" providerId="LiveId" clId="{27CC08E8-8D41-42CA-AEB5-9FD9530A25D4}" dt="2026-05-05T08:35:41.588" v="10" actId="478"/>
          <ac:spMkLst>
            <pc:docMk/>
            <pc:sldMk cId="1237748070" sldId="264"/>
            <ac:spMk id="43" creationId="{B5C7BB48-566F-4E94-AA81-A540991B9B2A}"/>
          </ac:spMkLst>
        </pc:spChg>
        <pc:spChg chg="del">
          <ac:chgData name="裴 熙隆" userId="d70ee545ee25833c" providerId="LiveId" clId="{27CC08E8-8D41-42CA-AEB5-9FD9530A25D4}" dt="2026-05-05T08:35:41.588" v="10" actId="478"/>
          <ac:spMkLst>
            <pc:docMk/>
            <pc:sldMk cId="1237748070" sldId="264"/>
            <ac:spMk id="44" creationId="{51B92AB2-076F-46DA-BA07-EC347653FE28}"/>
          </ac:spMkLst>
        </pc:spChg>
        <pc:spChg chg="del">
          <ac:chgData name="裴 熙隆" userId="d70ee545ee25833c" providerId="LiveId" clId="{27CC08E8-8D41-42CA-AEB5-9FD9530A25D4}" dt="2026-05-05T08:35:41.588" v="10" actId="478"/>
          <ac:spMkLst>
            <pc:docMk/>
            <pc:sldMk cId="1237748070" sldId="264"/>
            <ac:spMk id="47" creationId="{E7DC2EC9-4720-41C2-A35A-C2B57BD5B8BB}"/>
          </ac:spMkLst>
        </pc:spChg>
        <pc:spChg chg="del">
          <ac:chgData name="裴 熙隆" userId="d70ee545ee25833c" providerId="LiveId" clId="{27CC08E8-8D41-42CA-AEB5-9FD9530A25D4}" dt="2026-05-05T08:35:41.588" v="10" actId="478"/>
          <ac:spMkLst>
            <pc:docMk/>
            <pc:sldMk cId="1237748070" sldId="264"/>
            <ac:spMk id="48" creationId="{127FDC18-1BEC-42AB-AB6E-8E7B58EA3449}"/>
          </ac:spMkLst>
        </pc:spChg>
        <pc:spChg chg="del">
          <ac:chgData name="裴 熙隆" userId="d70ee545ee25833c" providerId="LiveId" clId="{27CC08E8-8D41-42CA-AEB5-9FD9530A25D4}" dt="2026-05-05T08:35:41.588" v="10" actId="478"/>
          <ac:spMkLst>
            <pc:docMk/>
            <pc:sldMk cId="1237748070" sldId="264"/>
            <ac:spMk id="49" creationId="{F85C7D1E-175D-43C2-970E-4B4968392871}"/>
          </ac:spMkLst>
        </pc:spChg>
        <pc:spChg chg="del">
          <ac:chgData name="裴 熙隆" userId="d70ee545ee25833c" providerId="LiveId" clId="{27CC08E8-8D41-42CA-AEB5-9FD9530A25D4}" dt="2026-05-05T08:35:41.588" v="10" actId="478"/>
          <ac:spMkLst>
            <pc:docMk/>
            <pc:sldMk cId="1237748070" sldId="264"/>
            <ac:spMk id="50" creationId="{098707B6-2040-4BC6-B421-3B123C48E242}"/>
          </ac:spMkLst>
        </pc:spChg>
        <pc:spChg chg="del">
          <ac:chgData name="裴 熙隆" userId="d70ee545ee25833c" providerId="LiveId" clId="{27CC08E8-8D41-42CA-AEB5-9FD9530A25D4}" dt="2026-05-05T08:35:41.588" v="10" actId="478"/>
          <ac:spMkLst>
            <pc:docMk/>
            <pc:sldMk cId="1237748070" sldId="264"/>
            <ac:spMk id="52" creationId="{34A34A6B-B384-4369-B36D-9944FB0F05CB}"/>
          </ac:spMkLst>
        </pc:spChg>
        <pc:spChg chg="del">
          <ac:chgData name="裴 熙隆" userId="d70ee545ee25833c" providerId="LiveId" clId="{27CC08E8-8D41-42CA-AEB5-9FD9530A25D4}" dt="2026-05-05T08:35:41.588" v="10" actId="478"/>
          <ac:spMkLst>
            <pc:docMk/>
            <pc:sldMk cId="1237748070" sldId="264"/>
            <ac:spMk id="53" creationId="{75901DBA-3542-42EE-A5E6-3548DFF3BED3}"/>
          </ac:spMkLst>
        </pc:spChg>
        <pc:spChg chg="del">
          <ac:chgData name="裴 熙隆" userId="d70ee545ee25833c" providerId="LiveId" clId="{27CC08E8-8D41-42CA-AEB5-9FD9530A25D4}" dt="2026-05-05T08:35:41.588" v="10" actId="478"/>
          <ac:spMkLst>
            <pc:docMk/>
            <pc:sldMk cId="1237748070" sldId="264"/>
            <ac:spMk id="54" creationId="{7627AB87-6CD8-4069-B8A7-10BB0BB65022}"/>
          </ac:spMkLst>
        </pc:spChg>
        <pc:spChg chg="del">
          <ac:chgData name="裴 熙隆" userId="d70ee545ee25833c" providerId="LiveId" clId="{27CC08E8-8D41-42CA-AEB5-9FD9530A25D4}" dt="2026-05-05T08:35:41.588" v="10" actId="478"/>
          <ac:spMkLst>
            <pc:docMk/>
            <pc:sldMk cId="1237748070" sldId="264"/>
            <ac:spMk id="55" creationId="{F05AE1F0-C55E-4769-9363-ECCB79C54DC2}"/>
          </ac:spMkLst>
        </pc:spChg>
        <pc:spChg chg="del">
          <ac:chgData name="裴 熙隆" userId="d70ee545ee25833c" providerId="LiveId" clId="{27CC08E8-8D41-42CA-AEB5-9FD9530A25D4}" dt="2026-05-05T08:35:41.588" v="10" actId="478"/>
          <ac:spMkLst>
            <pc:docMk/>
            <pc:sldMk cId="1237748070" sldId="264"/>
            <ac:spMk id="56" creationId="{C75F9AB9-933D-46C1-9399-09833E4C0DA3}"/>
          </ac:spMkLst>
        </pc:spChg>
        <pc:spChg chg="add mod">
          <ac:chgData name="裴 熙隆" userId="d70ee545ee25833c" providerId="LiveId" clId="{27CC08E8-8D41-42CA-AEB5-9FD9530A25D4}" dt="2026-05-05T08:42:15.048" v="266" actId="20577"/>
          <ac:spMkLst>
            <pc:docMk/>
            <pc:sldMk cId="1237748070" sldId="264"/>
            <ac:spMk id="57" creationId="{662DD6B8-0612-493E-9046-F283CEA95645}"/>
          </ac:spMkLst>
        </pc:spChg>
        <pc:spChg chg="add del mod">
          <ac:chgData name="裴 熙隆" userId="d70ee545ee25833c" providerId="LiveId" clId="{27CC08E8-8D41-42CA-AEB5-9FD9530A25D4}" dt="2026-05-05T08:40:19.482" v="176" actId="1076"/>
          <ac:spMkLst>
            <pc:docMk/>
            <pc:sldMk cId="1237748070" sldId="264"/>
            <ac:spMk id="58" creationId="{18D4E616-57B5-4BFA-83A1-DB78D9E5A7BB}"/>
          </ac:spMkLst>
        </pc:spChg>
        <pc:spChg chg="add mod">
          <ac:chgData name="裴 熙隆" userId="d70ee545ee25833c" providerId="LiveId" clId="{27CC08E8-8D41-42CA-AEB5-9FD9530A25D4}" dt="2026-05-05T08:40:04.742" v="164" actId="1076"/>
          <ac:spMkLst>
            <pc:docMk/>
            <pc:sldMk cId="1237748070" sldId="264"/>
            <ac:spMk id="59" creationId="{7845602F-2B79-4F20-BBD0-EA898063D835}"/>
          </ac:spMkLst>
        </pc:spChg>
        <pc:spChg chg="add mod">
          <ac:chgData name="裴 熙隆" userId="d70ee545ee25833c" providerId="LiveId" clId="{27CC08E8-8D41-42CA-AEB5-9FD9530A25D4}" dt="2026-05-05T08:40:00.967" v="163" actId="1076"/>
          <ac:spMkLst>
            <pc:docMk/>
            <pc:sldMk cId="1237748070" sldId="264"/>
            <ac:spMk id="60" creationId="{62E64369-34BD-4C28-BF1C-9C888D6A9A73}"/>
          </ac:spMkLst>
        </pc:spChg>
        <pc:spChg chg="add mod">
          <ac:chgData name="裴 熙隆" userId="d70ee545ee25833c" providerId="LiveId" clId="{27CC08E8-8D41-42CA-AEB5-9FD9530A25D4}" dt="2026-05-05T08:40:31.691" v="198" actId="20577"/>
          <ac:spMkLst>
            <pc:docMk/>
            <pc:sldMk cId="1237748070" sldId="264"/>
            <ac:spMk id="61" creationId="{5057F7E6-5E81-4121-9745-BCBC0CC58561}"/>
          </ac:spMkLst>
        </pc:spChg>
        <pc:spChg chg="add mod">
          <ac:chgData name="裴 熙隆" userId="d70ee545ee25833c" providerId="LiveId" clId="{27CC08E8-8D41-42CA-AEB5-9FD9530A25D4}" dt="2026-05-05T08:40:38.813" v="207" actId="1076"/>
          <ac:spMkLst>
            <pc:docMk/>
            <pc:sldMk cId="1237748070" sldId="264"/>
            <ac:spMk id="62" creationId="{E76BC83D-B3BF-4133-831D-EF1C07CC7A4F}"/>
          </ac:spMkLst>
        </pc:spChg>
        <pc:spChg chg="add mod">
          <ac:chgData name="裴 熙隆" userId="d70ee545ee25833c" providerId="LiveId" clId="{27CC08E8-8D41-42CA-AEB5-9FD9530A25D4}" dt="2026-05-05T08:40:52.650" v="216" actId="1076"/>
          <ac:spMkLst>
            <pc:docMk/>
            <pc:sldMk cId="1237748070" sldId="264"/>
            <ac:spMk id="63" creationId="{65C98A0A-0DA4-4879-AEE9-7F5609E8DFDB}"/>
          </ac:spMkLst>
        </pc:spChg>
        <pc:spChg chg="add mod">
          <ac:chgData name="裴 熙隆" userId="d70ee545ee25833c" providerId="LiveId" clId="{27CC08E8-8D41-42CA-AEB5-9FD9530A25D4}" dt="2026-05-05T08:40:59.420" v="218" actId="1076"/>
          <ac:spMkLst>
            <pc:docMk/>
            <pc:sldMk cId="1237748070" sldId="264"/>
            <ac:spMk id="64" creationId="{815CEABA-5C45-4F46-9011-E5667F1C4790}"/>
          </ac:spMkLst>
        </pc:spChg>
        <pc:spChg chg="add mod">
          <ac:chgData name="裴 熙隆" userId="d70ee545ee25833c" providerId="LiveId" clId="{27CC08E8-8D41-42CA-AEB5-9FD9530A25D4}" dt="2026-05-05T08:41:02.453" v="220" actId="1076"/>
          <ac:spMkLst>
            <pc:docMk/>
            <pc:sldMk cId="1237748070" sldId="264"/>
            <ac:spMk id="65" creationId="{408C83FF-4B8B-4694-9194-38058FA40F1A}"/>
          </ac:spMkLst>
        </pc:spChg>
        <pc:spChg chg="add mod">
          <ac:chgData name="裴 熙隆" userId="d70ee545ee25833c" providerId="LiveId" clId="{27CC08E8-8D41-42CA-AEB5-9FD9530A25D4}" dt="2026-05-05T08:41:49.778" v="255" actId="1076"/>
          <ac:spMkLst>
            <pc:docMk/>
            <pc:sldMk cId="1237748070" sldId="264"/>
            <ac:spMk id="66" creationId="{72F17728-7053-4BA7-B433-94ED51AB2106}"/>
          </ac:spMkLst>
        </pc:spChg>
        <pc:spChg chg="add mod">
          <ac:chgData name="裴 熙隆" userId="d70ee545ee25833c" providerId="LiveId" clId="{27CC08E8-8D41-42CA-AEB5-9FD9530A25D4}" dt="2026-05-05T08:42:01.651" v="258" actId="1076"/>
          <ac:spMkLst>
            <pc:docMk/>
            <pc:sldMk cId="1237748070" sldId="264"/>
            <ac:spMk id="67" creationId="{D46F845A-7A43-4FDC-ABC9-6767578E3DCD}"/>
          </ac:spMkLst>
        </pc:spChg>
        <pc:spChg chg="add mod">
          <ac:chgData name="裴 熙隆" userId="d70ee545ee25833c" providerId="LiveId" clId="{27CC08E8-8D41-42CA-AEB5-9FD9530A25D4}" dt="2026-05-05T08:42:32.850" v="272" actId="1076"/>
          <ac:spMkLst>
            <pc:docMk/>
            <pc:sldMk cId="1237748070" sldId="264"/>
            <ac:spMk id="68" creationId="{2D487F3B-C795-4E43-A0E0-A083290A4599}"/>
          </ac:spMkLst>
        </pc:spChg>
        <pc:spChg chg="add mod">
          <ac:chgData name="裴 熙隆" userId="d70ee545ee25833c" providerId="LiveId" clId="{27CC08E8-8D41-42CA-AEB5-9FD9530A25D4}" dt="2026-05-05T08:42:37.535" v="277" actId="20577"/>
          <ac:spMkLst>
            <pc:docMk/>
            <pc:sldMk cId="1237748070" sldId="264"/>
            <ac:spMk id="69" creationId="{6C06187E-2849-430B-9E41-8C89BD58A8AD}"/>
          </ac:spMkLst>
        </pc:spChg>
        <pc:grpChg chg="del">
          <ac:chgData name="裴 熙隆" userId="d70ee545ee25833c" providerId="LiveId" clId="{27CC08E8-8D41-42CA-AEB5-9FD9530A25D4}" dt="2026-05-05T08:35:41.588" v="10" actId="478"/>
          <ac:grpSpMkLst>
            <pc:docMk/>
            <pc:sldMk cId="1237748070" sldId="264"/>
            <ac:grpSpMk id="51" creationId="{CF81441A-662A-4D3C-BEDE-779A0362C993}"/>
          </ac:grpSpMkLst>
        </pc:grpChg>
        <pc:graphicFrameChg chg="add del mod">
          <ac:chgData name="裴 熙隆" userId="d70ee545ee25833c" providerId="LiveId" clId="{27CC08E8-8D41-42CA-AEB5-9FD9530A25D4}" dt="2026-05-05T08:35:31.061" v="2"/>
          <ac:graphicFrameMkLst>
            <pc:docMk/>
            <pc:sldMk cId="1237748070" sldId="264"/>
            <ac:graphicFrameMk id="3" creationId="{BDDB59B7-95D1-4125-842A-8B9F335BE454}"/>
          </ac:graphicFrameMkLst>
        </pc:graphicFrameChg>
        <pc:graphicFrameChg chg="add del mod">
          <ac:chgData name="裴 熙隆" userId="d70ee545ee25833c" providerId="LiveId" clId="{27CC08E8-8D41-42CA-AEB5-9FD9530A25D4}" dt="2026-05-05T08:36:11.604" v="17"/>
          <ac:graphicFrameMkLst>
            <pc:docMk/>
            <pc:sldMk cId="1237748070" sldId="264"/>
            <ac:graphicFrameMk id="13" creationId="{69792B07-53A9-4FC3-BDD8-58B26EA2CA52}"/>
          </ac:graphicFrameMkLst>
        </pc:graphicFrameChg>
        <pc:picChg chg="del">
          <ac:chgData name="裴 熙隆" userId="d70ee545ee25833c" providerId="LiveId" clId="{27CC08E8-8D41-42CA-AEB5-9FD9530A25D4}" dt="2026-05-05T08:35:34.829" v="5" actId="478"/>
          <ac:picMkLst>
            <pc:docMk/>
            <pc:sldMk cId="1237748070" sldId="264"/>
            <ac:picMk id="2" creationId="{BB7EE33C-2248-4427-98E4-70EE9FB8F716}"/>
          </ac:picMkLst>
        </pc:picChg>
        <pc:picChg chg="add mod ord">
          <ac:chgData name="裴 熙隆" userId="d70ee545ee25833c" providerId="LiveId" clId="{27CC08E8-8D41-42CA-AEB5-9FD9530A25D4}" dt="2026-05-05T08:35:51.492" v="14" actId="167"/>
          <ac:picMkLst>
            <pc:docMk/>
            <pc:sldMk cId="1237748070" sldId="264"/>
            <ac:picMk id="7" creationId="{643DB315-0388-4262-852E-78F8085A84D8}"/>
          </ac:picMkLst>
        </pc:picChg>
        <pc:picChg chg="add del mod">
          <ac:chgData name="裴 熙隆" userId="d70ee545ee25833c" providerId="LiveId" clId="{27CC08E8-8D41-42CA-AEB5-9FD9530A25D4}" dt="2026-05-05T08:36:38.974" v="25" actId="478"/>
          <ac:picMkLst>
            <pc:docMk/>
            <pc:sldMk cId="1237748070" sldId="264"/>
            <ac:picMk id="39" creationId="{8ADE4A0D-5815-4151-B518-827B9DD3C6F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6EE50-13D0-4423-9397-42D14EC9BF84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20E19-C99F-488C-8EB6-127FA15D58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23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02432-48FC-49FE-B7CE-6F9A692E7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14A6B5-E688-4BD6-9F7C-1EBA2490D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432093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70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43DB315-0388-4262-852E-78F8085A8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730" y="997920"/>
            <a:ext cx="7766539" cy="2590038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1D6F5606-6854-4ED3-9D37-170518B89B24}"/>
              </a:ext>
            </a:extLst>
          </p:cNvPr>
          <p:cNvSpPr txBox="1"/>
          <p:nvPr/>
        </p:nvSpPr>
        <p:spPr>
          <a:xfrm>
            <a:off x="2212731" y="3582366"/>
            <a:ext cx="2389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(a) </a:t>
            </a:r>
            <a:r>
              <a:rPr lang="zh-CN" altLang="en-US" sz="14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盲区覆盖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7E15FC3-81EB-4CD4-BBD8-D104C59A03D5}"/>
              </a:ext>
            </a:extLst>
          </p:cNvPr>
          <p:cNvSpPr txBox="1"/>
          <p:nvPr/>
        </p:nvSpPr>
        <p:spPr>
          <a:xfrm>
            <a:off x="4602481" y="3582366"/>
            <a:ext cx="289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(b) </a:t>
            </a:r>
            <a:r>
              <a:rPr lang="zh-CN" altLang="en-US" sz="14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物理层安全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62DD6B8-0612-493E-9046-F283CEA95645}"/>
              </a:ext>
            </a:extLst>
          </p:cNvPr>
          <p:cNvSpPr txBox="1"/>
          <p:nvPr/>
        </p:nvSpPr>
        <p:spPr>
          <a:xfrm>
            <a:off x="7498081" y="3582366"/>
            <a:ext cx="24811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c</a:t>
            </a:r>
            <a:r>
              <a:rPr lang="en-US" altLang="zh-CN" sz="14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) </a:t>
            </a:r>
            <a:r>
              <a:rPr lang="zh-CN" altLang="en-US" sz="14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小区边缘通信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8D4E616-57B5-4BFA-83A1-DB78D9E5A7BB}"/>
              </a:ext>
            </a:extLst>
          </p:cNvPr>
          <p:cNvSpPr txBox="1"/>
          <p:nvPr/>
        </p:nvSpPr>
        <p:spPr>
          <a:xfrm>
            <a:off x="5561134" y="2710969"/>
            <a:ext cx="97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窃听者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845602F-2B79-4F20-BBD0-EA898063D835}"/>
              </a:ext>
            </a:extLst>
          </p:cNvPr>
          <p:cNvSpPr txBox="1"/>
          <p:nvPr/>
        </p:nvSpPr>
        <p:spPr>
          <a:xfrm>
            <a:off x="6423660" y="2365769"/>
            <a:ext cx="97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合法用户</a:t>
            </a:r>
            <a:r>
              <a:rPr lang="en-US" altLang="zh-CN" sz="12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1</a:t>
            </a:r>
            <a:endParaRPr lang="zh-CN" altLang="en-US" sz="1200" spc="0" baseline="0" dirty="0">
              <a:solidFill>
                <a:srgbClr val="000000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微软雅黑"/>
              <a:rtl val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2E64369-34BD-4C28-BF1C-9C888D6A9A73}"/>
              </a:ext>
            </a:extLst>
          </p:cNvPr>
          <p:cNvSpPr txBox="1"/>
          <p:nvPr/>
        </p:nvSpPr>
        <p:spPr>
          <a:xfrm>
            <a:off x="6231693" y="3305367"/>
            <a:ext cx="97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合法用户</a:t>
            </a:r>
            <a:r>
              <a:rPr lang="en-US" altLang="zh-CN" sz="12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2</a:t>
            </a:r>
            <a:endParaRPr lang="zh-CN" altLang="en-US" sz="1200" spc="0" baseline="0" dirty="0">
              <a:solidFill>
                <a:srgbClr val="000000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微软雅黑"/>
              <a:rtl val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057F7E6-5E81-4121-9745-BCBC0CC58561}"/>
              </a:ext>
            </a:extLst>
          </p:cNvPr>
          <p:cNvSpPr txBox="1"/>
          <p:nvPr/>
        </p:nvSpPr>
        <p:spPr>
          <a:xfrm>
            <a:off x="1934014" y="3166867"/>
            <a:ext cx="97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基站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76BC83D-B3BF-4133-831D-EF1C07CC7A4F}"/>
              </a:ext>
            </a:extLst>
          </p:cNvPr>
          <p:cNvSpPr txBox="1"/>
          <p:nvPr/>
        </p:nvSpPr>
        <p:spPr>
          <a:xfrm>
            <a:off x="3762814" y="2998635"/>
            <a:ext cx="97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用户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5C98A0A-0DA4-4879-AEE9-7F5609E8DFDB}"/>
              </a:ext>
            </a:extLst>
          </p:cNvPr>
          <p:cNvSpPr txBox="1"/>
          <p:nvPr/>
        </p:nvSpPr>
        <p:spPr>
          <a:xfrm>
            <a:off x="2673154" y="2015940"/>
            <a:ext cx="97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RIS</a:t>
            </a:r>
            <a:endParaRPr lang="zh-CN" altLang="en-US" sz="1200" spc="0" baseline="0" dirty="0">
              <a:solidFill>
                <a:srgbClr val="000000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微软雅黑"/>
              <a:rtl val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15CEABA-5C45-4F46-9011-E5667F1C4790}"/>
              </a:ext>
            </a:extLst>
          </p:cNvPr>
          <p:cNvSpPr txBox="1"/>
          <p:nvPr/>
        </p:nvSpPr>
        <p:spPr>
          <a:xfrm>
            <a:off x="5742546" y="2033763"/>
            <a:ext cx="97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RIS</a:t>
            </a:r>
            <a:endParaRPr lang="zh-CN" altLang="en-US" sz="1200" spc="0" baseline="0" dirty="0">
              <a:solidFill>
                <a:srgbClr val="000000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微软雅黑"/>
              <a:rtl val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408C83FF-4B8B-4694-9194-38058FA40F1A}"/>
              </a:ext>
            </a:extLst>
          </p:cNvPr>
          <p:cNvSpPr txBox="1"/>
          <p:nvPr/>
        </p:nvSpPr>
        <p:spPr>
          <a:xfrm>
            <a:off x="8014774" y="2033762"/>
            <a:ext cx="97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RIS</a:t>
            </a:r>
            <a:endParaRPr lang="zh-CN" altLang="en-US" sz="1200" spc="0" baseline="0" dirty="0">
              <a:solidFill>
                <a:srgbClr val="000000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微软雅黑"/>
              <a:rtl val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2F17728-7053-4BA7-B433-94ED51AB2106}"/>
              </a:ext>
            </a:extLst>
          </p:cNvPr>
          <p:cNvSpPr txBox="1"/>
          <p:nvPr/>
        </p:nvSpPr>
        <p:spPr>
          <a:xfrm>
            <a:off x="8764091" y="2049795"/>
            <a:ext cx="522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边缘用户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46F845A-7A43-4FDC-ABC9-6767578E3DCD}"/>
              </a:ext>
            </a:extLst>
          </p:cNvPr>
          <p:cNvSpPr txBox="1"/>
          <p:nvPr/>
        </p:nvSpPr>
        <p:spPr>
          <a:xfrm>
            <a:off x="4830347" y="3166866"/>
            <a:ext cx="5867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基站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2D487F3B-C795-4E43-A0E0-A083290A4599}"/>
              </a:ext>
            </a:extLst>
          </p:cNvPr>
          <p:cNvSpPr txBox="1"/>
          <p:nvPr/>
        </p:nvSpPr>
        <p:spPr>
          <a:xfrm>
            <a:off x="7498080" y="3381667"/>
            <a:ext cx="5813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基站</a:t>
            </a:r>
            <a:r>
              <a:rPr lang="en-US" altLang="zh-CN" sz="12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1</a:t>
            </a:r>
            <a:endParaRPr lang="zh-CN" altLang="en-US" sz="1200" spc="0" baseline="0" dirty="0">
              <a:solidFill>
                <a:srgbClr val="000000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微软雅黑"/>
              <a:rtl val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C06187E-2849-430B-9E41-8C89BD58A8AD}"/>
              </a:ext>
            </a:extLst>
          </p:cNvPr>
          <p:cNvSpPr txBox="1"/>
          <p:nvPr/>
        </p:nvSpPr>
        <p:spPr>
          <a:xfrm>
            <a:off x="9419003" y="3381667"/>
            <a:ext cx="5813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pc="0" baseline="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基站</a:t>
            </a:r>
            <a:r>
              <a:rPr lang="en-US" altLang="zh-CN" sz="1200" dirty="0">
                <a:solidFill>
                  <a:srgbClr val="000000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微软雅黑"/>
                <a:rtl val="0"/>
              </a:rPr>
              <a:t>2</a:t>
            </a:r>
            <a:endParaRPr lang="zh-CN" altLang="en-US" sz="1200" spc="0" baseline="0" dirty="0">
              <a:solidFill>
                <a:srgbClr val="000000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微软雅黑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1237748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7880</TotalTime>
  <Words>40</Words>
  <Application>Microsoft Office PowerPoint</Application>
  <PresentationFormat>宽屏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TimesSimSun</vt:lpstr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22</cp:revision>
  <dcterms:created xsi:type="dcterms:W3CDTF">2022-09-20T11:32:03Z</dcterms:created>
  <dcterms:modified xsi:type="dcterms:W3CDTF">2026-05-05T08:43:17Z</dcterms:modified>
</cp:coreProperties>
</file>