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_ris_unit" id="{88FC2D27-2218-4DD4-A0C4-BE7A6137B6B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80" userDrawn="1">
          <p15:clr>
            <a:srgbClr val="A4A3A4"/>
          </p15:clr>
        </p15:guide>
        <p15:guide id="3" pos="74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22" y="-149"/>
      </p:cViewPr>
      <p:guideLst>
        <p:guide orient="horz" pos="3680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E7DC43AA-75A3-41C3-AFCC-77B029893849}"/>
    <pc:docChg chg="undo custSel modSld">
      <pc:chgData name="裴 熙隆" userId="d70ee545ee25833c" providerId="LiveId" clId="{E7DC43AA-75A3-41C3-AFCC-77B029893849}" dt="2026-05-05T05:47:58.062" v="409" actId="1076"/>
      <pc:docMkLst>
        <pc:docMk/>
      </pc:docMkLst>
      <pc:sldChg chg="addSp delSp modSp mod">
        <pc:chgData name="裴 熙隆" userId="d70ee545ee25833c" providerId="LiveId" clId="{E7DC43AA-75A3-41C3-AFCC-77B029893849}" dt="2026-05-05T05:47:58.062" v="409" actId="1076"/>
        <pc:sldMkLst>
          <pc:docMk/>
          <pc:sldMk cId="1237748070" sldId="264"/>
        </pc:sldMkLst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5" creationId="{79C978C6-5ECC-484B-8329-85B1DA75FD1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6" creationId="{A6C17498-804F-46BB-BE80-8C62C59C1659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8" creationId="{673576B5-8568-470C-A77D-CF663883F9C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9" creationId="{D037B0A7-8C85-4EFB-A979-3541599C3E15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0" creationId="{DAF858AD-B371-4B1C-BC30-4E3CE894383B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1" creationId="{4E522170-5D5A-4F5F-B0E7-E7AD3D68F5C5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2" creationId="{CA1141A7-D6FD-498E-AE26-907F4573CD3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4" creationId="{4C3E848C-7144-4FF8-97FC-AA52D235A5E6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5" creationId="{F19ED4EF-33E9-4F5A-AFD3-83AA35380AB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6" creationId="{3DD0DAFF-6D61-4909-A45A-29B1B6DF3F6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7" creationId="{BEFF140B-6269-41D0-92C9-9091BC4C1797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8" creationId="{A9AAB890-C04A-4BA8-A826-893EC2205834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9" creationId="{F6A1F877-4133-44D4-8630-9765B45867D9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0" creationId="{7BAB2BA8-ACED-478A-9B88-170CBBC39FB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1" creationId="{6F19014C-114A-4ACD-99EC-00225608D3F9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2" creationId="{C025D47E-5779-43D4-82AF-EA9265EEC40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3" creationId="{DDF166BD-CE7D-492E-85FE-1B58A486371A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4" creationId="{297C0B62-865F-4E4F-A3A5-63ECAB0D9DEB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5" creationId="{8D5348B6-BBE7-4A9A-AE26-AD3BBB3F8CB5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6" creationId="{18D3BFE1-2826-44B3-A82B-F2C358AF2070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7" creationId="{F930BC3B-05CD-4201-B4CA-CC144AE23741}"/>
          </ac:spMkLst>
        </pc:spChg>
        <pc:spChg chg="add mod">
          <ac:chgData name="裴 熙隆" userId="d70ee545ee25833c" providerId="LiveId" clId="{E7DC43AA-75A3-41C3-AFCC-77B029893849}" dt="2026-05-05T05:25:38.378" v="350" actId="1076"/>
          <ac:spMkLst>
            <pc:docMk/>
            <pc:sldMk cId="1237748070" sldId="264"/>
            <ac:spMk id="28" creationId="{73F387B6-989F-4C4F-B1F0-F329D204CDFC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9" creationId="{8755FBAD-C853-4A2D-9DB5-20C81BF7D17E}"/>
          </ac:spMkLst>
        </pc:spChg>
        <pc:spChg chg="add mod">
          <ac:chgData name="裴 熙隆" userId="d70ee545ee25833c" providerId="LiveId" clId="{E7DC43AA-75A3-41C3-AFCC-77B029893849}" dt="2026-05-05T05:25:20.214" v="343" actId="1076"/>
          <ac:spMkLst>
            <pc:docMk/>
            <pc:sldMk cId="1237748070" sldId="264"/>
            <ac:spMk id="30" creationId="{929AF437-29DE-4D6C-8723-7C82BBA2FA04}"/>
          </ac:spMkLst>
        </pc:spChg>
        <pc:spChg chg="add mod">
          <ac:chgData name="裴 熙隆" userId="d70ee545ee25833c" providerId="LiveId" clId="{E7DC43AA-75A3-41C3-AFCC-77B029893849}" dt="2026-05-05T05:25:15.436" v="341" actId="1076"/>
          <ac:spMkLst>
            <pc:docMk/>
            <pc:sldMk cId="1237748070" sldId="264"/>
            <ac:spMk id="31" creationId="{E9C854F9-439A-46B6-9F19-A577493DB2B7}"/>
          </ac:spMkLst>
        </pc:spChg>
        <pc:spChg chg="add mod">
          <ac:chgData name="裴 熙隆" userId="d70ee545ee25833c" providerId="LiveId" clId="{E7DC43AA-75A3-41C3-AFCC-77B029893849}" dt="2026-05-05T05:26:26.758" v="374" actId="20577"/>
          <ac:spMkLst>
            <pc:docMk/>
            <pc:sldMk cId="1237748070" sldId="264"/>
            <ac:spMk id="32" creationId="{1D6F5606-6854-4ED3-9D37-170518B89B24}"/>
          </ac:spMkLst>
        </pc:spChg>
        <pc:spChg chg="add mod">
          <ac:chgData name="裴 熙隆" userId="d70ee545ee25833c" providerId="LiveId" clId="{E7DC43AA-75A3-41C3-AFCC-77B029893849}" dt="2026-05-05T05:26:32.054" v="376" actId="20577"/>
          <ac:spMkLst>
            <pc:docMk/>
            <pc:sldMk cId="1237748070" sldId="264"/>
            <ac:spMk id="33" creationId="{37E15FC3-81EB-4CD4-BBD8-D104C59A03D5}"/>
          </ac:spMkLst>
        </pc:spChg>
        <pc:spChg chg="mod">
          <ac:chgData name="裴 熙隆" userId="d70ee545ee25833c" providerId="LiveId" clId="{E7DC43AA-75A3-41C3-AFCC-77B029893849}" dt="2026-05-05T05:24:56.185" v="334" actId="1076"/>
          <ac:spMkLst>
            <pc:docMk/>
            <pc:sldMk cId="1237748070" sldId="264"/>
            <ac:spMk id="34" creationId="{3FBA23C6-488C-4118-9792-FE0B16CD169E}"/>
          </ac:spMkLst>
        </pc:spChg>
        <pc:spChg chg="mod">
          <ac:chgData name="裴 熙隆" userId="d70ee545ee25833c" providerId="LiveId" clId="{E7DC43AA-75A3-41C3-AFCC-77B029893849}" dt="2026-05-05T05:46:11.287" v="384" actId="14100"/>
          <ac:spMkLst>
            <pc:docMk/>
            <pc:sldMk cId="1237748070" sldId="264"/>
            <ac:spMk id="35" creationId="{35A29EC6-DCC9-4C14-A1ED-B5E78065249B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36" creationId="{40CCEB29-D33F-412D-9DA5-6B2B16D28017}"/>
          </ac:spMkLst>
        </pc:spChg>
        <pc:spChg chg="del mod">
          <ac:chgData name="裴 熙隆" userId="d70ee545ee25833c" providerId="LiveId" clId="{E7DC43AA-75A3-41C3-AFCC-77B029893849}" dt="2026-05-05T05:45:53.671" v="378" actId="21"/>
          <ac:spMkLst>
            <pc:docMk/>
            <pc:sldMk cId="1237748070" sldId="264"/>
            <ac:spMk id="37" creationId="{CAE965A9-9E97-4632-BDD0-AFF62D3F20CA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38" creationId="{81621C48-E3E0-4346-8257-A4B79CBF13EB}"/>
          </ac:spMkLst>
        </pc:spChg>
        <pc:spChg chg="del mod">
          <ac:chgData name="裴 熙隆" userId="d70ee545ee25833c" providerId="LiveId" clId="{E7DC43AA-75A3-41C3-AFCC-77B029893849}" dt="2026-05-05T05:45:53.671" v="378" actId="21"/>
          <ac:spMkLst>
            <pc:docMk/>
            <pc:sldMk cId="1237748070" sldId="264"/>
            <ac:spMk id="39" creationId="{4DE84199-B66A-4994-BF30-21784D94EA5A}"/>
          </ac:spMkLst>
        </pc:spChg>
        <pc:spChg chg="mod">
          <ac:chgData name="裴 熙隆" userId="d70ee545ee25833c" providerId="LiveId" clId="{E7DC43AA-75A3-41C3-AFCC-77B029893849}" dt="2026-05-05T05:46:40.405" v="391" actId="14100"/>
          <ac:spMkLst>
            <pc:docMk/>
            <pc:sldMk cId="1237748070" sldId="264"/>
            <ac:spMk id="40" creationId="{5A2FE44F-2A5B-4EDA-9266-2108FB6F378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41" creationId="{0038149E-EDAA-41E4-A032-D921E5051D6D}"/>
          </ac:spMkLst>
        </pc:spChg>
        <pc:spChg chg="mod">
          <ac:chgData name="裴 熙隆" userId="d70ee545ee25833c" providerId="LiveId" clId="{E7DC43AA-75A3-41C3-AFCC-77B029893849}" dt="2026-05-05T05:46:44.803" v="393" actId="1076"/>
          <ac:spMkLst>
            <pc:docMk/>
            <pc:sldMk cId="1237748070" sldId="264"/>
            <ac:spMk id="42" creationId="{825A2942-87A1-463B-81B1-746A1B8A0CEC}"/>
          </ac:spMkLst>
        </pc:spChg>
        <pc:spChg chg="mod">
          <ac:chgData name="裴 熙隆" userId="d70ee545ee25833c" providerId="LiveId" clId="{E7DC43AA-75A3-41C3-AFCC-77B029893849}" dt="2026-05-05T05:47:58.062" v="409" actId="1076"/>
          <ac:spMkLst>
            <pc:docMk/>
            <pc:sldMk cId="1237748070" sldId="264"/>
            <ac:spMk id="43" creationId="{B5C7BB48-566F-4E94-AA81-A540991B9B2A}"/>
          </ac:spMkLst>
        </pc:spChg>
        <pc:spChg chg="mod">
          <ac:chgData name="裴 熙隆" userId="d70ee545ee25833c" providerId="LiveId" clId="{E7DC43AA-75A3-41C3-AFCC-77B029893849}" dt="2026-05-05T05:46:58.858" v="398" actId="14100"/>
          <ac:spMkLst>
            <pc:docMk/>
            <pc:sldMk cId="1237748070" sldId="264"/>
            <ac:spMk id="44" creationId="{51B92AB2-076F-46DA-BA07-EC347653FE28}"/>
          </ac:spMkLst>
        </pc:spChg>
        <pc:spChg chg="mod">
          <ac:chgData name="裴 熙隆" userId="d70ee545ee25833c" providerId="LiveId" clId="{E7DC43AA-75A3-41C3-AFCC-77B029893849}" dt="2026-05-05T05:22:33.046" v="298" actId="164"/>
          <ac:spMkLst>
            <pc:docMk/>
            <pc:sldMk cId="1237748070" sldId="264"/>
            <ac:spMk id="45" creationId="{C442542F-6BC6-4256-9224-0984751DB7CC}"/>
          </ac:spMkLst>
        </pc:spChg>
        <pc:spChg chg="mod">
          <ac:chgData name="裴 熙隆" userId="d70ee545ee25833c" providerId="LiveId" clId="{E7DC43AA-75A3-41C3-AFCC-77B029893849}" dt="2026-05-05T05:22:33.046" v="298" actId="164"/>
          <ac:spMkLst>
            <pc:docMk/>
            <pc:sldMk cId="1237748070" sldId="264"/>
            <ac:spMk id="46" creationId="{3F9789CE-AAEE-4F60-89BF-84A3684710BF}"/>
          </ac:spMkLst>
        </pc:spChg>
        <pc:spChg chg="mod">
          <ac:chgData name="裴 熙隆" userId="d70ee545ee25833c" providerId="LiveId" clId="{E7DC43AA-75A3-41C3-AFCC-77B029893849}" dt="2026-05-05T05:47:16.697" v="402" actId="1076"/>
          <ac:spMkLst>
            <pc:docMk/>
            <pc:sldMk cId="1237748070" sldId="264"/>
            <ac:spMk id="47" creationId="{E7DC2EC9-4720-41C2-A35A-C2B57BD5B8BB}"/>
          </ac:spMkLst>
        </pc:spChg>
        <pc:spChg chg="mod">
          <ac:chgData name="裴 熙隆" userId="d70ee545ee25833c" providerId="LiveId" clId="{E7DC43AA-75A3-41C3-AFCC-77B029893849}" dt="2026-05-05T05:47:44.065" v="407" actId="1076"/>
          <ac:spMkLst>
            <pc:docMk/>
            <pc:sldMk cId="1237748070" sldId="264"/>
            <ac:spMk id="48" creationId="{127FDC18-1BEC-42AB-AB6E-8E7B58EA3449}"/>
          </ac:spMkLst>
        </pc:spChg>
        <pc:spChg chg="mod">
          <ac:chgData name="裴 熙隆" userId="d70ee545ee25833c" providerId="LiveId" clId="{E7DC43AA-75A3-41C3-AFCC-77B029893849}" dt="2026-05-05T05:46:54.212" v="396" actId="1076"/>
          <ac:spMkLst>
            <pc:docMk/>
            <pc:sldMk cId="1237748070" sldId="264"/>
            <ac:spMk id="49" creationId="{F85C7D1E-175D-43C2-970E-4B4968392871}"/>
          </ac:spMkLst>
        </pc:spChg>
        <pc:spChg chg="mod">
          <ac:chgData name="裴 熙隆" userId="d70ee545ee25833c" providerId="LiveId" clId="{E7DC43AA-75A3-41C3-AFCC-77B029893849}" dt="2026-05-05T05:46:56.390" v="397" actId="1076"/>
          <ac:spMkLst>
            <pc:docMk/>
            <pc:sldMk cId="1237748070" sldId="264"/>
            <ac:spMk id="50" creationId="{098707B6-2040-4BC6-B421-3B123C48E242}"/>
          </ac:spMkLst>
        </pc:spChg>
        <pc:spChg chg="add mod">
          <ac:chgData name="裴 熙隆" userId="d70ee545ee25833c" providerId="LiveId" clId="{E7DC43AA-75A3-41C3-AFCC-77B029893849}" dt="2026-05-05T05:45:49.919" v="377" actId="14100"/>
          <ac:spMkLst>
            <pc:docMk/>
            <pc:sldMk cId="1237748070" sldId="264"/>
            <ac:spMk id="52" creationId="{34A34A6B-B384-4369-B36D-9944FB0F05CB}"/>
          </ac:spMkLst>
        </pc:spChg>
        <pc:spChg chg="add mod">
          <ac:chgData name="裴 熙隆" userId="d70ee545ee25833c" providerId="LiveId" clId="{E7DC43AA-75A3-41C3-AFCC-77B029893849}" dt="2026-05-05T05:47:08.013" v="400" actId="14100"/>
          <ac:spMkLst>
            <pc:docMk/>
            <pc:sldMk cId="1237748070" sldId="264"/>
            <ac:spMk id="53" creationId="{75901DBA-3542-42EE-A5E6-3548DFF3BED3}"/>
          </ac:spMkLst>
        </pc:spChg>
        <pc:spChg chg="add mod">
          <ac:chgData name="裴 熙隆" userId="d70ee545ee25833c" providerId="LiveId" clId="{E7DC43AA-75A3-41C3-AFCC-77B029893849}" dt="2026-05-05T05:24:56.185" v="334" actId="1076"/>
          <ac:spMkLst>
            <pc:docMk/>
            <pc:sldMk cId="1237748070" sldId="264"/>
            <ac:spMk id="54" creationId="{7627AB87-6CD8-4069-B8A7-10BB0BB65022}"/>
          </ac:spMkLst>
        </pc:spChg>
        <pc:spChg chg="add mod">
          <ac:chgData name="裴 熙隆" userId="d70ee545ee25833c" providerId="LiveId" clId="{E7DC43AA-75A3-41C3-AFCC-77B029893849}" dt="2026-05-05T05:45:59.353" v="380" actId="1076"/>
          <ac:spMkLst>
            <pc:docMk/>
            <pc:sldMk cId="1237748070" sldId="264"/>
            <ac:spMk id="55" creationId="{F05AE1F0-C55E-4769-9363-ECCB79C54DC2}"/>
          </ac:spMkLst>
        </pc:spChg>
        <pc:spChg chg="add mod">
          <ac:chgData name="裴 熙隆" userId="d70ee545ee25833c" providerId="LiveId" clId="{E7DC43AA-75A3-41C3-AFCC-77B029893849}" dt="2026-05-05T05:47:38.595" v="406" actId="404"/>
          <ac:spMkLst>
            <pc:docMk/>
            <pc:sldMk cId="1237748070" sldId="264"/>
            <ac:spMk id="56" creationId="{C75F9AB9-933D-46C1-9399-09833E4C0DA3}"/>
          </ac:spMkLst>
        </pc:spChg>
        <pc:grpChg chg="del mod">
          <ac:chgData name="裴 熙隆" userId="d70ee545ee25833c" providerId="LiveId" clId="{E7DC43AA-75A3-41C3-AFCC-77B029893849}" dt="2026-05-05T05:22:18.721" v="293" actId="27803"/>
          <ac:grpSpMkLst>
            <pc:docMk/>
            <pc:sldMk cId="1237748070" sldId="264"/>
            <ac:grpSpMk id="13" creationId="{1FF3E4D7-D853-402E-88E2-B82C19C62855}"/>
          </ac:grpSpMkLst>
        </pc:grpChg>
        <pc:grpChg chg="add mod">
          <ac:chgData name="裴 熙隆" userId="d70ee545ee25833c" providerId="LiveId" clId="{E7DC43AA-75A3-41C3-AFCC-77B029893849}" dt="2026-05-05T05:46:15.568" v="385" actId="1076"/>
          <ac:grpSpMkLst>
            <pc:docMk/>
            <pc:sldMk cId="1237748070" sldId="264"/>
            <ac:grpSpMk id="51" creationId="{CF81441A-662A-4D3C-BEDE-779A0362C993}"/>
          </ac:grpSpMkLst>
        </pc:grpChg>
        <pc:graphicFrameChg chg="add del mod">
          <ac:chgData name="裴 熙隆" userId="d70ee545ee25833c" providerId="LiveId" clId="{E7DC43AA-75A3-41C3-AFCC-77B029893849}" dt="2026-05-05T05:22:10.086" v="289"/>
          <ac:graphicFrameMkLst>
            <pc:docMk/>
            <pc:sldMk cId="1237748070" sldId="264"/>
            <ac:graphicFrameMk id="3" creationId="{551EB1B1-698E-4D93-83D6-7E3E6D7A618C}"/>
          </ac:graphicFrameMkLst>
        </pc:graphicFrameChg>
        <pc:picChg chg="add mod modCrop">
          <ac:chgData name="裴 熙隆" userId="d70ee545ee25833c" providerId="LiveId" clId="{E7DC43AA-75A3-41C3-AFCC-77B029893849}" dt="2026-05-05T05:24:50.919" v="333" actId="1076"/>
          <ac:picMkLst>
            <pc:docMk/>
            <pc:sldMk cId="1237748070" sldId="264"/>
            <ac:picMk id="2" creationId="{BB7EE33C-2248-4427-98E4-70EE9FB8F716}"/>
          </ac:picMkLst>
        </pc:picChg>
        <pc:picChg chg="add del mod">
          <ac:chgData name="裴 熙隆" userId="d70ee545ee25833c" providerId="LiveId" clId="{E7DC43AA-75A3-41C3-AFCC-77B029893849}" dt="2026-05-05T05:22:18.721" v="293" actId="27803"/>
          <ac:picMkLst>
            <pc:docMk/>
            <pc:sldMk cId="1237748070" sldId="264"/>
            <ac:picMk id="7" creationId="{BBEE1EB0-AA7E-4E36-94B4-459DF4B00A5E}"/>
          </ac:picMkLst>
        </pc:picChg>
      </pc:sldChg>
    </pc:docChg>
  </pc:docChgLst>
  <pc:docChgLst>
    <pc:chgData name="Rabbit AI" userId="d70ee545ee25833c" providerId="LiveId" clId="{8AEE6C01-8D16-45E4-B595-8E2846456CE4}"/>
    <pc:docChg chg="undo redo custSel addSld delSld modSld delSection modSection">
      <pc:chgData name="Rabbit AI" userId="d70ee545ee25833c" providerId="LiveId" clId="{8AEE6C01-8D16-45E4-B595-8E2846456CE4}" dt="2026-05-05T02:57:36.283" v="348" actId="17851"/>
      <pc:docMkLst>
        <pc:docMk/>
      </pc:docMkLst>
      <pc:sldChg chg="del">
        <pc:chgData name="Rabbit AI" userId="d70ee545ee25833c" providerId="LiveId" clId="{8AEE6C01-8D16-45E4-B595-8E2846456CE4}" dt="2026-05-05T02:57:33.449" v="346" actId="47"/>
        <pc:sldMkLst>
          <pc:docMk/>
          <pc:sldMk cId="1599201057" sldId="260"/>
        </pc:sldMkLst>
      </pc:sldChg>
      <pc:sldChg chg="del">
        <pc:chgData name="Rabbit AI" userId="d70ee545ee25833c" providerId="LiveId" clId="{8AEE6C01-8D16-45E4-B595-8E2846456CE4}" dt="2026-05-05T02:57:32.960" v="345" actId="47"/>
        <pc:sldMkLst>
          <pc:docMk/>
          <pc:sldMk cId="2940007549" sldId="261"/>
        </pc:sldMkLst>
      </pc:sldChg>
      <pc:sldChg chg="del">
        <pc:chgData name="Rabbit AI" userId="d70ee545ee25833c" providerId="LiveId" clId="{8AEE6C01-8D16-45E4-B595-8E2846456CE4}" dt="2026-05-05T02:57:33.802" v="347" actId="47"/>
        <pc:sldMkLst>
          <pc:docMk/>
          <pc:sldMk cId="708757500" sldId="262"/>
        </pc:sldMkLst>
      </pc:sldChg>
      <pc:sldChg chg="del">
        <pc:chgData name="Rabbit AI" userId="d70ee545ee25833c" providerId="LiveId" clId="{8AEE6C01-8D16-45E4-B595-8E2846456CE4}" dt="2026-05-05T02:57:32.173" v="344" actId="47"/>
        <pc:sldMkLst>
          <pc:docMk/>
          <pc:sldMk cId="1044098174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037B0A7-8C85-4EFB-A979-3541599C3E15}"/>
              </a:ext>
            </a:extLst>
          </p:cNvPr>
          <p:cNvSpPr/>
          <p:nvPr/>
        </p:nvSpPr>
        <p:spPr>
          <a:xfrm>
            <a:off x="2699299" y="1446267"/>
            <a:ext cx="2952750" cy="952500"/>
          </a:xfrm>
          <a:custGeom>
            <a:avLst/>
            <a:gdLst>
              <a:gd name="connsiteX0" fmla="*/ 571500 w 2952750"/>
              <a:gd name="connsiteY0" fmla="*/ 0 h 952500"/>
              <a:gd name="connsiteX1" fmla="*/ 2952750 w 2952750"/>
              <a:gd name="connsiteY1" fmla="*/ 0 h 952500"/>
              <a:gd name="connsiteX2" fmla="*/ 2381250 w 2952750"/>
              <a:gd name="connsiteY2" fmla="*/ 952500 h 952500"/>
              <a:gd name="connsiteX3" fmla="*/ 0 w 295275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2750" h="952500">
                <a:moveTo>
                  <a:pt x="571500" y="0"/>
                </a:moveTo>
                <a:lnTo>
                  <a:pt x="2952750" y="0"/>
                </a:lnTo>
                <a:lnTo>
                  <a:pt x="238125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9C978C6-5ECC-484B-8329-85B1DA75FD12}"/>
              </a:ext>
            </a:extLst>
          </p:cNvPr>
          <p:cNvSpPr/>
          <p:nvPr/>
        </p:nvSpPr>
        <p:spPr>
          <a:xfrm>
            <a:off x="2699299" y="2728015"/>
            <a:ext cx="2381250" cy="95250"/>
          </a:xfrm>
          <a:custGeom>
            <a:avLst/>
            <a:gdLst>
              <a:gd name="connsiteX0" fmla="*/ 0 w 2381250"/>
              <a:gd name="connsiteY0" fmla="*/ 0 h 95250"/>
              <a:gd name="connsiteX1" fmla="*/ 2381250 w 2381250"/>
              <a:gd name="connsiteY1" fmla="*/ 0 h 95250"/>
              <a:gd name="connsiteX2" fmla="*/ 2381250 w 2381250"/>
              <a:gd name="connsiteY2" fmla="*/ 95250 h 95250"/>
              <a:gd name="connsiteX3" fmla="*/ 0 w 2381250"/>
              <a:gd name="connsiteY3" fmla="*/ 95250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95250">
                <a:moveTo>
                  <a:pt x="0" y="0"/>
                </a:moveTo>
                <a:lnTo>
                  <a:pt x="2381250" y="0"/>
                </a:lnTo>
                <a:lnTo>
                  <a:pt x="2381250" y="95250"/>
                </a:lnTo>
                <a:lnTo>
                  <a:pt x="0" y="9525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73576B5-8568-470C-A77D-CF663883F9C1}"/>
              </a:ext>
            </a:extLst>
          </p:cNvPr>
          <p:cNvSpPr/>
          <p:nvPr/>
        </p:nvSpPr>
        <p:spPr>
          <a:xfrm>
            <a:off x="2699299" y="2398767"/>
            <a:ext cx="2381250" cy="333375"/>
          </a:xfrm>
          <a:custGeom>
            <a:avLst/>
            <a:gdLst>
              <a:gd name="connsiteX0" fmla="*/ 0 w 2381250"/>
              <a:gd name="connsiteY0" fmla="*/ 0 h 952500"/>
              <a:gd name="connsiteX1" fmla="*/ 2381250 w 2381250"/>
              <a:gd name="connsiteY1" fmla="*/ 0 h 952500"/>
              <a:gd name="connsiteX2" fmla="*/ 2381250 w 2381250"/>
              <a:gd name="connsiteY2" fmla="*/ 952500 h 952500"/>
              <a:gd name="connsiteX3" fmla="*/ 0 w 238125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952500">
                <a:moveTo>
                  <a:pt x="0" y="0"/>
                </a:moveTo>
                <a:lnTo>
                  <a:pt x="2381250" y="0"/>
                </a:lnTo>
                <a:lnTo>
                  <a:pt x="238125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AF858AD-B371-4B1C-BC30-4E3CE894383B}"/>
              </a:ext>
            </a:extLst>
          </p:cNvPr>
          <p:cNvSpPr/>
          <p:nvPr/>
        </p:nvSpPr>
        <p:spPr>
          <a:xfrm>
            <a:off x="3194599" y="1541517"/>
            <a:ext cx="2266950" cy="285750"/>
          </a:xfrm>
          <a:custGeom>
            <a:avLst/>
            <a:gdLst>
              <a:gd name="connsiteX0" fmla="*/ 171450 w 2266950"/>
              <a:gd name="connsiteY0" fmla="*/ 0 h 285750"/>
              <a:gd name="connsiteX1" fmla="*/ 2266950 w 2266950"/>
              <a:gd name="connsiteY1" fmla="*/ 0 h 285750"/>
              <a:gd name="connsiteX2" fmla="*/ 2095500 w 2266950"/>
              <a:gd name="connsiteY2" fmla="*/ 285750 h 285750"/>
              <a:gd name="connsiteX3" fmla="*/ 0 w 2266950"/>
              <a:gd name="connsiteY3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6950" h="285750">
                <a:moveTo>
                  <a:pt x="171450" y="0"/>
                </a:moveTo>
                <a:lnTo>
                  <a:pt x="2266950" y="0"/>
                </a:lnTo>
                <a:lnTo>
                  <a:pt x="2095500" y="285750"/>
                </a:lnTo>
                <a:lnTo>
                  <a:pt x="0" y="28575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E522170-5D5A-4F5F-B0E7-E7AD3D68F5C5}"/>
              </a:ext>
            </a:extLst>
          </p:cNvPr>
          <p:cNvSpPr/>
          <p:nvPr/>
        </p:nvSpPr>
        <p:spPr>
          <a:xfrm>
            <a:off x="3032674" y="1827267"/>
            <a:ext cx="2266950" cy="285750"/>
          </a:xfrm>
          <a:custGeom>
            <a:avLst/>
            <a:gdLst>
              <a:gd name="connsiteX0" fmla="*/ 0 w 2266950"/>
              <a:gd name="connsiteY0" fmla="*/ 285750 h 285750"/>
              <a:gd name="connsiteX1" fmla="*/ 2095500 w 2266950"/>
              <a:gd name="connsiteY1" fmla="*/ 285750 h 285750"/>
              <a:gd name="connsiteX2" fmla="*/ 2266950 w 2266950"/>
              <a:gd name="connsiteY2" fmla="*/ 0 h 285750"/>
              <a:gd name="connsiteX3" fmla="*/ 171450 w 22669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6950" h="285750">
                <a:moveTo>
                  <a:pt x="0" y="285750"/>
                </a:moveTo>
                <a:lnTo>
                  <a:pt x="2095500" y="285750"/>
                </a:lnTo>
                <a:lnTo>
                  <a:pt x="2266950" y="0"/>
                </a:lnTo>
                <a:lnTo>
                  <a:pt x="171450" y="0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A1141A7-D6FD-498E-AE26-907F4573CD31}"/>
              </a:ext>
            </a:extLst>
          </p:cNvPr>
          <p:cNvSpPr/>
          <p:nvPr/>
        </p:nvSpPr>
        <p:spPr>
          <a:xfrm>
            <a:off x="2908849" y="2017767"/>
            <a:ext cx="2266950" cy="285750"/>
          </a:xfrm>
          <a:custGeom>
            <a:avLst/>
            <a:gdLst>
              <a:gd name="connsiteX0" fmla="*/ 171450 w 2266950"/>
              <a:gd name="connsiteY0" fmla="*/ 0 h 285750"/>
              <a:gd name="connsiteX1" fmla="*/ 2266950 w 2266950"/>
              <a:gd name="connsiteY1" fmla="*/ 0 h 285750"/>
              <a:gd name="connsiteX2" fmla="*/ 2095500 w 2266950"/>
              <a:gd name="connsiteY2" fmla="*/ 285750 h 285750"/>
              <a:gd name="connsiteX3" fmla="*/ 0 w 2266950"/>
              <a:gd name="connsiteY3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6950" h="285750">
                <a:moveTo>
                  <a:pt x="171450" y="0"/>
                </a:moveTo>
                <a:lnTo>
                  <a:pt x="2266950" y="0"/>
                </a:lnTo>
                <a:lnTo>
                  <a:pt x="2095500" y="285750"/>
                </a:lnTo>
                <a:lnTo>
                  <a:pt x="0" y="28575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C3E848C-7144-4FF8-97FC-AA52D235A5E6}"/>
              </a:ext>
            </a:extLst>
          </p:cNvPr>
          <p:cNvSpPr/>
          <p:nvPr/>
        </p:nvSpPr>
        <p:spPr>
          <a:xfrm>
            <a:off x="4737649" y="2132067"/>
            <a:ext cx="114300" cy="57150"/>
          </a:xfrm>
          <a:custGeom>
            <a:avLst/>
            <a:gdLst>
              <a:gd name="connsiteX0" fmla="*/ 114300 w 114300"/>
              <a:gd name="connsiteY0" fmla="*/ 28575 h 57150"/>
              <a:gd name="connsiteX1" fmla="*/ 57150 w 114300"/>
              <a:gd name="connsiteY1" fmla="*/ 57150 h 57150"/>
              <a:gd name="connsiteX2" fmla="*/ 0 w 114300"/>
              <a:gd name="connsiteY2" fmla="*/ 28575 h 57150"/>
              <a:gd name="connsiteX3" fmla="*/ 57150 w 114300"/>
              <a:gd name="connsiteY3" fmla="*/ 0 h 57150"/>
              <a:gd name="connsiteX4" fmla="*/ 114300 w 114300"/>
              <a:gd name="connsiteY4" fmla="*/ 28575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" h="57150">
                <a:moveTo>
                  <a:pt x="114300" y="28575"/>
                </a:moveTo>
                <a:cubicBezTo>
                  <a:pt x="114300" y="44357"/>
                  <a:pt x="88713" y="57150"/>
                  <a:pt x="57150" y="57150"/>
                </a:cubicBezTo>
                <a:cubicBezTo>
                  <a:pt x="25587" y="57150"/>
                  <a:pt x="0" y="44357"/>
                  <a:pt x="0" y="28575"/>
                </a:cubicBezTo>
                <a:cubicBezTo>
                  <a:pt x="0" y="12793"/>
                  <a:pt x="25587" y="0"/>
                  <a:pt x="57150" y="0"/>
                </a:cubicBezTo>
                <a:cubicBezTo>
                  <a:pt x="88713" y="0"/>
                  <a:pt x="114300" y="12793"/>
                  <a:pt x="114300" y="28575"/>
                </a:cubicBezTo>
                <a:close/>
              </a:path>
            </a:pathLst>
          </a:custGeom>
          <a:noFill/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19ED4EF-33E9-4F5A-AFD3-83AA35380AB2}"/>
              </a:ext>
            </a:extLst>
          </p:cNvPr>
          <p:cNvSpPr/>
          <p:nvPr/>
        </p:nvSpPr>
        <p:spPr>
          <a:xfrm>
            <a:off x="4737649" y="2160642"/>
            <a:ext cx="51435" cy="428625"/>
          </a:xfrm>
          <a:custGeom>
            <a:avLst/>
            <a:gdLst>
              <a:gd name="connsiteX0" fmla="*/ 0 w 9525"/>
              <a:gd name="connsiteY0" fmla="*/ 0 h 1143000"/>
              <a:gd name="connsiteX1" fmla="*/ 0 w 9525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14288" cap="flat">
            <a:solidFill>
              <a:srgbClr val="000000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3DD0DAFF-6D61-4909-A45A-29B1B6DF3F61}"/>
              </a:ext>
            </a:extLst>
          </p:cNvPr>
          <p:cNvSpPr/>
          <p:nvPr/>
        </p:nvSpPr>
        <p:spPr>
          <a:xfrm>
            <a:off x="4851949" y="2160642"/>
            <a:ext cx="51435" cy="428625"/>
          </a:xfrm>
          <a:custGeom>
            <a:avLst/>
            <a:gdLst>
              <a:gd name="connsiteX0" fmla="*/ 0 w 9525"/>
              <a:gd name="connsiteY0" fmla="*/ 0 h 1143000"/>
              <a:gd name="connsiteX1" fmla="*/ 0 w 9525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14288" cap="flat">
            <a:solidFill>
              <a:srgbClr val="000000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BEFF140B-6269-41D0-92C9-9091BC4C1797}"/>
              </a:ext>
            </a:extLst>
          </p:cNvPr>
          <p:cNvSpPr/>
          <p:nvPr/>
        </p:nvSpPr>
        <p:spPr>
          <a:xfrm>
            <a:off x="4737649" y="2536879"/>
            <a:ext cx="114300" cy="57150"/>
          </a:xfrm>
          <a:custGeom>
            <a:avLst/>
            <a:gdLst>
              <a:gd name="connsiteX0" fmla="*/ 114300 w 114300"/>
              <a:gd name="connsiteY0" fmla="*/ 28575 h 57150"/>
              <a:gd name="connsiteX1" fmla="*/ 57150 w 114300"/>
              <a:gd name="connsiteY1" fmla="*/ 57150 h 57150"/>
              <a:gd name="connsiteX2" fmla="*/ 0 w 114300"/>
              <a:gd name="connsiteY2" fmla="*/ 28575 h 57150"/>
              <a:gd name="connsiteX3" fmla="*/ 57150 w 114300"/>
              <a:gd name="connsiteY3" fmla="*/ 0 h 57150"/>
              <a:gd name="connsiteX4" fmla="*/ 114300 w 114300"/>
              <a:gd name="connsiteY4" fmla="*/ 28575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" h="57150">
                <a:moveTo>
                  <a:pt x="114300" y="28575"/>
                </a:moveTo>
                <a:cubicBezTo>
                  <a:pt x="114300" y="44357"/>
                  <a:pt x="88713" y="57150"/>
                  <a:pt x="57150" y="57150"/>
                </a:cubicBezTo>
                <a:cubicBezTo>
                  <a:pt x="25587" y="57150"/>
                  <a:pt x="0" y="44357"/>
                  <a:pt x="0" y="28575"/>
                </a:cubicBezTo>
                <a:cubicBezTo>
                  <a:pt x="0" y="12793"/>
                  <a:pt x="25587" y="0"/>
                  <a:pt x="57150" y="0"/>
                </a:cubicBezTo>
                <a:cubicBezTo>
                  <a:pt x="88713" y="0"/>
                  <a:pt x="114300" y="12793"/>
                  <a:pt x="114300" y="28575"/>
                </a:cubicBezTo>
                <a:close/>
              </a:path>
            </a:pathLst>
          </a:custGeom>
          <a:noFill/>
          <a:ln w="14288" cap="flat">
            <a:solidFill>
              <a:srgbClr val="000000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AAB890-C04A-4BA8-A826-893EC2205834}"/>
              </a:ext>
            </a:extLst>
          </p:cNvPr>
          <p:cNvSpPr txBox="1"/>
          <p:nvPr/>
        </p:nvSpPr>
        <p:spPr>
          <a:xfrm>
            <a:off x="3134073" y="1127095"/>
            <a:ext cx="10502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超材料结构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F6A1F877-4133-44D4-8630-9765B45867D9}"/>
              </a:ext>
            </a:extLst>
          </p:cNvPr>
          <p:cNvSpPr/>
          <p:nvPr/>
        </p:nvSpPr>
        <p:spPr>
          <a:xfrm>
            <a:off x="3601725" y="1398642"/>
            <a:ext cx="335823" cy="285750"/>
          </a:xfrm>
          <a:custGeom>
            <a:avLst/>
            <a:gdLst>
              <a:gd name="connsiteX0" fmla="*/ 0 w 1143000"/>
              <a:gd name="connsiteY0" fmla="*/ 0 h 285750"/>
              <a:gd name="connsiteX1" fmla="*/ 1143000 w 11430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285750">
                <a:moveTo>
                  <a:pt x="0" y="0"/>
                </a:moveTo>
                <a:lnTo>
                  <a:pt x="1143000" y="28575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AB2BA8-ACED-478A-9B88-170CBBC39FB2}"/>
              </a:ext>
            </a:extLst>
          </p:cNvPr>
          <p:cNvSpPr txBox="1"/>
          <p:nvPr/>
        </p:nvSpPr>
        <p:spPr>
          <a:xfrm>
            <a:off x="2305282" y="1383099"/>
            <a:ext cx="7040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二极管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6F19014C-114A-4ACD-99EC-00225608D3F9}"/>
              </a:ext>
            </a:extLst>
          </p:cNvPr>
          <p:cNvSpPr/>
          <p:nvPr/>
        </p:nvSpPr>
        <p:spPr>
          <a:xfrm flipV="1">
            <a:off x="2773973" y="1712927"/>
            <a:ext cx="1258826" cy="199588"/>
          </a:xfrm>
          <a:custGeom>
            <a:avLst/>
            <a:gdLst>
              <a:gd name="connsiteX0" fmla="*/ 0 w 1238250"/>
              <a:gd name="connsiteY0" fmla="*/ 47625 h 47625"/>
              <a:gd name="connsiteX1" fmla="*/ 1238250 w 1238250"/>
              <a:gd name="connsiteY1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8250" h="47625">
                <a:moveTo>
                  <a:pt x="0" y="47625"/>
                </a:moveTo>
                <a:lnTo>
                  <a:pt x="123825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25D47E-5779-43D4-82AF-EA9265EEC401}"/>
              </a:ext>
            </a:extLst>
          </p:cNvPr>
          <p:cNvSpPr txBox="1"/>
          <p:nvPr/>
        </p:nvSpPr>
        <p:spPr>
          <a:xfrm>
            <a:off x="2153766" y="1730806"/>
            <a:ext cx="87716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绝缘基底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97C0B62-865F-4E4F-A3A5-63ECAB0D9DEB}"/>
              </a:ext>
            </a:extLst>
          </p:cNvPr>
          <p:cNvSpPr txBox="1"/>
          <p:nvPr/>
        </p:nvSpPr>
        <p:spPr>
          <a:xfrm>
            <a:off x="5558325" y="2040681"/>
            <a:ext cx="7126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通孔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D3BFE1-2826-44B3-A82B-F2C358AF2070}"/>
              </a:ext>
            </a:extLst>
          </p:cNvPr>
          <p:cNvSpPr txBox="1"/>
          <p:nvPr/>
        </p:nvSpPr>
        <p:spPr>
          <a:xfrm>
            <a:off x="5722555" y="1663760"/>
            <a:ext cx="75212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电源/地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6C17498-804F-46BB-BE80-8C62C59C1659}"/>
              </a:ext>
            </a:extLst>
          </p:cNvPr>
          <p:cNvSpPr/>
          <p:nvPr/>
        </p:nvSpPr>
        <p:spPr>
          <a:xfrm>
            <a:off x="5080549" y="1775515"/>
            <a:ext cx="571500" cy="1047750"/>
          </a:xfrm>
          <a:custGeom>
            <a:avLst/>
            <a:gdLst>
              <a:gd name="connsiteX0" fmla="*/ 0 w 571500"/>
              <a:gd name="connsiteY0" fmla="*/ 952500 h 1047750"/>
              <a:gd name="connsiteX1" fmla="*/ 571500 w 571500"/>
              <a:gd name="connsiteY1" fmla="*/ 0 h 1047750"/>
              <a:gd name="connsiteX2" fmla="*/ 571500 w 571500"/>
              <a:gd name="connsiteY2" fmla="*/ 95250 h 1047750"/>
              <a:gd name="connsiteX3" fmla="*/ 0 w 571500"/>
              <a:gd name="connsiteY3" fmla="*/ 104775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1047750">
                <a:moveTo>
                  <a:pt x="0" y="952500"/>
                </a:moveTo>
                <a:lnTo>
                  <a:pt x="571500" y="0"/>
                </a:lnTo>
                <a:lnTo>
                  <a:pt x="571500" y="95250"/>
                </a:lnTo>
                <a:lnTo>
                  <a:pt x="0" y="104775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755FBAD-C853-4A2D-9DB5-20C81BF7D17E}"/>
              </a:ext>
            </a:extLst>
          </p:cNvPr>
          <p:cNvSpPr/>
          <p:nvPr/>
        </p:nvSpPr>
        <p:spPr>
          <a:xfrm>
            <a:off x="5652049" y="1446267"/>
            <a:ext cx="47625" cy="421005"/>
          </a:xfrm>
          <a:custGeom>
            <a:avLst/>
            <a:gdLst>
              <a:gd name="connsiteX0" fmla="*/ 0 w 9525"/>
              <a:gd name="connsiteY0" fmla="*/ 0 h 1143000"/>
              <a:gd name="connsiteX1" fmla="*/ 0 w 9525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19050" cap="flat" cmpd="sng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0CCEB29-D33F-412D-9DA5-6B2B16D28017}"/>
              </a:ext>
            </a:extLst>
          </p:cNvPr>
          <p:cNvSpPr/>
          <p:nvPr/>
        </p:nvSpPr>
        <p:spPr>
          <a:xfrm>
            <a:off x="4017559" y="1828616"/>
            <a:ext cx="304800" cy="190500"/>
          </a:xfrm>
          <a:custGeom>
            <a:avLst/>
            <a:gdLst>
              <a:gd name="connsiteX0" fmla="*/ 95250 w 304800"/>
              <a:gd name="connsiteY0" fmla="*/ 0 h 190500"/>
              <a:gd name="connsiteX1" fmla="*/ 304800 w 304800"/>
              <a:gd name="connsiteY1" fmla="*/ 0 h 190500"/>
              <a:gd name="connsiteX2" fmla="*/ 20955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95250" y="0"/>
                </a:moveTo>
                <a:lnTo>
                  <a:pt x="304800" y="0"/>
                </a:lnTo>
                <a:lnTo>
                  <a:pt x="209550" y="190500"/>
                </a:lnTo>
                <a:lnTo>
                  <a:pt x="0" y="19050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D5348B6-BBE7-4A9A-AE26-AD3BBB3F8CB5}"/>
              </a:ext>
            </a:extLst>
          </p:cNvPr>
          <p:cNvSpPr/>
          <p:nvPr/>
        </p:nvSpPr>
        <p:spPr>
          <a:xfrm flipV="1">
            <a:off x="4851950" y="2189216"/>
            <a:ext cx="758190" cy="56779"/>
          </a:xfrm>
          <a:custGeom>
            <a:avLst/>
            <a:gdLst>
              <a:gd name="connsiteX0" fmla="*/ 1095375 w 1095375"/>
              <a:gd name="connsiteY0" fmla="*/ 190500 h 190500"/>
              <a:gd name="connsiteX1" fmla="*/ 0 w 1095375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5375" h="190500">
                <a:moveTo>
                  <a:pt x="1095375" y="190500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DF166BD-CE7D-492E-85FE-1B58A486371A}"/>
              </a:ext>
            </a:extLst>
          </p:cNvPr>
          <p:cNvSpPr/>
          <p:nvPr/>
        </p:nvSpPr>
        <p:spPr>
          <a:xfrm>
            <a:off x="2628793" y="2007765"/>
            <a:ext cx="267025" cy="580153"/>
          </a:xfrm>
          <a:custGeom>
            <a:avLst/>
            <a:gdLst>
              <a:gd name="connsiteX0" fmla="*/ 523875 w 523875"/>
              <a:gd name="connsiteY0" fmla="*/ 190500 h 190500"/>
              <a:gd name="connsiteX1" fmla="*/ 0 w 523875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" h="190500">
                <a:moveTo>
                  <a:pt x="523875" y="190500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F930BC3B-05CD-4201-B4CA-CC144AE23741}"/>
              </a:ext>
            </a:extLst>
          </p:cNvPr>
          <p:cNvSpPr/>
          <p:nvPr/>
        </p:nvSpPr>
        <p:spPr>
          <a:xfrm flipV="1">
            <a:off x="5611003" y="1821076"/>
            <a:ext cx="200975" cy="45719"/>
          </a:xfrm>
          <a:custGeom>
            <a:avLst/>
            <a:gdLst>
              <a:gd name="connsiteX0" fmla="*/ 857250 w 857250"/>
              <a:gd name="connsiteY0" fmla="*/ 47625 h 47625"/>
              <a:gd name="connsiteX1" fmla="*/ 0 w 857250"/>
              <a:gd name="connsiteY1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7250" h="47625">
                <a:moveTo>
                  <a:pt x="857250" y="47625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1621C48-E3E0-4346-8257-A4B79CBF13EB}"/>
              </a:ext>
            </a:extLst>
          </p:cNvPr>
          <p:cNvSpPr/>
          <p:nvPr/>
        </p:nvSpPr>
        <p:spPr>
          <a:xfrm flipV="1">
            <a:off x="5258120" y="2479362"/>
            <a:ext cx="308740" cy="45719"/>
          </a:xfrm>
          <a:custGeom>
            <a:avLst/>
            <a:gdLst>
              <a:gd name="connsiteX0" fmla="*/ 857250 w 857250"/>
              <a:gd name="connsiteY0" fmla="*/ 47625 h 47625"/>
              <a:gd name="connsiteX1" fmla="*/ 0 w 857250"/>
              <a:gd name="connsiteY1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7250" h="47625">
                <a:moveTo>
                  <a:pt x="857250" y="47625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038149E-EDAA-41E4-A032-D921E5051D6D}"/>
              </a:ext>
            </a:extLst>
          </p:cNvPr>
          <p:cNvSpPr txBox="1"/>
          <p:nvPr/>
        </p:nvSpPr>
        <p:spPr>
          <a:xfrm>
            <a:off x="5498067" y="2335431"/>
            <a:ext cx="7040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信号层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7EE33C-2248-4427-98E4-70EE9FB8F7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80" r="3924" b="10138"/>
          <a:stretch/>
        </p:blipFill>
        <p:spPr>
          <a:xfrm>
            <a:off x="6630915" y="1315203"/>
            <a:ext cx="3195817" cy="2328318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3F387B6-989F-4C4F-B1F0-F329D204CDFC}"/>
              </a:ext>
            </a:extLst>
          </p:cNvPr>
          <p:cNvSpPr txBox="1"/>
          <p:nvPr/>
        </p:nvSpPr>
        <p:spPr>
          <a:xfrm>
            <a:off x="7413964" y="2746499"/>
            <a:ext cx="712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开</a:t>
            </a:r>
            <a:endParaRPr lang="en-US" altLang="zh-CN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  <a:p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关</a:t>
            </a:r>
            <a:endParaRPr lang="en-US" altLang="zh-CN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相位差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29AF437-29DE-4D6C-8723-7C82BBA2FA04}"/>
              </a:ext>
            </a:extLst>
          </p:cNvPr>
          <p:cNvSpPr txBox="1"/>
          <p:nvPr/>
        </p:nvSpPr>
        <p:spPr>
          <a:xfrm>
            <a:off x="7822798" y="3618146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频率 </a:t>
            </a:r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(GHz)</a:t>
            </a:r>
            <a:endParaRPr lang="zh-CN" altLang="en-US" sz="14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9C854F9-439A-46B6-9F19-A577493DB2B7}"/>
              </a:ext>
            </a:extLst>
          </p:cNvPr>
          <p:cNvSpPr txBox="1"/>
          <p:nvPr/>
        </p:nvSpPr>
        <p:spPr>
          <a:xfrm rot="16200000">
            <a:off x="6061695" y="2271633"/>
            <a:ext cx="1091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相位 </a:t>
            </a:r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</a:t>
            </a:r>
            <a:r>
              <a:rPr lang="zh-CN" altLang="en-US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度</a:t>
            </a:r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)</a:t>
            </a:r>
            <a:endParaRPr lang="zh-CN" altLang="en-US" sz="14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D6F5606-6854-4ED3-9D37-170518B89B24}"/>
              </a:ext>
            </a:extLst>
          </p:cNvPr>
          <p:cNvSpPr txBox="1"/>
          <p:nvPr/>
        </p:nvSpPr>
        <p:spPr>
          <a:xfrm>
            <a:off x="2517648" y="3880803"/>
            <a:ext cx="375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(a) 1-bit RIS</a:t>
            </a:r>
            <a:r>
              <a:rPr lang="zh-CN" altLang="en-US" sz="140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单元结构及等效电路</a:t>
            </a:r>
            <a:endParaRPr lang="zh-CN" altLang="en-US" sz="14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E15FC3-81EB-4CD4-BBD8-D104C59A03D5}"/>
              </a:ext>
            </a:extLst>
          </p:cNvPr>
          <p:cNvSpPr txBox="1"/>
          <p:nvPr/>
        </p:nvSpPr>
        <p:spPr>
          <a:xfrm>
            <a:off x="6471557" y="3884550"/>
            <a:ext cx="3355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(b) RIS</a:t>
            </a:r>
            <a:r>
              <a:rPr lang="zh-CN" altLang="en-US" sz="140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移相曲线</a:t>
            </a:r>
            <a:endParaRPr lang="zh-CN" altLang="en-US" sz="14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3FBA23C6-488C-4118-9792-FE0B16CD169E}"/>
              </a:ext>
            </a:extLst>
          </p:cNvPr>
          <p:cNvSpPr/>
          <p:nvPr/>
        </p:nvSpPr>
        <p:spPr>
          <a:xfrm>
            <a:off x="3149408" y="3206169"/>
            <a:ext cx="81172" cy="81172"/>
          </a:xfrm>
          <a:custGeom>
            <a:avLst/>
            <a:gdLst>
              <a:gd name="connsiteX0" fmla="*/ 81172 w 81172"/>
              <a:gd name="connsiteY0" fmla="*/ 40586 h 81172"/>
              <a:gd name="connsiteX1" fmla="*/ 40586 w 81172"/>
              <a:gd name="connsiteY1" fmla="*/ 81172 h 81172"/>
              <a:gd name="connsiteX2" fmla="*/ 0 w 81172"/>
              <a:gd name="connsiteY2" fmla="*/ 40586 h 81172"/>
              <a:gd name="connsiteX3" fmla="*/ 40586 w 81172"/>
              <a:gd name="connsiteY3" fmla="*/ 0 h 81172"/>
              <a:gd name="connsiteX4" fmla="*/ 81172 w 81172"/>
              <a:gd name="connsiteY4" fmla="*/ 40586 h 8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72" h="81172">
                <a:moveTo>
                  <a:pt x="81172" y="40586"/>
                </a:moveTo>
                <a:cubicBezTo>
                  <a:pt x="81172" y="63001"/>
                  <a:pt x="63001" y="81172"/>
                  <a:pt x="40586" y="81172"/>
                </a:cubicBezTo>
                <a:cubicBezTo>
                  <a:pt x="18171" y="81172"/>
                  <a:pt x="0" y="63001"/>
                  <a:pt x="0" y="40586"/>
                </a:cubicBezTo>
                <a:cubicBezTo>
                  <a:pt x="0" y="18171"/>
                  <a:pt x="18171" y="0"/>
                  <a:pt x="40586" y="0"/>
                </a:cubicBezTo>
                <a:cubicBezTo>
                  <a:pt x="63001" y="0"/>
                  <a:pt x="81172" y="18171"/>
                  <a:pt x="81172" y="40586"/>
                </a:cubicBezTo>
                <a:close/>
              </a:path>
            </a:pathLst>
          </a:custGeom>
          <a:solidFill>
            <a:srgbClr val="000000"/>
          </a:solidFill>
          <a:ln w="224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5A29EC6-DCC9-4C14-A1ED-B5E78065249B}"/>
              </a:ext>
            </a:extLst>
          </p:cNvPr>
          <p:cNvSpPr/>
          <p:nvPr/>
        </p:nvSpPr>
        <p:spPr>
          <a:xfrm flipV="1">
            <a:off x="3189994" y="3201036"/>
            <a:ext cx="494644" cy="45719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5A2FE44F-2A5B-4EDA-9266-2108FB6F3782}"/>
              </a:ext>
            </a:extLst>
          </p:cNvPr>
          <p:cNvSpPr/>
          <p:nvPr/>
        </p:nvSpPr>
        <p:spPr>
          <a:xfrm flipV="1">
            <a:off x="3779466" y="3201571"/>
            <a:ext cx="402641" cy="45719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825A2942-87A1-463B-81B1-746A1B8A0CEC}"/>
              </a:ext>
            </a:extLst>
          </p:cNvPr>
          <p:cNvSpPr/>
          <p:nvPr/>
        </p:nvSpPr>
        <p:spPr>
          <a:xfrm>
            <a:off x="4190278" y="3176793"/>
            <a:ext cx="405860" cy="135286"/>
          </a:xfrm>
          <a:custGeom>
            <a:avLst/>
            <a:gdLst>
              <a:gd name="connsiteX0" fmla="*/ 0 w 405860"/>
              <a:gd name="connsiteY0" fmla="*/ 0 h 135286"/>
              <a:gd name="connsiteX1" fmla="*/ 405861 w 405860"/>
              <a:gd name="connsiteY1" fmla="*/ 0 h 135286"/>
              <a:gd name="connsiteX2" fmla="*/ 405861 w 405860"/>
              <a:gd name="connsiteY2" fmla="*/ 135287 h 135286"/>
              <a:gd name="connsiteX3" fmla="*/ 0 w 405860"/>
              <a:gd name="connsiteY3" fmla="*/ 135287 h 13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860" h="135286">
                <a:moveTo>
                  <a:pt x="0" y="0"/>
                </a:moveTo>
                <a:lnTo>
                  <a:pt x="405861" y="0"/>
                </a:lnTo>
                <a:lnTo>
                  <a:pt x="405861" y="135287"/>
                </a:lnTo>
                <a:lnTo>
                  <a:pt x="0" y="135287"/>
                </a:lnTo>
                <a:close/>
              </a:path>
            </a:pathLst>
          </a:custGeom>
          <a:noFill/>
          <a:ln w="13494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5C7BB48-566F-4E94-AA81-A540991B9B2A}"/>
              </a:ext>
            </a:extLst>
          </p:cNvPr>
          <p:cNvSpPr txBox="1"/>
          <p:nvPr/>
        </p:nvSpPr>
        <p:spPr>
          <a:xfrm>
            <a:off x="4234610" y="2862420"/>
            <a:ext cx="324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R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51B92AB2-076F-46DA-BA07-EC347653FE28}"/>
              </a:ext>
            </a:extLst>
          </p:cNvPr>
          <p:cNvSpPr/>
          <p:nvPr/>
        </p:nvSpPr>
        <p:spPr>
          <a:xfrm flipV="1">
            <a:off x="4604309" y="3201033"/>
            <a:ext cx="371036" cy="45719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F81441A-662A-4D3C-BEDE-779A0362C993}"/>
              </a:ext>
            </a:extLst>
          </p:cNvPr>
          <p:cNvGrpSpPr/>
          <p:nvPr/>
        </p:nvGrpSpPr>
        <p:grpSpPr>
          <a:xfrm>
            <a:off x="3688313" y="3020039"/>
            <a:ext cx="92445" cy="450956"/>
            <a:chOff x="4876360" y="5176029"/>
            <a:chExt cx="92445" cy="450956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C442542F-6BC6-4256-9224-0984751DB7CC}"/>
                </a:ext>
              </a:extLst>
            </p:cNvPr>
            <p:cNvSpPr/>
            <p:nvPr/>
          </p:nvSpPr>
          <p:spPr>
            <a:xfrm>
              <a:off x="4876360" y="5176029"/>
              <a:ext cx="2254" cy="450956"/>
            </a:xfrm>
            <a:custGeom>
              <a:avLst/>
              <a:gdLst>
                <a:gd name="connsiteX0" fmla="*/ 0 w 2254"/>
                <a:gd name="connsiteY0" fmla="*/ 0 h 450956"/>
                <a:gd name="connsiteX1" fmla="*/ 0 w 2254"/>
                <a:gd name="connsiteY1" fmla="*/ 450956 h 45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4" h="450956">
                  <a:moveTo>
                    <a:pt x="0" y="0"/>
                  </a:moveTo>
                  <a:lnTo>
                    <a:pt x="0" y="450956"/>
                  </a:lnTo>
                </a:path>
              </a:pathLst>
            </a:custGeom>
            <a:ln w="13494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3F9789CE-AAEE-4F60-89BF-84A3684710BF}"/>
                </a:ext>
              </a:extLst>
            </p:cNvPr>
            <p:cNvSpPr/>
            <p:nvPr/>
          </p:nvSpPr>
          <p:spPr>
            <a:xfrm>
              <a:off x="4966551" y="5176029"/>
              <a:ext cx="2254" cy="450956"/>
            </a:xfrm>
            <a:custGeom>
              <a:avLst/>
              <a:gdLst>
                <a:gd name="connsiteX0" fmla="*/ 0 w 2254"/>
                <a:gd name="connsiteY0" fmla="*/ 0 h 450956"/>
                <a:gd name="connsiteX1" fmla="*/ 0 w 2254"/>
                <a:gd name="connsiteY1" fmla="*/ 450956 h 45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4" h="450956">
                  <a:moveTo>
                    <a:pt x="0" y="0"/>
                  </a:moveTo>
                  <a:lnTo>
                    <a:pt x="0" y="450956"/>
                  </a:lnTo>
                </a:path>
              </a:pathLst>
            </a:custGeom>
            <a:ln w="13494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E7DC2EC9-4720-41C2-A35A-C2B57BD5B8BB}"/>
              </a:ext>
            </a:extLst>
          </p:cNvPr>
          <p:cNvSpPr/>
          <p:nvPr/>
        </p:nvSpPr>
        <p:spPr>
          <a:xfrm>
            <a:off x="3599654" y="3042619"/>
            <a:ext cx="383312" cy="338217"/>
          </a:xfrm>
          <a:custGeom>
            <a:avLst/>
            <a:gdLst>
              <a:gd name="connsiteX0" fmla="*/ 0 w 383312"/>
              <a:gd name="connsiteY0" fmla="*/ 338217 h 338217"/>
              <a:gd name="connsiteX1" fmla="*/ 383313 w 383312"/>
              <a:gd name="connsiteY1" fmla="*/ 0 h 338217"/>
              <a:gd name="connsiteX2" fmla="*/ 202930 w 383312"/>
              <a:gd name="connsiteY2" fmla="*/ 45096 h 338217"/>
              <a:gd name="connsiteX3" fmla="*/ 383313 w 383312"/>
              <a:gd name="connsiteY3" fmla="*/ 0 h 338217"/>
              <a:gd name="connsiteX4" fmla="*/ 315669 w 383312"/>
              <a:gd name="connsiteY4" fmla="*/ 169109 h 338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312" h="338217">
                <a:moveTo>
                  <a:pt x="0" y="338217"/>
                </a:moveTo>
                <a:lnTo>
                  <a:pt x="383313" y="0"/>
                </a:lnTo>
                <a:moveTo>
                  <a:pt x="202930" y="45096"/>
                </a:moveTo>
                <a:lnTo>
                  <a:pt x="383313" y="0"/>
                </a:lnTo>
                <a:lnTo>
                  <a:pt x="315669" y="169109"/>
                </a:lnTo>
              </a:path>
            </a:pathLst>
          </a:custGeom>
          <a:noFill/>
          <a:ln w="13494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27FDC18-1BEC-42AB-AB6E-8E7B58EA3449}"/>
              </a:ext>
            </a:extLst>
          </p:cNvPr>
          <p:cNvSpPr txBox="1"/>
          <p:nvPr/>
        </p:nvSpPr>
        <p:spPr>
          <a:xfrm>
            <a:off x="3366183" y="2862778"/>
            <a:ext cx="324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C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F85C7D1E-175D-43C2-970E-4B4968392871}"/>
              </a:ext>
            </a:extLst>
          </p:cNvPr>
          <p:cNvSpPr/>
          <p:nvPr/>
        </p:nvSpPr>
        <p:spPr>
          <a:xfrm rot="5400000">
            <a:off x="4641545" y="3385080"/>
            <a:ext cx="322372" cy="45719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98707B6-2040-4BC6-B421-3B123C48E242}"/>
              </a:ext>
            </a:extLst>
          </p:cNvPr>
          <p:cNvSpPr/>
          <p:nvPr/>
        </p:nvSpPr>
        <p:spPr>
          <a:xfrm>
            <a:off x="4960567" y="3209403"/>
            <a:ext cx="81172" cy="81172"/>
          </a:xfrm>
          <a:custGeom>
            <a:avLst/>
            <a:gdLst>
              <a:gd name="connsiteX0" fmla="*/ 81172 w 81172"/>
              <a:gd name="connsiteY0" fmla="*/ 40586 h 81172"/>
              <a:gd name="connsiteX1" fmla="*/ 40586 w 81172"/>
              <a:gd name="connsiteY1" fmla="*/ 81172 h 81172"/>
              <a:gd name="connsiteX2" fmla="*/ 0 w 81172"/>
              <a:gd name="connsiteY2" fmla="*/ 40586 h 81172"/>
              <a:gd name="connsiteX3" fmla="*/ 40586 w 81172"/>
              <a:gd name="connsiteY3" fmla="*/ 0 h 81172"/>
              <a:gd name="connsiteX4" fmla="*/ 81172 w 81172"/>
              <a:gd name="connsiteY4" fmla="*/ 40586 h 8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72" h="81172">
                <a:moveTo>
                  <a:pt x="81172" y="40586"/>
                </a:moveTo>
                <a:cubicBezTo>
                  <a:pt x="81172" y="63001"/>
                  <a:pt x="63001" y="81172"/>
                  <a:pt x="40586" y="81172"/>
                </a:cubicBezTo>
                <a:cubicBezTo>
                  <a:pt x="18171" y="81172"/>
                  <a:pt x="0" y="63001"/>
                  <a:pt x="0" y="40586"/>
                </a:cubicBezTo>
                <a:cubicBezTo>
                  <a:pt x="0" y="18171"/>
                  <a:pt x="18171" y="0"/>
                  <a:pt x="40586" y="0"/>
                </a:cubicBezTo>
                <a:cubicBezTo>
                  <a:pt x="63001" y="0"/>
                  <a:pt x="81172" y="18171"/>
                  <a:pt x="81172" y="40586"/>
                </a:cubicBezTo>
                <a:close/>
              </a:path>
            </a:pathLst>
          </a:custGeom>
          <a:solidFill>
            <a:srgbClr val="000000"/>
          </a:solidFill>
          <a:ln w="224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4A34A6B-B384-4369-B36D-9944FB0F05CB}"/>
              </a:ext>
            </a:extLst>
          </p:cNvPr>
          <p:cNvSpPr/>
          <p:nvPr/>
        </p:nvSpPr>
        <p:spPr>
          <a:xfrm flipV="1">
            <a:off x="3369352" y="3523406"/>
            <a:ext cx="461209" cy="45719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901DBA-3542-42EE-A5E6-3548DFF3BED3}"/>
              </a:ext>
            </a:extLst>
          </p:cNvPr>
          <p:cNvSpPr/>
          <p:nvPr/>
        </p:nvSpPr>
        <p:spPr>
          <a:xfrm>
            <a:off x="4376601" y="3569125"/>
            <a:ext cx="448990" cy="45721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7627AB87-6CD8-4069-B8A7-10BB0BB65022}"/>
              </a:ext>
            </a:extLst>
          </p:cNvPr>
          <p:cNvSpPr/>
          <p:nvPr/>
        </p:nvSpPr>
        <p:spPr>
          <a:xfrm rot="5400000">
            <a:off x="3179003" y="3387333"/>
            <a:ext cx="317867" cy="45719"/>
          </a:xfrm>
          <a:custGeom>
            <a:avLst/>
            <a:gdLst>
              <a:gd name="connsiteX0" fmla="*/ 0 w 293121"/>
              <a:gd name="connsiteY0" fmla="*/ 0 h 2254"/>
              <a:gd name="connsiteX1" fmla="*/ 293122 w 293121"/>
              <a:gd name="connsiteY1" fmla="*/ 0 h 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121" h="2254">
                <a:moveTo>
                  <a:pt x="0" y="0"/>
                </a:moveTo>
                <a:lnTo>
                  <a:pt x="293122" y="0"/>
                </a:lnTo>
              </a:path>
            </a:pathLst>
          </a:custGeom>
          <a:ln w="13494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F05AE1F0-C55E-4769-9363-ECCB79C54DC2}"/>
              </a:ext>
            </a:extLst>
          </p:cNvPr>
          <p:cNvSpPr/>
          <p:nvPr/>
        </p:nvSpPr>
        <p:spPr>
          <a:xfrm>
            <a:off x="3835454" y="3505123"/>
            <a:ext cx="541147" cy="67643"/>
          </a:xfrm>
          <a:custGeom>
            <a:avLst/>
            <a:gdLst>
              <a:gd name="connsiteX0" fmla="*/ 0 w 541147"/>
              <a:gd name="connsiteY0" fmla="*/ 67643 h 67643"/>
              <a:gd name="connsiteX1" fmla="*/ 67643 w 541147"/>
              <a:gd name="connsiteY1" fmla="*/ 0 h 67643"/>
              <a:gd name="connsiteX2" fmla="*/ 135287 w 541147"/>
              <a:gd name="connsiteY2" fmla="*/ 67643 h 67643"/>
              <a:gd name="connsiteX3" fmla="*/ 202930 w 541147"/>
              <a:gd name="connsiteY3" fmla="*/ 0 h 67643"/>
              <a:gd name="connsiteX4" fmla="*/ 270574 w 541147"/>
              <a:gd name="connsiteY4" fmla="*/ 67643 h 67643"/>
              <a:gd name="connsiteX5" fmla="*/ 338217 w 541147"/>
              <a:gd name="connsiteY5" fmla="*/ 0 h 67643"/>
              <a:gd name="connsiteX6" fmla="*/ 405861 w 541147"/>
              <a:gd name="connsiteY6" fmla="*/ 67643 h 67643"/>
              <a:gd name="connsiteX7" fmla="*/ 473504 w 541147"/>
              <a:gd name="connsiteY7" fmla="*/ 0 h 67643"/>
              <a:gd name="connsiteX8" fmla="*/ 541148 w 541147"/>
              <a:gd name="connsiteY8" fmla="*/ 67643 h 6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1147" h="67643">
                <a:moveTo>
                  <a:pt x="0" y="67643"/>
                </a:moveTo>
                <a:cubicBezTo>
                  <a:pt x="0" y="30285"/>
                  <a:pt x="30285" y="0"/>
                  <a:pt x="67643" y="0"/>
                </a:cubicBezTo>
                <a:cubicBezTo>
                  <a:pt x="105002" y="0"/>
                  <a:pt x="135287" y="30285"/>
                  <a:pt x="135287" y="67643"/>
                </a:cubicBezTo>
                <a:cubicBezTo>
                  <a:pt x="135287" y="30285"/>
                  <a:pt x="165572" y="0"/>
                  <a:pt x="202930" y="0"/>
                </a:cubicBezTo>
                <a:cubicBezTo>
                  <a:pt x="240289" y="0"/>
                  <a:pt x="270574" y="30285"/>
                  <a:pt x="270574" y="67643"/>
                </a:cubicBezTo>
                <a:cubicBezTo>
                  <a:pt x="270574" y="30285"/>
                  <a:pt x="300859" y="0"/>
                  <a:pt x="338217" y="0"/>
                </a:cubicBezTo>
                <a:cubicBezTo>
                  <a:pt x="375576" y="0"/>
                  <a:pt x="405861" y="30285"/>
                  <a:pt x="405861" y="67643"/>
                </a:cubicBezTo>
                <a:cubicBezTo>
                  <a:pt x="405861" y="30285"/>
                  <a:pt x="436146" y="0"/>
                  <a:pt x="473504" y="0"/>
                </a:cubicBezTo>
                <a:cubicBezTo>
                  <a:pt x="510863" y="0"/>
                  <a:pt x="541148" y="30285"/>
                  <a:pt x="541148" y="67643"/>
                </a:cubicBezTo>
              </a:path>
            </a:pathLst>
          </a:custGeom>
          <a:noFill/>
          <a:ln w="13494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75F9AB9-933D-46C1-9399-09833E4C0DA3}"/>
              </a:ext>
            </a:extLst>
          </p:cNvPr>
          <p:cNvSpPr txBox="1"/>
          <p:nvPr/>
        </p:nvSpPr>
        <p:spPr>
          <a:xfrm>
            <a:off x="3896304" y="3229046"/>
            <a:ext cx="311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23774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7871</TotalTime>
  <Words>42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22</cp:revision>
  <dcterms:created xsi:type="dcterms:W3CDTF">2022-09-20T11:32:03Z</dcterms:created>
  <dcterms:modified xsi:type="dcterms:W3CDTF">2026-05-05T05:47:58Z</dcterms:modified>
</cp:coreProperties>
</file>