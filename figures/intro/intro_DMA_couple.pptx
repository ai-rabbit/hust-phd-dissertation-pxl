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裴 熙隆" initials="裴" lastIdx="1" clrIdx="0">
    <p:extLst>
      <p:ext uri="{19B8F6BF-5375-455C-9EA6-DF929625EA0E}">
        <p15:presenceInfo xmlns:p15="http://schemas.microsoft.com/office/powerpoint/2012/main" userId="d70ee545ee2583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329F"/>
    <a:srgbClr val="FFFFFF"/>
    <a:srgbClr val="222222"/>
    <a:srgbClr val="D4E9F6"/>
    <a:srgbClr val="00CC00"/>
    <a:srgbClr val="FF006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0B362-0311-451D-AF98-30735674E314}" v="17" dt="2026-04-25T08:59:58.247"/>
    <p1510:client id="{73DB5C6B-271A-40DC-83CF-859FFAEF2BB2}" v="12" dt="2026-04-25T13:39:01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958" autoAdjust="0"/>
  </p:normalViewPr>
  <p:slideViewPr>
    <p:cSldViewPr snapToGrid="0">
      <p:cViewPr varScale="1">
        <p:scale>
          <a:sx n="121" d="100"/>
          <a:sy n="121" d="100"/>
        </p:scale>
        <p:origin x="48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bbit AI" userId="d70ee545ee25833c" providerId="LiveId" clId="{5810C8BD-FF44-47EF-A42B-67F452FE85DB}"/>
    <pc:docChg chg="undo redo custSel addSld delSld modSld delSection modSection">
      <pc:chgData name="Rabbit AI" userId="d70ee545ee25833c" providerId="LiveId" clId="{5810C8BD-FF44-47EF-A42B-67F452FE85DB}" dt="2026-04-25T13:39:31.962" v="818" actId="17851"/>
      <pc:docMkLst>
        <pc:docMk/>
      </pc:docMkLst>
      <pc:sldChg chg="addSp delSp modSp mod">
        <pc:chgData name="Rabbit AI" userId="d70ee545ee25833c" providerId="LiveId" clId="{5810C8BD-FF44-47EF-A42B-67F452FE85DB}" dt="2026-04-25T13:39:09.258" v="816" actId="20577"/>
        <pc:sldMkLst>
          <pc:docMk/>
          <pc:sldMk cId="1658940346" sldId="266"/>
        </pc:sldMkLst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9" creationId="{5C0F30A9-6F04-49CF-C31A-AB556929D635}"/>
          </ac:spMkLst>
        </pc:spChg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11" creationId="{E5B5509C-8FDA-1C91-A15F-6B55F815FCC7}"/>
          </ac:spMkLst>
        </pc:spChg>
        <pc:spChg chg="add mod">
          <ac:chgData name="Rabbit AI" userId="d70ee545ee25833c" providerId="LiveId" clId="{5810C8BD-FF44-47EF-A42B-67F452FE85DB}" dt="2026-04-25T13:38:57.866" v="808" actId="20577"/>
          <ac:spMkLst>
            <pc:docMk/>
            <pc:sldMk cId="1658940346" sldId="266"/>
            <ac:spMk id="16" creationId="{7A420B72-F021-6FDE-FC83-A492E5797923}"/>
          </ac:spMkLst>
        </pc:spChg>
        <pc:spChg chg="add mod">
          <ac:chgData name="Rabbit AI" userId="d70ee545ee25833c" providerId="LiveId" clId="{5810C8BD-FF44-47EF-A42B-67F452FE85DB}" dt="2026-04-25T13:39:09.258" v="816" actId="20577"/>
          <ac:spMkLst>
            <pc:docMk/>
            <pc:sldMk cId="1658940346" sldId="266"/>
            <ac:spMk id="17" creationId="{98884FDA-066C-8AFA-57F5-A77418F14415}"/>
          </ac:spMkLst>
        </pc:spChg>
        <pc:spChg chg="add mod">
          <ac:chgData name="Rabbit AI" userId="d70ee545ee25833c" providerId="LiveId" clId="{5810C8BD-FF44-47EF-A42B-67F452FE85DB}" dt="2026-04-25T13:34:54.240" v="777" actId="1076"/>
          <ac:spMkLst>
            <pc:docMk/>
            <pc:sldMk cId="1658940346" sldId="266"/>
            <ac:spMk id="18" creationId="{4B32D792-731F-03A7-BBD3-1805941485BB}"/>
          </ac:spMkLst>
        </pc:spChg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20" creationId="{810393E2-DB99-4146-990A-5954D668DBF7}"/>
          </ac:spMkLst>
        </pc:spChg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26" creationId="{7DFB52A8-E0F7-3C79-198F-9A8226D5F599}"/>
          </ac:spMkLst>
        </pc:spChg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30" creationId="{8A8F0939-502A-A0FC-6D9B-D8DB582823AE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41" creationId="{6D6BB4DB-213E-0EE8-DA72-6158BF4BC800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45" creationId="{499F453A-73CD-715C-A674-7604C441B1FF}"/>
          </ac:spMkLst>
        </pc:spChg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48" creationId="{C288A788-0191-4259-347F-455ACCB3A36A}"/>
          </ac:spMkLst>
        </pc:spChg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49" creationId="{65FA93D1-B192-E759-7019-E6115B4972CF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50" creationId="{A97A76CD-98E3-706D-5E85-99E50B9F2ED6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51" creationId="{847D53A6-0799-5176-ADCA-8EE5F376CF34}"/>
          </ac:spMkLst>
        </pc:spChg>
        <pc:spChg chg="add del mod">
          <ac:chgData name="Rabbit AI" userId="d70ee545ee25833c" providerId="LiveId" clId="{5810C8BD-FF44-47EF-A42B-67F452FE85DB}" dt="2026-04-25T13:20:08.915" v="641" actId="478"/>
          <ac:spMkLst>
            <pc:docMk/>
            <pc:sldMk cId="1658940346" sldId="266"/>
            <ac:spMk id="53" creationId="{4206005B-43D4-770E-0F01-9A7008BD2395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59" creationId="{D78F8219-2501-DD34-6CB8-4D759E08AC94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60" creationId="{B12FE361-6CC7-29AD-533E-C24182ACAD81}"/>
          </ac:spMkLst>
        </pc:spChg>
        <pc:spChg chg="add del mod">
          <ac:chgData name="Rabbit AI" userId="d70ee545ee25833c" providerId="LiveId" clId="{5810C8BD-FF44-47EF-A42B-67F452FE85DB}" dt="2026-04-25T08:42:20.653" v="400" actId="478"/>
          <ac:spMkLst>
            <pc:docMk/>
            <pc:sldMk cId="1658940346" sldId="266"/>
            <ac:spMk id="71" creationId="{03F3653B-9E64-75E1-2862-7A12D8E2CD24}"/>
          </ac:spMkLst>
        </pc:spChg>
        <pc:picChg chg="add del mod">
          <ac:chgData name="Rabbit AI" userId="d70ee545ee25833c" providerId="LiveId" clId="{5810C8BD-FF44-47EF-A42B-67F452FE85DB}" dt="2026-04-25T13:25:07.065" v="662" actId="478"/>
          <ac:picMkLst>
            <pc:docMk/>
            <pc:sldMk cId="1658940346" sldId="266"/>
            <ac:picMk id="3" creationId="{06DAD231-0507-7F96-3E1C-1D8F94E40C3F}"/>
          </ac:picMkLst>
        </pc:picChg>
        <pc:picChg chg="add del mod ord">
          <ac:chgData name="Rabbit AI" userId="d70ee545ee25833c" providerId="LiveId" clId="{5810C8BD-FF44-47EF-A42B-67F452FE85DB}" dt="2026-04-25T08:42:20.653" v="400" actId="478"/>
          <ac:picMkLst>
            <pc:docMk/>
            <pc:sldMk cId="1658940346" sldId="266"/>
            <ac:picMk id="3" creationId="{65B8BD32-8F24-C532-1A94-5170FD5BB17F}"/>
          </ac:picMkLst>
        </pc:picChg>
        <pc:picChg chg="add del mod">
          <ac:chgData name="Rabbit AI" userId="d70ee545ee25833c" providerId="LiveId" clId="{5810C8BD-FF44-47EF-A42B-67F452FE85DB}" dt="2026-04-25T08:42:27.930" v="406" actId="478"/>
          <ac:picMkLst>
            <pc:docMk/>
            <pc:sldMk cId="1658940346" sldId="266"/>
            <ac:picMk id="4" creationId="{A2712EDC-5146-02A6-5E0C-5012A7EE87D3}"/>
          </ac:picMkLst>
        </pc:picChg>
        <pc:picChg chg="add mod">
          <ac:chgData name="Rabbit AI" userId="d70ee545ee25833c" providerId="LiveId" clId="{5810C8BD-FF44-47EF-A42B-67F452FE85DB}" dt="2026-04-25T13:36:08.338" v="801" actId="1076"/>
          <ac:picMkLst>
            <pc:docMk/>
            <pc:sldMk cId="1658940346" sldId="266"/>
            <ac:picMk id="5" creationId="{7773C3B9-4D1D-3837-F82B-0A04EA622C91}"/>
          </ac:picMkLst>
        </pc:picChg>
        <pc:picChg chg="add del mod">
          <ac:chgData name="Rabbit AI" userId="d70ee545ee25833c" providerId="LiveId" clId="{5810C8BD-FF44-47EF-A42B-67F452FE85DB}" dt="2026-04-25T13:20:08.915" v="641" actId="478"/>
          <ac:picMkLst>
            <pc:docMk/>
            <pc:sldMk cId="1658940346" sldId="266"/>
            <ac:picMk id="6" creationId="{50640F88-797D-9671-8A0A-69B16A67D84C}"/>
          </ac:picMkLst>
        </pc:picChg>
        <pc:picChg chg="add del mod">
          <ac:chgData name="Rabbit AI" userId="d70ee545ee25833c" providerId="LiveId" clId="{5810C8BD-FF44-47EF-A42B-67F452FE85DB}" dt="2026-04-25T13:20:08.915" v="641" actId="478"/>
          <ac:picMkLst>
            <pc:docMk/>
            <pc:sldMk cId="1658940346" sldId="266"/>
            <ac:picMk id="8" creationId="{CE40A8D1-81D0-7B98-0AB6-87CA6B4D672E}"/>
          </ac:picMkLst>
        </pc:picChg>
        <pc:picChg chg="add mod">
          <ac:chgData name="Rabbit AI" userId="d70ee545ee25833c" providerId="LiveId" clId="{5810C8BD-FF44-47EF-A42B-67F452FE85DB}" dt="2026-04-25T13:33:57.385" v="696" actId="1076"/>
          <ac:picMkLst>
            <pc:docMk/>
            <pc:sldMk cId="1658940346" sldId="266"/>
            <ac:picMk id="15" creationId="{85D6B727-82D2-F273-F469-817A51CB811C}"/>
          </ac:picMkLst>
        </pc:picChg>
        <pc:picChg chg="add del mod modCrop">
          <ac:chgData name="Rabbit AI" userId="d70ee545ee25833c" providerId="LiveId" clId="{5810C8BD-FF44-47EF-A42B-67F452FE85DB}" dt="2026-04-25T08:42:20.653" v="400" actId="478"/>
          <ac:picMkLst>
            <pc:docMk/>
            <pc:sldMk cId="1658940346" sldId="266"/>
            <ac:picMk id="16" creationId="{826658A0-33EF-A0D8-88B7-8C0B3400C8D0}"/>
          </ac:picMkLst>
        </pc:picChg>
        <pc:picChg chg="add del mod">
          <ac:chgData name="Rabbit AI" userId="d70ee545ee25833c" providerId="LiveId" clId="{5810C8BD-FF44-47EF-A42B-67F452FE85DB}" dt="2026-04-25T08:42:20.653" v="400" actId="478"/>
          <ac:picMkLst>
            <pc:docMk/>
            <pc:sldMk cId="1658940346" sldId="266"/>
            <ac:picMk id="40" creationId="{8EABC3F2-4693-1BEA-CF8D-4BE052B071DD}"/>
          </ac:picMkLst>
        </pc:picChg>
        <pc:cxnChg chg="add mod">
          <ac:chgData name="Rabbit AI" userId="d70ee545ee25833c" providerId="LiveId" clId="{5810C8BD-FF44-47EF-A42B-67F452FE85DB}" dt="2026-04-25T08:54:31.106" v="470" actId="14100"/>
          <ac:cxnSpMkLst>
            <pc:docMk/>
            <pc:sldMk cId="1658940346" sldId="266"/>
            <ac:cxnSpMk id="10" creationId="{4BC2A827-1E94-CB9F-C1B9-38CFB2BDB0B1}"/>
          </ac:cxnSpMkLst>
        </pc:cxnChg>
        <pc:cxnChg chg="add mod">
          <ac:chgData name="Rabbit AI" userId="d70ee545ee25833c" providerId="LiveId" clId="{5810C8BD-FF44-47EF-A42B-67F452FE85DB}" dt="2026-04-25T08:54:24.864" v="468" actId="1076"/>
          <ac:cxnSpMkLst>
            <pc:docMk/>
            <pc:sldMk cId="1658940346" sldId="266"/>
            <ac:cxnSpMk id="12" creationId="{019F97FB-2480-541E-682D-95C0D4C25574}"/>
          </ac:cxnSpMkLst>
        </pc:cxnChg>
        <pc:cxnChg chg="add del mod">
          <ac:chgData name="Rabbit AI" userId="d70ee545ee25833c" providerId="LiveId" clId="{5810C8BD-FF44-47EF-A42B-67F452FE85DB}" dt="2026-04-25T13:25:08.294" v="663" actId="478"/>
          <ac:cxnSpMkLst>
            <pc:docMk/>
            <pc:sldMk cId="1658940346" sldId="266"/>
            <ac:cxnSpMk id="13" creationId="{17DFD214-03AA-E9FF-DF14-84671E3CD803}"/>
          </ac:cxnSpMkLst>
        </pc:cxnChg>
        <pc:cxnChg chg="add mod">
          <ac:chgData name="Rabbit AI" userId="d70ee545ee25833c" providerId="LiveId" clId="{5810C8BD-FF44-47EF-A42B-67F452FE85DB}" dt="2026-04-25T08:55:47.128" v="502" actId="14100"/>
          <ac:cxnSpMkLst>
            <pc:docMk/>
            <pc:sldMk cId="1658940346" sldId="266"/>
            <ac:cxnSpMk id="19" creationId="{46DAB0FF-5674-274E-E08D-EEB858D266F6}"/>
          </ac:cxnSpMkLst>
        </pc:cxnChg>
        <pc:cxnChg chg="add del mod">
          <ac:chgData name="Rabbit AI" userId="d70ee545ee25833c" providerId="LiveId" clId="{5810C8BD-FF44-47EF-A42B-67F452FE85DB}" dt="2026-04-25T08:55:36.764" v="498" actId="478"/>
          <ac:cxnSpMkLst>
            <pc:docMk/>
            <pc:sldMk cId="1658940346" sldId="266"/>
            <ac:cxnSpMk id="21" creationId="{AABBEF03-ED88-262C-2C37-6567DF23E027}"/>
          </ac:cxnSpMkLst>
        </pc:cxnChg>
        <pc:cxnChg chg="add mod">
          <ac:chgData name="Rabbit AI" userId="d70ee545ee25833c" providerId="LiveId" clId="{5810C8BD-FF44-47EF-A42B-67F452FE85DB}" dt="2026-04-25T08:56:47.625" v="511" actId="14100"/>
          <ac:cxnSpMkLst>
            <pc:docMk/>
            <pc:sldMk cId="1658940346" sldId="266"/>
            <ac:cxnSpMk id="25" creationId="{CE4982DD-F1DA-32DC-A69D-DE455D106489}"/>
          </ac:cxnSpMkLst>
        </pc:cxnChg>
        <pc:cxnChg chg="add mod">
          <ac:chgData name="Rabbit AI" userId="d70ee545ee25833c" providerId="LiveId" clId="{5810C8BD-FF44-47EF-A42B-67F452FE85DB}" dt="2026-04-25T08:58:32.231" v="549" actId="14100"/>
          <ac:cxnSpMkLst>
            <pc:docMk/>
            <pc:sldMk cId="1658940346" sldId="266"/>
            <ac:cxnSpMk id="31" creationId="{CEB8C748-7DFD-234B-D5AF-D53D6D3EA34F}"/>
          </ac:cxnSpMkLst>
        </pc:cxnChg>
        <pc:cxnChg chg="add mod">
          <ac:chgData name="Rabbit AI" userId="d70ee545ee25833c" providerId="LiveId" clId="{5810C8BD-FF44-47EF-A42B-67F452FE85DB}" dt="2026-04-25T08:58:15.324" v="547" actId="14100"/>
          <ac:cxnSpMkLst>
            <pc:docMk/>
            <pc:sldMk cId="1658940346" sldId="266"/>
            <ac:cxnSpMk id="32" creationId="{22D373B4-E717-8A6D-2B9B-DDDEBCDB8AB9}"/>
          </ac:cxnSpMkLst>
        </pc:cxnChg>
      </pc:sldChg>
      <pc:sldChg chg="add del">
        <pc:chgData name="Rabbit AI" userId="d70ee545ee25833c" providerId="LiveId" clId="{5810C8BD-FF44-47EF-A42B-67F452FE85DB}" dt="2026-04-25T10:11:31.144" v="638" actId="47"/>
        <pc:sldMkLst>
          <pc:docMk/>
          <pc:sldMk cId="254360595" sldId="267"/>
        </pc:sldMkLst>
      </pc:sldChg>
      <pc:sldChg chg="add del">
        <pc:chgData name="Rabbit AI" userId="d70ee545ee25833c" providerId="LiveId" clId="{5810C8BD-FF44-47EF-A42B-67F452FE85DB}" dt="2026-04-25T13:36:14.489" v="802" actId="47"/>
        <pc:sldMkLst>
          <pc:docMk/>
          <pc:sldMk cId="2437261341" sldId="267"/>
        </pc:sldMkLst>
      </pc:sldChg>
    </pc:docChg>
  </pc:docChgLst>
  <pc:docChgLst>
    <pc:chgData name="裴 熙隆" userId="d70ee545ee25833c" providerId="LiveId" clId="{BD7FD198-3816-44B5-BE3D-33A8118B6D58}"/>
    <pc:docChg chg="undo redo custSel addSld delSld modSld addSection modSection">
      <pc:chgData name="裴 熙隆" userId="d70ee545ee25833c" providerId="LiveId" clId="{BD7FD198-3816-44B5-BE3D-33A8118B6D58}" dt="2026-04-22T11:59:15.152" v="458" actId="14100"/>
      <pc:docMkLst>
        <pc:docMk/>
      </pc:docMkLst>
    </pc:docChg>
  </pc:docChgLst>
  <pc:docChgLst>
    <pc:chgData name="裴 熙隆" userId="d70ee545ee25833c" providerId="LiveId" clId="{9222683F-D1AF-4D05-8FCE-B2150C5D2A40}"/>
    <pc:docChg chg="undo redo custSel addSld delSld modSld delSection modSection">
      <pc:chgData name="裴 熙隆" userId="d70ee545ee25833c" providerId="LiveId" clId="{9222683F-D1AF-4D05-8FCE-B2150C5D2A40}" dt="2026-04-23T06:52:58.705" v="316" actId="17851"/>
      <pc:docMkLst>
        <pc:docMk/>
      </pc:docMkLst>
      <pc:sldChg chg="addSp delSp modSp new mod">
        <pc:chgData name="裴 熙隆" userId="d70ee545ee25833c" providerId="LiveId" clId="{9222683F-D1AF-4D05-8FCE-B2150C5D2A40}" dt="2026-04-23T06:52:41.883" v="309" actId="1582"/>
        <pc:sldMkLst>
          <pc:docMk/>
          <pc:sldMk cId="1658940346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397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73C3B9-4D1D-3837-F82B-0A04EA622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906" y="1636642"/>
            <a:ext cx="2656363" cy="288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5D6B727-82D2-F273-F469-817A51CB8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087" y="1636641"/>
            <a:ext cx="3198819" cy="288000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A420B72-F021-6FDE-FC83-A492E5797923}"/>
              </a:ext>
            </a:extLst>
          </p:cNvPr>
          <p:cNvSpPr txBox="1"/>
          <p:nvPr/>
        </p:nvSpPr>
        <p:spPr>
          <a:xfrm>
            <a:off x="2267087" y="4516641"/>
            <a:ext cx="3198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偏置电压 </a:t>
            </a:r>
            <a:r>
              <a:rPr lang="en-US" altLang="zh-CN" sz="140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(V)</a:t>
            </a:r>
          </a:p>
          <a:p>
            <a:pPr algn="ctr"/>
            <a:r>
              <a:rPr lang="en-US" altLang="zh-CN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(a) </a:t>
            </a:r>
            <a:r>
              <a:rPr lang="zh-CN" altLang="en-US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随偏置电压变化的幅度与相位响应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8884FDA-066C-8AFA-57F5-A77418F14415}"/>
              </a:ext>
            </a:extLst>
          </p:cNvPr>
          <p:cNvSpPr txBox="1"/>
          <p:nvPr/>
        </p:nvSpPr>
        <p:spPr>
          <a:xfrm>
            <a:off x="5465906" y="4516641"/>
            <a:ext cx="26563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1400" spc="0" baseline="0" dirty="0">
              <a:solidFill>
                <a:srgbClr val="222222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Segoe UI"/>
              <a:rtl val="0"/>
            </a:endParaRPr>
          </a:p>
          <a:p>
            <a:pPr algn="ctr"/>
            <a:r>
              <a:rPr lang="en-US" altLang="zh-CN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(b) </a:t>
            </a:r>
            <a:r>
              <a:rPr lang="zh-CN" altLang="en-US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不同频率下的极化率轨迹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32D792-731F-03A7-BBD3-1805941485BB}"/>
              </a:ext>
            </a:extLst>
          </p:cNvPr>
          <p:cNvSpPr txBox="1"/>
          <p:nvPr/>
        </p:nvSpPr>
        <p:spPr>
          <a:xfrm rot="16200000">
            <a:off x="827087" y="2922752"/>
            <a:ext cx="2879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相位 </a:t>
            </a:r>
            <a:r>
              <a:rPr lang="en-US" altLang="zh-CN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(</a:t>
            </a:r>
            <a:r>
              <a:rPr lang="zh-CN" altLang="en-US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度</a:t>
            </a:r>
            <a:r>
              <a:rPr lang="en-US" altLang="zh-CN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)                        </a:t>
            </a:r>
            <a:r>
              <a:rPr lang="zh-CN" altLang="en-US" sz="1400" spc="0" baseline="0" dirty="0">
                <a:solidFill>
                  <a:srgbClr val="222222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Segoe UI"/>
                <a:rtl val="0"/>
              </a:rPr>
              <a:t>幅度</a:t>
            </a:r>
          </a:p>
        </p:txBody>
      </p:sp>
    </p:spTree>
    <p:extLst>
      <p:ext uri="{BB962C8B-B14F-4D97-AF65-F5344CB8AC3E}">
        <p14:creationId xmlns:p14="http://schemas.microsoft.com/office/powerpoint/2010/main" val="1658940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7995</TotalTime>
  <Words>31</Words>
  <Application>Microsoft Office PowerPoint</Application>
  <PresentationFormat>宽屏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TimesSimSun</vt:lpstr>
      <vt:lpstr>等线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Rabbit AI</cp:lastModifiedBy>
  <cp:revision>24</cp:revision>
  <dcterms:created xsi:type="dcterms:W3CDTF">2022-09-20T11:32:03Z</dcterms:created>
  <dcterms:modified xsi:type="dcterms:W3CDTF">2026-04-25T13:39:35Z</dcterms:modified>
</cp:coreProperties>
</file>