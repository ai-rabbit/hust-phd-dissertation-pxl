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4" r:id="rId2"/>
    <p:sldId id="263" r:id="rId3"/>
    <p:sldId id="261" r:id="rId4"/>
    <p:sldId id="260" r:id="rId5"/>
    <p:sldId id="26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_ris_unit" id="{88FC2D27-2218-4DD4-A0C4-BE7A6137B6B3}">
          <p14:sldIdLst>
            <p14:sldId id="264"/>
          </p14:sldIdLst>
        </p14:section>
        <p14:section name="intro_6g" id="{97E75E62-665A-408D-8326-BD88242B8EFE}">
          <p14:sldIdLst>
            <p14:sldId id="263"/>
            <p14:sldId id="261"/>
            <p14:sldId id="260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裴 熙隆" initials="裴" lastIdx="1" clrIdx="0">
    <p:extLst>
      <p:ext uri="{19B8F6BF-5375-455C-9EA6-DF929625EA0E}">
        <p15:presenceInfo xmlns:p15="http://schemas.microsoft.com/office/powerpoint/2012/main" userId="d70ee545ee2583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3629" y="-1349"/>
      </p:cViewPr>
      <p:guideLst>
        <p:guide orient="horz" pos="2160"/>
        <p:guide pos="384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BF174F5B-BA41-4F23-94C9-646968840646}"/>
    <pc:docChg chg="undo redo custSel addSld delSld modSld sldOrd addSection modSection">
      <pc:chgData name="裴 熙隆" userId="d70ee545ee25833c" providerId="LiveId" clId="{BF174F5B-BA41-4F23-94C9-646968840646}" dt="2025-12-16T08:04:37.658" v="499" actId="14100"/>
      <pc:docMkLst>
        <pc:docMk/>
      </pc:docMkLst>
      <pc:sldChg chg="addSp delSp modSp del mod addCm delCm">
        <pc:chgData name="裴 熙隆" userId="d70ee545ee25833c" providerId="LiveId" clId="{BF174F5B-BA41-4F23-94C9-646968840646}" dt="2025-12-16T07:22:16.145" v="123" actId="47"/>
        <pc:sldMkLst>
          <pc:docMk/>
          <pc:sldMk cId="2108633778" sldId="257"/>
        </pc:sldMkLst>
      </pc:sldChg>
      <pc:sldChg chg="add">
        <pc:chgData name="裴 熙隆" userId="d70ee545ee25833c" providerId="LiveId" clId="{BF174F5B-BA41-4F23-94C9-646968840646}" dt="2025-11-26T08:23:20.276" v="4"/>
        <pc:sldMkLst>
          <pc:docMk/>
          <pc:sldMk cId="1044098174" sldId="263"/>
        </pc:sldMkLst>
      </pc:sldChg>
      <pc:sldChg chg="addSp delSp modSp mod">
        <pc:chgData name="裴 熙隆" userId="d70ee545ee25833c" providerId="LiveId" clId="{BF174F5B-BA41-4F23-94C9-646968840646}" dt="2025-12-16T08:04:37.658" v="499" actId="14100"/>
        <pc:sldMkLst>
          <pc:docMk/>
          <pc:sldMk cId="1237748070" sldId="264"/>
        </pc:sldMkLst>
        <pc:spChg chg="mod">
          <ac:chgData name="裴 熙隆" userId="d70ee545ee25833c" providerId="LiveId" clId="{BF174F5B-BA41-4F23-94C9-646968840646}" dt="2025-12-16T07:56:01.171" v="427" actId="692"/>
          <ac:spMkLst>
            <pc:docMk/>
            <pc:sldMk cId="1237748070" sldId="264"/>
            <ac:spMk id="5" creationId="{79C978C6-5ECC-484B-8329-85B1DA75FD12}"/>
          </ac:spMkLst>
        </pc:spChg>
        <pc:spChg chg="mod ord">
          <ac:chgData name="裴 熙隆" userId="d70ee545ee25833c" providerId="LiveId" clId="{BF174F5B-BA41-4F23-94C9-646968840646}" dt="2025-12-16T07:55:51.319" v="426" actId="692"/>
          <ac:spMkLst>
            <pc:docMk/>
            <pc:sldMk cId="1237748070" sldId="264"/>
            <ac:spMk id="6" creationId="{A6C17498-804F-46BB-BE80-8C62C59C1659}"/>
          </ac:spMkLst>
        </pc:spChg>
        <pc:spChg chg="add del mod">
          <ac:chgData name="裴 熙隆" userId="d70ee545ee25833c" providerId="LiveId" clId="{BF174F5B-BA41-4F23-94C9-646968840646}" dt="2025-12-16T07:24:39.049" v="143" actId="478"/>
          <ac:spMkLst>
            <pc:docMk/>
            <pc:sldMk cId="1237748070" sldId="264"/>
            <ac:spMk id="7" creationId="{ED01580E-967B-4035-9663-1F50BCBD47EA}"/>
          </ac:spMkLst>
        </pc:spChg>
        <pc:spChg chg="mod">
          <ac:chgData name="裴 熙隆" userId="d70ee545ee25833c" providerId="LiveId" clId="{BF174F5B-BA41-4F23-94C9-646968840646}" dt="2025-12-16T07:56:11.274" v="428" actId="692"/>
          <ac:spMkLst>
            <pc:docMk/>
            <pc:sldMk cId="1237748070" sldId="264"/>
            <ac:spMk id="8" creationId="{673576B5-8568-470C-A77D-CF663883F9C1}"/>
          </ac:spMkLst>
        </pc:spChg>
        <pc:spChg chg="mod ord">
          <ac:chgData name="裴 熙隆" userId="d70ee545ee25833c" providerId="LiveId" clId="{BF174F5B-BA41-4F23-94C9-646968840646}" dt="2025-12-16T07:50:23.220" v="361" actId="1076"/>
          <ac:spMkLst>
            <pc:docMk/>
            <pc:sldMk cId="1237748070" sldId="264"/>
            <ac:spMk id="9" creationId="{D037B0A7-8C85-4EFB-A979-3541599C3E15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0" creationId="{DAF858AD-B371-4B1C-BC30-4E3CE894383B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1" creationId="{4E522170-5D5A-4F5F-B0E7-E7AD3D68F5C5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2" creationId="{CA1141A7-D6FD-498E-AE26-907F4573CD31}"/>
          </ac:spMkLst>
        </pc:spChg>
        <pc:spChg chg="add del mod">
          <ac:chgData name="裴 熙隆" userId="d70ee545ee25833c" providerId="LiveId" clId="{BF174F5B-BA41-4F23-94C9-646968840646}" dt="2025-12-16T07:42:10.219" v="278" actId="478"/>
          <ac:spMkLst>
            <pc:docMk/>
            <pc:sldMk cId="1237748070" sldId="264"/>
            <ac:spMk id="13" creationId="{74246E21-CCEC-43AA-B1C7-7AD993A51563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4" creationId="{4C3E848C-7144-4FF8-97FC-AA52D235A5E6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5" creationId="{F19ED4EF-33E9-4F5A-AFD3-83AA35380AB2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6" creationId="{3DD0DAFF-6D61-4909-A45A-29B1B6DF3F61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7" creationId="{BEFF140B-6269-41D0-92C9-9091BC4C1797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8" creationId="{A9AAB890-C04A-4BA8-A826-893EC2205834}"/>
          </ac:spMkLst>
        </pc:spChg>
        <pc:spChg chg="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19" creationId="{F6A1F877-4133-44D4-8630-9765B45867D9}"/>
          </ac:spMkLst>
        </pc:spChg>
        <pc:spChg chg="mod">
          <ac:chgData name="裴 熙隆" userId="d70ee545ee25833c" providerId="LiveId" clId="{BF174F5B-BA41-4F23-94C9-646968840646}" dt="2025-12-16T08:02:50.015" v="464" actId="1076"/>
          <ac:spMkLst>
            <pc:docMk/>
            <pc:sldMk cId="1237748070" sldId="264"/>
            <ac:spMk id="20" creationId="{7BAB2BA8-ACED-478A-9B88-170CBBC39FB2}"/>
          </ac:spMkLst>
        </pc:spChg>
        <pc:spChg chg="mod ord">
          <ac:chgData name="裴 熙隆" userId="d70ee545ee25833c" providerId="LiveId" clId="{BF174F5B-BA41-4F23-94C9-646968840646}" dt="2025-12-16T07:50:03.854" v="358" actId="167"/>
          <ac:spMkLst>
            <pc:docMk/>
            <pc:sldMk cId="1237748070" sldId="264"/>
            <ac:spMk id="21" creationId="{6F19014C-114A-4ACD-99EC-00225608D3F9}"/>
          </ac:spMkLst>
        </pc:spChg>
        <pc:spChg chg="mod">
          <ac:chgData name="裴 熙隆" userId="d70ee545ee25833c" providerId="LiveId" clId="{BF174F5B-BA41-4F23-94C9-646968840646}" dt="2025-12-16T08:02:47.137" v="463" actId="1076"/>
          <ac:spMkLst>
            <pc:docMk/>
            <pc:sldMk cId="1237748070" sldId="264"/>
            <ac:spMk id="22" creationId="{C025D47E-5779-43D4-82AF-EA9265EEC401}"/>
          </ac:spMkLst>
        </pc:spChg>
        <pc:spChg chg="mod ord">
          <ac:chgData name="裴 熙隆" userId="d70ee545ee25833c" providerId="LiveId" clId="{BF174F5B-BA41-4F23-94C9-646968840646}" dt="2025-12-16T08:02:42.983" v="462" actId="1076"/>
          <ac:spMkLst>
            <pc:docMk/>
            <pc:sldMk cId="1237748070" sldId="264"/>
            <ac:spMk id="23" creationId="{DDF166BD-CE7D-492E-85FE-1B58A486371A}"/>
          </ac:spMkLst>
        </pc:spChg>
        <pc:spChg chg="mod">
          <ac:chgData name="裴 熙隆" userId="d70ee545ee25833c" providerId="LiveId" clId="{BF174F5B-BA41-4F23-94C9-646968840646}" dt="2025-12-16T08:03:46.354" v="492" actId="465"/>
          <ac:spMkLst>
            <pc:docMk/>
            <pc:sldMk cId="1237748070" sldId="264"/>
            <ac:spMk id="24" creationId="{297C0B62-865F-4E4F-A3A5-63ECAB0D9DEB}"/>
          </ac:spMkLst>
        </pc:spChg>
        <pc:spChg chg="mod ord">
          <ac:chgData name="裴 熙隆" userId="d70ee545ee25833c" providerId="LiveId" clId="{BF174F5B-BA41-4F23-94C9-646968840646}" dt="2025-12-16T08:04:22.961" v="495" actId="14100"/>
          <ac:spMkLst>
            <pc:docMk/>
            <pc:sldMk cId="1237748070" sldId="264"/>
            <ac:spMk id="25" creationId="{8D5348B6-BBE7-4A9A-AE26-AD3BBB3F8CB5}"/>
          </ac:spMkLst>
        </pc:spChg>
        <pc:spChg chg="mod">
          <ac:chgData name="裴 熙隆" userId="d70ee545ee25833c" providerId="LiveId" clId="{BF174F5B-BA41-4F23-94C9-646968840646}" dt="2025-12-16T08:03:44.648" v="491" actId="552"/>
          <ac:spMkLst>
            <pc:docMk/>
            <pc:sldMk cId="1237748070" sldId="264"/>
            <ac:spMk id="26" creationId="{18D3BFE1-2826-44B3-A82B-F2C358AF2070}"/>
          </ac:spMkLst>
        </pc:spChg>
        <pc:spChg chg="mod ord">
          <ac:chgData name="裴 熙隆" userId="d70ee545ee25833c" providerId="LiveId" clId="{BF174F5B-BA41-4F23-94C9-646968840646}" dt="2025-12-16T08:03:28.410" v="486" actId="14100"/>
          <ac:spMkLst>
            <pc:docMk/>
            <pc:sldMk cId="1237748070" sldId="264"/>
            <ac:spMk id="27" creationId="{F930BC3B-05CD-4201-B4CA-CC144AE23741}"/>
          </ac:spMkLst>
        </pc:spChg>
        <pc:spChg chg="add del mod">
          <ac:chgData name="裴 熙隆" userId="d70ee545ee25833c" providerId="LiveId" clId="{BF174F5B-BA41-4F23-94C9-646968840646}" dt="2025-12-16T07:25:45.211" v="155" actId="478"/>
          <ac:spMkLst>
            <pc:docMk/>
            <pc:sldMk cId="1237748070" sldId="264"/>
            <ac:spMk id="28" creationId="{62E3F687-EB0C-47FD-BF34-714AD550D6DC}"/>
          </ac:spMkLst>
        </pc:spChg>
        <pc:spChg chg="add mod">
          <ac:chgData name="裴 熙隆" userId="d70ee545ee25833c" providerId="LiveId" clId="{BF174F5B-BA41-4F23-94C9-646968840646}" dt="2025-12-16T07:49:16.281" v="351" actId="1076"/>
          <ac:spMkLst>
            <pc:docMk/>
            <pc:sldMk cId="1237748070" sldId="264"/>
            <ac:spMk id="29" creationId="{8755FBAD-C853-4A2D-9DB5-20C81BF7D17E}"/>
          </ac:spMkLst>
        </pc:spChg>
        <pc:spChg chg="add del mod">
          <ac:chgData name="裴 熙隆" userId="d70ee545ee25833c" providerId="LiveId" clId="{BF174F5B-BA41-4F23-94C9-646968840646}" dt="2025-12-16T07:41:06.229" v="257" actId="478"/>
          <ac:spMkLst>
            <pc:docMk/>
            <pc:sldMk cId="1237748070" sldId="264"/>
            <ac:spMk id="30" creationId="{375AD5DF-6008-4978-AB87-E1D6B52DD949}"/>
          </ac:spMkLst>
        </pc:spChg>
        <pc:spChg chg="add del mod">
          <ac:chgData name="裴 熙隆" userId="d70ee545ee25833c" providerId="LiveId" clId="{BF174F5B-BA41-4F23-94C9-646968840646}" dt="2025-12-16T07:48:39.206" v="348" actId="478"/>
          <ac:spMkLst>
            <pc:docMk/>
            <pc:sldMk cId="1237748070" sldId="264"/>
            <ac:spMk id="31" creationId="{71F13C0C-16A4-45DF-9471-E76B7B595B1B}"/>
          </ac:spMkLst>
        </pc:spChg>
        <pc:spChg chg="add del mod">
          <ac:chgData name="裴 熙隆" userId="d70ee545ee25833c" providerId="LiveId" clId="{BF174F5B-BA41-4F23-94C9-646968840646}" dt="2025-12-16T07:47:34.125" v="337" actId="478"/>
          <ac:spMkLst>
            <pc:docMk/>
            <pc:sldMk cId="1237748070" sldId="264"/>
            <ac:spMk id="32" creationId="{3FDC128A-F978-4630-860A-80B920462FD1}"/>
          </ac:spMkLst>
        </pc:spChg>
        <pc:spChg chg="add del mod ord">
          <ac:chgData name="裴 熙隆" userId="d70ee545ee25833c" providerId="LiveId" clId="{BF174F5B-BA41-4F23-94C9-646968840646}" dt="2025-12-16T07:51:32.703" v="371" actId="478"/>
          <ac:spMkLst>
            <pc:docMk/>
            <pc:sldMk cId="1237748070" sldId="264"/>
            <ac:spMk id="33" creationId="{DB481FE6-8BD7-4341-AF98-8FD1BEE52F3C}"/>
          </ac:spMkLst>
        </pc:spChg>
        <pc:spChg chg="add del mod">
          <ac:chgData name="裴 熙隆" userId="d70ee545ee25833c" providerId="LiveId" clId="{BF174F5B-BA41-4F23-94C9-646968840646}" dt="2025-12-16T07:51:31.821" v="370" actId="478"/>
          <ac:spMkLst>
            <pc:docMk/>
            <pc:sldMk cId="1237748070" sldId="264"/>
            <ac:spMk id="34" creationId="{E11CBA6F-5844-4E7E-8EA8-A1B5B5BCB643}"/>
          </ac:spMkLst>
        </pc:spChg>
        <pc:spChg chg="add del mod">
          <ac:chgData name="裴 熙隆" userId="d70ee545ee25833c" providerId="LiveId" clId="{BF174F5B-BA41-4F23-94C9-646968840646}" dt="2025-12-16T07:52:02.496" v="379"/>
          <ac:spMkLst>
            <pc:docMk/>
            <pc:sldMk cId="1237748070" sldId="264"/>
            <ac:spMk id="35" creationId="{74A5063D-2509-4173-8BA1-D6A73B1C7197}"/>
          </ac:spMkLst>
        </pc:spChg>
        <pc:spChg chg="add mod">
          <ac:chgData name="裴 熙隆" userId="d70ee545ee25833c" providerId="LiveId" clId="{BF174F5B-BA41-4F23-94C9-646968840646}" dt="2025-12-16T07:52:53.163" v="385" actId="207"/>
          <ac:spMkLst>
            <pc:docMk/>
            <pc:sldMk cId="1237748070" sldId="264"/>
            <ac:spMk id="36" creationId="{40CCEB29-D33F-412D-9DA5-6B2B16D28017}"/>
          </ac:spMkLst>
        </pc:spChg>
        <pc:spChg chg="add mod">
          <ac:chgData name="裴 熙隆" userId="d70ee545ee25833c" providerId="LiveId" clId="{BF174F5B-BA41-4F23-94C9-646968840646}" dt="2025-12-16T07:54:23.973" v="407" actId="571"/>
          <ac:spMkLst>
            <pc:docMk/>
            <pc:sldMk cId="1237748070" sldId="264"/>
            <ac:spMk id="37" creationId="{B1F9CFDF-C0B1-4EB3-806E-C22A3A402EF7}"/>
          </ac:spMkLst>
        </pc:spChg>
        <pc:spChg chg="add mod">
          <ac:chgData name="裴 熙隆" userId="d70ee545ee25833c" providerId="LiveId" clId="{BF174F5B-BA41-4F23-94C9-646968840646}" dt="2025-12-16T08:04:37.658" v="499" actId="14100"/>
          <ac:spMkLst>
            <pc:docMk/>
            <pc:sldMk cId="1237748070" sldId="264"/>
            <ac:spMk id="38" creationId="{81621C48-E3E0-4346-8257-A4B79CBF13EB}"/>
          </ac:spMkLst>
        </pc:spChg>
        <pc:spChg chg="add del">
          <ac:chgData name="裴 熙隆" userId="d70ee545ee25833c" providerId="LiveId" clId="{BF174F5B-BA41-4F23-94C9-646968840646}" dt="2025-12-16T08:03:11.739" v="474"/>
          <ac:spMkLst>
            <pc:docMk/>
            <pc:sldMk cId="1237748070" sldId="264"/>
            <ac:spMk id="40" creationId="{7262908B-F798-41A2-AB45-6FA9D06788F3}"/>
          </ac:spMkLst>
        </pc:spChg>
        <pc:spChg chg="add mod">
          <ac:chgData name="裴 熙隆" userId="d70ee545ee25833c" providerId="LiveId" clId="{BF174F5B-BA41-4F23-94C9-646968840646}" dt="2025-12-16T08:03:44.648" v="491" actId="552"/>
          <ac:spMkLst>
            <pc:docMk/>
            <pc:sldMk cId="1237748070" sldId="264"/>
            <ac:spMk id="41" creationId="{0038149E-EDAA-41E4-A032-D921E5051D6D}"/>
          </ac:spMkLst>
        </pc:spChg>
        <pc:grpChg chg="del mod">
          <ac:chgData name="裴 熙隆" userId="d70ee545ee25833c" providerId="LiveId" clId="{BF174F5B-BA41-4F23-94C9-646968840646}" dt="2025-12-16T07:22:31.231" v="125" actId="27803"/>
          <ac:grpSpMkLst>
            <pc:docMk/>
            <pc:sldMk cId="1237748070" sldId="264"/>
            <ac:grpSpMk id="4" creationId="{BCF7A947-8584-4208-A64A-43E618660F63}"/>
          </ac:grpSpMkLst>
        </pc:grpChg>
        <pc:picChg chg="add del mod">
          <ac:chgData name="裴 熙隆" userId="d70ee545ee25833c" providerId="LiveId" clId="{BF174F5B-BA41-4F23-94C9-646968840646}" dt="2025-12-16T07:22:31.231" v="125" actId="27803"/>
          <ac:picMkLst>
            <pc:docMk/>
            <pc:sldMk cId="1237748070" sldId="264"/>
            <ac:picMk id="3" creationId="{F55106B9-61CB-4B0F-B6DE-381368BA11AC}"/>
          </ac:picMkLst>
        </pc:picChg>
      </pc:sldChg>
      <pc:sldChg chg="addSp delSp modSp new del mod">
        <pc:chgData name="裴 熙隆" userId="d70ee545ee25833c" providerId="LiveId" clId="{BF174F5B-BA41-4F23-94C9-646968840646}" dt="2025-12-16T07:57:01.144" v="429" actId="47"/>
        <pc:sldMkLst>
          <pc:docMk/>
          <pc:sldMk cId="2338702099" sldId="265"/>
        </pc:sldMkLst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7" creationId="{27AF3C01-27A7-4777-A2E2-F465AA28C569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8" creationId="{7048AA58-E638-4B33-8764-9F6722C0B02F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9" creationId="{15AB8A33-2275-4ECC-86D8-2F25ACEC85D6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0" creationId="{44CC6F98-BFEE-4A5E-98A0-9EA3B062EA61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1" creationId="{ED1C7805-5883-435D-B3F7-4DAF3C1E27F4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2" creationId="{B1384412-BFF6-4D2A-BB2C-0DA34E594DFC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3" creationId="{FD0EFB58-71F9-437A-B748-BC56E4AE25E5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4" creationId="{AF6B2A02-7684-4441-9A69-A1C8FB1550DE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5" creationId="{2A1622CB-E73A-4EB1-9DA2-726BA3A5ED12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6" creationId="{99A36251-8FBD-487F-A10A-E42EA2CD8372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7" creationId="{FBD29503-EDE4-400D-A513-FB117332ABE0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8" creationId="{5EB21187-B883-48D4-8402-86E1486C225F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19" creationId="{568BA1DA-D7C7-4D3A-BB42-F5380565263D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0" creationId="{74B3FFD2-3E3C-44FD-BAEC-F3FB7E5EF343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1" creationId="{8563D36F-8CA9-47E8-821E-76099311AB2B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2" creationId="{AC0948B8-CF85-440D-ABDE-BB7783879E59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3" creationId="{52FAB964-A7D1-4557-9B32-A2A48990B9FB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4" creationId="{88DBBA13-6AAF-4E50-924C-F94F2EE0B082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5" creationId="{1167167A-7CD7-4A73-95A3-CB69822A0CE8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6" creationId="{76E47600-4B75-4E22-AA31-7A6F9AC79724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7" creationId="{CA04841D-2976-43AA-B017-4297FD983FD6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8" creationId="{ACDF77C1-8E01-48CC-8F65-8E5D760D1D02}"/>
          </ac:spMkLst>
        </pc:spChg>
        <pc:spChg chg="mod">
          <ac:chgData name="裴 熙隆" userId="d70ee545ee25833c" providerId="LiveId" clId="{BF174F5B-BA41-4F23-94C9-646968840646}" dt="2025-12-16T07:51:50.258" v="375" actId="27803"/>
          <ac:spMkLst>
            <pc:docMk/>
            <pc:sldMk cId="2338702099" sldId="265"/>
            <ac:spMk id="29" creationId="{39786E80-94AF-4195-B7D8-51B31DB922C4}"/>
          </ac:spMkLst>
        </pc:spChg>
        <pc:grpChg chg="del mod">
          <ac:chgData name="裴 熙隆" userId="d70ee545ee25833c" providerId="LiveId" clId="{BF174F5B-BA41-4F23-94C9-646968840646}" dt="2025-12-16T07:51:50.258" v="375" actId="27803"/>
          <ac:grpSpMkLst>
            <pc:docMk/>
            <pc:sldMk cId="2338702099" sldId="265"/>
            <ac:grpSpMk id="6" creationId="{629F22E1-D99D-4942-A9CB-FFF3E1EB950F}"/>
          </ac:grpSpMkLst>
        </pc:grpChg>
        <pc:picChg chg="add del mod">
          <ac:chgData name="裴 熙隆" userId="d70ee545ee25833c" providerId="LiveId" clId="{BF174F5B-BA41-4F23-94C9-646968840646}" dt="2025-12-16T07:51:50.258" v="375" actId="27803"/>
          <ac:picMkLst>
            <pc:docMk/>
            <pc:sldMk cId="2338702099" sldId="265"/>
            <ac:picMk id="5" creationId="{7E692571-E519-4F7D-83CD-EEAA3433B7A9}"/>
          </ac:picMkLst>
        </pc:picChg>
      </pc:sldChg>
    </pc:docChg>
  </pc:docChgLst>
  <pc:docChgLst>
    <pc:chgData name="Rabbit AI" userId="d70ee545ee25833c" providerId="LiveId" clId="{8AEE6C01-8D16-45E4-B595-8E2846456CE4}"/>
    <pc:docChg chg="undo redo custSel addSld modSld">
      <pc:chgData name="Rabbit AI" userId="d70ee545ee25833c" providerId="LiveId" clId="{8AEE6C01-8D16-45E4-B595-8E2846456CE4}" dt="2025-11-29T15:26:58.090" v="343"/>
      <pc:docMkLst>
        <pc:docMk/>
      </pc:docMkLst>
      <pc:sldChg chg="addSp delSp modSp mod">
        <pc:chgData name="Rabbit AI" userId="d70ee545ee25833c" providerId="LiveId" clId="{8AEE6C01-8D16-45E4-B595-8E2846456CE4}" dt="2025-11-29T15:25:33.002" v="333" actId="1076"/>
        <pc:sldMkLst>
          <pc:docMk/>
          <pc:sldMk cId="2108633778" sldId="257"/>
        </pc:sldMkLst>
        <pc:spChg chg="add mod">
          <ac:chgData name="Rabbit AI" userId="d70ee545ee25833c" providerId="LiveId" clId="{8AEE6C01-8D16-45E4-B595-8E2846456CE4}" dt="2025-11-29T15:05:38.844" v="195" actId="1076"/>
          <ac:spMkLst>
            <pc:docMk/>
            <pc:sldMk cId="2108633778" sldId="257"/>
            <ac:spMk id="2" creationId="{50683775-26C5-4A15-7AC6-2CF402C569AC}"/>
          </ac:spMkLst>
        </pc:spChg>
        <pc:spChg chg="add mod">
          <ac:chgData name="Rabbit AI" userId="d70ee545ee25833c" providerId="LiveId" clId="{8AEE6C01-8D16-45E4-B595-8E2846456CE4}" dt="2025-11-29T15:25:33.002" v="333" actId="1076"/>
          <ac:spMkLst>
            <pc:docMk/>
            <pc:sldMk cId="2108633778" sldId="257"/>
            <ac:spMk id="3" creationId="{B589AED9-0D3C-6B63-79C2-C8ABFFB4C6D9}"/>
          </ac:spMkLst>
        </pc:spChg>
        <pc:spChg chg="add mod">
          <ac:chgData name="Rabbit AI" userId="d70ee545ee25833c" providerId="LiveId" clId="{8AEE6C01-8D16-45E4-B595-8E2846456CE4}" dt="2025-11-29T15:09:35.240" v="233" actId="14861"/>
          <ac:spMkLst>
            <pc:docMk/>
            <pc:sldMk cId="2108633778" sldId="257"/>
            <ac:spMk id="8" creationId="{46C4CABB-FB4F-B752-22EF-7B17F223A6E1}"/>
          </ac:spMkLst>
        </pc:spChg>
        <pc:spChg chg="add mod">
          <ac:chgData name="Rabbit AI" userId="d70ee545ee25833c" providerId="LiveId" clId="{8AEE6C01-8D16-45E4-B595-8E2846456CE4}" dt="2025-11-26T13:17:40.526" v="105" actId="207"/>
          <ac:spMkLst>
            <pc:docMk/>
            <pc:sldMk cId="2108633778" sldId="257"/>
            <ac:spMk id="10" creationId="{A36E958C-9B10-3F8A-C892-D50E08294BB2}"/>
          </ac:spMkLst>
        </pc:spChg>
        <pc:spChg chg="add mod">
          <ac:chgData name="Rabbit AI" userId="d70ee545ee25833c" providerId="LiveId" clId="{8AEE6C01-8D16-45E4-B595-8E2846456CE4}" dt="2025-11-29T15:22:22.360" v="241" actId="1076"/>
          <ac:spMkLst>
            <pc:docMk/>
            <pc:sldMk cId="2108633778" sldId="257"/>
            <ac:spMk id="13" creationId="{F17C2E74-CA37-FD0A-438A-5163C9D111F4}"/>
          </ac:spMkLst>
        </pc:spChg>
        <pc:spChg chg="add mod">
          <ac:chgData name="Rabbit AI" userId="d70ee545ee25833c" providerId="LiveId" clId="{8AEE6C01-8D16-45E4-B595-8E2846456CE4}" dt="2025-11-29T15:22:44.419" v="248" actId="1076"/>
          <ac:spMkLst>
            <pc:docMk/>
            <pc:sldMk cId="2108633778" sldId="257"/>
            <ac:spMk id="14" creationId="{4B819AA8-2797-CA39-20EF-862FCF2FE45B}"/>
          </ac:spMkLst>
        </pc:spChg>
        <pc:spChg chg="add mod">
          <ac:chgData name="Rabbit AI" userId="d70ee545ee25833c" providerId="LiveId" clId="{8AEE6C01-8D16-45E4-B595-8E2846456CE4}" dt="2025-11-29T15:23:05.587" v="259" actId="1076"/>
          <ac:spMkLst>
            <pc:docMk/>
            <pc:sldMk cId="2108633778" sldId="257"/>
            <ac:spMk id="15" creationId="{CCE884B6-9158-E6D5-4E46-83DBBAA4595E}"/>
          </ac:spMkLst>
        </pc:spChg>
        <pc:spChg chg="add del mod">
          <ac:chgData name="Rabbit AI" userId="d70ee545ee25833c" providerId="LiveId" clId="{8AEE6C01-8D16-45E4-B595-8E2846456CE4}" dt="2025-11-29T15:24:07.153" v="268" actId="478"/>
          <ac:spMkLst>
            <pc:docMk/>
            <pc:sldMk cId="2108633778" sldId="257"/>
            <ac:spMk id="16" creationId="{7206471E-A3D3-01FB-B703-75A8BE0702C3}"/>
          </ac:spMkLst>
        </pc:spChg>
        <pc:spChg chg="add mod">
          <ac:chgData name="Rabbit AI" userId="d70ee545ee25833c" providerId="LiveId" clId="{8AEE6C01-8D16-45E4-B595-8E2846456CE4}" dt="2025-11-29T15:24:51.759" v="307" actId="1076"/>
          <ac:spMkLst>
            <pc:docMk/>
            <pc:sldMk cId="2108633778" sldId="257"/>
            <ac:spMk id="17" creationId="{862D6032-5F83-E262-70F4-375FAB07D348}"/>
          </ac:spMkLst>
        </pc:spChg>
        <pc:spChg chg="add mod">
          <ac:chgData name="Rabbit AI" userId="d70ee545ee25833c" providerId="LiveId" clId="{8AEE6C01-8D16-45E4-B595-8E2846456CE4}" dt="2025-11-29T15:25:14.862" v="332" actId="1076"/>
          <ac:spMkLst>
            <pc:docMk/>
            <pc:sldMk cId="2108633778" sldId="257"/>
            <ac:spMk id="18" creationId="{07C22406-78E6-68EE-309C-3F49E582FD1E}"/>
          </ac:spMkLst>
        </pc:spChg>
        <pc:picChg chg="add mod">
          <ac:chgData name="Rabbit AI" userId="d70ee545ee25833c" providerId="LiveId" clId="{8AEE6C01-8D16-45E4-B595-8E2846456CE4}" dt="2025-11-29T15:08:02.307" v="212" actId="14861"/>
          <ac:picMkLst>
            <pc:docMk/>
            <pc:sldMk cId="2108633778" sldId="257"/>
            <ac:picMk id="5" creationId="{963B1C5C-E05F-F428-7ACD-0ADB215AE4FF}"/>
          </ac:picMkLst>
        </pc:picChg>
        <pc:picChg chg="add mod">
          <ac:chgData name="Rabbit AI" userId="d70ee545ee25833c" providerId="LiveId" clId="{8AEE6C01-8D16-45E4-B595-8E2846456CE4}" dt="2025-11-29T15:08:30.361" v="223" actId="1076"/>
          <ac:picMkLst>
            <pc:docMk/>
            <pc:sldMk cId="2108633778" sldId="257"/>
            <ac:picMk id="6" creationId="{0E09999A-AA3F-97FC-668D-6459CAFB6B00}"/>
          </ac:picMkLst>
        </pc:picChg>
        <pc:picChg chg="add mod">
          <ac:chgData name="Rabbit AI" userId="d70ee545ee25833c" providerId="LiveId" clId="{8AEE6C01-8D16-45E4-B595-8E2846456CE4}" dt="2025-11-29T15:08:52.673" v="226" actId="1076"/>
          <ac:picMkLst>
            <pc:docMk/>
            <pc:sldMk cId="2108633778" sldId="257"/>
            <ac:picMk id="7" creationId="{A3451A24-4CD6-4EA0-90D9-48D79DABD233}"/>
          </ac:picMkLst>
        </pc:picChg>
        <pc:picChg chg="add mod">
          <ac:chgData name="Rabbit AI" userId="d70ee545ee25833c" providerId="LiveId" clId="{8AEE6C01-8D16-45E4-B595-8E2846456CE4}" dt="2025-11-29T15:09:05.489" v="228" actId="1076"/>
          <ac:picMkLst>
            <pc:docMk/>
            <pc:sldMk cId="2108633778" sldId="257"/>
            <ac:picMk id="9" creationId="{7EEBC6F7-525D-9F1A-55B8-81E9EB2C0DD6}"/>
          </ac:picMkLst>
        </pc:picChg>
        <pc:picChg chg="add mod">
          <ac:chgData name="Rabbit AI" userId="d70ee545ee25833c" providerId="LiveId" clId="{8AEE6C01-8D16-45E4-B595-8E2846456CE4}" dt="2025-11-29T15:08:48.035" v="225" actId="1076"/>
          <ac:picMkLst>
            <pc:docMk/>
            <pc:sldMk cId="2108633778" sldId="257"/>
            <ac:picMk id="11" creationId="{E8584B18-C924-BFDA-8C98-CF87542C953B}"/>
          </ac:picMkLst>
        </pc:picChg>
        <pc:picChg chg="add mod">
          <ac:chgData name="Rabbit AI" userId="d70ee545ee25833c" providerId="LiveId" clId="{8AEE6C01-8D16-45E4-B595-8E2846456CE4}" dt="2025-11-29T15:08:38.888" v="224" actId="1076"/>
          <ac:picMkLst>
            <pc:docMk/>
            <pc:sldMk cId="2108633778" sldId="257"/>
            <ac:picMk id="12" creationId="{B2DE58A1-713B-C959-91A0-1EAB90633BC8}"/>
          </ac:picMkLst>
        </pc:picChg>
      </pc:sldChg>
      <pc:sldChg chg="addSp delSp modSp new mod">
        <pc:chgData name="Rabbit AI" userId="d70ee545ee25833c" providerId="LiveId" clId="{8AEE6C01-8D16-45E4-B595-8E2846456CE4}" dt="2025-11-29T15:26:58.090" v="343"/>
        <pc:sldMkLst>
          <pc:docMk/>
          <pc:sldMk cId="1237748070" sldId="264"/>
        </pc:sldMkLst>
        <pc:spChg chg="del">
          <ac:chgData name="Rabbit AI" userId="d70ee545ee25833c" providerId="LiveId" clId="{8AEE6C01-8D16-45E4-B595-8E2846456CE4}" dt="2025-11-29T15:26:23.535" v="336" actId="478"/>
          <ac:spMkLst>
            <pc:docMk/>
            <pc:sldMk cId="1237748070" sldId="264"/>
            <ac:spMk id="2" creationId="{6934BF23-9276-F500-9647-69E3AC3088D1}"/>
          </ac:spMkLst>
        </pc:spChg>
        <pc:spChg chg="del">
          <ac:chgData name="Rabbit AI" userId="d70ee545ee25833c" providerId="LiveId" clId="{8AEE6C01-8D16-45E4-B595-8E2846456CE4}" dt="2025-11-29T15:26:22.952" v="335" actId="478"/>
          <ac:spMkLst>
            <pc:docMk/>
            <pc:sldMk cId="1237748070" sldId="264"/>
            <ac:spMk id="3" creationId="{F0333211-E51E-0C91-0324-E4D67380CA1E}"/>
          </ac:spMkLst>
        </pc:spChg>
        <pc:spChg chg="add del mod">
          <ac:chgData name="Rabbit AI" userId="d70ee545ee25833c" providerId="LiveId" clId="{8AEE6C01-8D16-45E4-B595-8E2846456CE4}" dt="2025-11-29T15:26:34.880" v="339" actId="478"/>
          <ac:spMkLst>
            <pc:docMk/>
            <pc:sldMk cId="1237748070" sldId="264"/>
            <ac:spMk id="4" creationId="{7995408B-2B62-9F1D-BBD1-A477D1E48040}"/>
          </ac:spMkLst>
        </pc:spChg>
        <pc:spChg chg="add del mod">
          <ac:chgData name="Rabbit AI" userId="d70ee545ee25833c" providerId="LiveId" clId="{8AEE6C01-8D16-45E4-B595-8E2846456CE4}" dt="2025-11-29T15:26:58.090" v="343"/>
          <ac:spMkLst>
            <pc:docMk/>
            <pc:sldMk cId="1237748070" sldId="264"/>
            <ac:spMk id="5" creationId="{0CA4C3AD-D6E1-1B89-7F3C-24E0682682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498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911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037B0A7-8C85-4EFB-A979-3541599C3E15}"/>
              </a:ext>
            </a:extLst>
          </p:cNvPr>
          <p:cNvSpPr/>
          <p:nvPr/>
        </p:nvSpPr>
        <p:spPr>
          <a:xfrm>
            <a:off x="4381500" y="2333625"/>
            <a:ext cx="2952750" cy="952500"/>
          </a:xfrm>
          <a:custGeom>
            <a:avLst/>
            <a:gdLst>
              <a:gd name="connsiteX0" fmla="*/ 571500 w 2952750"/>
              <a:gd name="connsiteY0" fmla="*/ 0 h 952500"/>
              <a:gd name="connsiteX1" fmla="*/ 2952750 w 2952750"/>
              <a:gd name="connsiteY1" fmla="*/ 0 h 952500"/>
              <a:gd name="connsiteX2" fmla="*/ 2381250 w 2952750"/>
              <a:gd name="connsiteY2" fmla="*/ 952500 h 952500"/>
              <a:gd name="connsiteX3" fmla="*/ 0 w 295275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2750" h="952500">
                <a:moveTo>
                  <a:pt x="571500" y="0"/>
                </a:moveTo>
                <a:lnTo>
                  <a:pt x="2952750" y="0"/>
                </a:lnTo>
                <a:lnTo>
                  <a:pt x="2381250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9C978C6-5ECC-484B-8329-85B1DA75FD12}"/>
              </a:ext>
            </a:extLst>
          </p:cNvPr>
          <p:cNvSpPr/>
          <p:nvPr/>
        </p:nvSpPr>
        <p:spPr>
          <a:xfrm>
            <a:off x="4381500" y="3615373"/>
            <a:ext cx="2381250" cy="95250"/>
          </a:xfrm>
          <a:custGeom>
            <a:avLst/>
            <a:gdLst>
              <a:gd name="connsiteX0" fmla="*/ 0 w 2381250"/>
              <a:gd name="connsiteY0" fmla="*/ 0 h 95250"/>
              <a:gd name="connsiteX1" fmla="*/ 2381250 w 2381250"/>
              <a:gd name="connsiteY1" fmla="*/ 0 h 95250"/>
              <a:gd name="connsiteX2" fmla="*/ 2381250 w 2381250"/>
              <a:gd name="connsiteY2" fmla="*/ 95250 h 95250"/>
              <a:gd name="connsiteX3" fmla="*/ 0 w 2381250"/>
              <a:gd name="connsiteY3" fmla="*/ 95250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0" h="95250">
                <a:moveTo>
                  <a:pt x="0" y="0"/>
                </a:moveTo>
                <a:lnTo>
                  <a:pt x="2381250" y="0"/>
                </a:lnTo>
                <a:lnTo>
                  <a:pt x="2381250" y="95250"/>
                </a:lnTo>
                <a:lnTo>
                  <a:pt x="0" y="9525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673576B5-8568-470C-A77D-CF663883F9C1}"/>
              </a:ext>
            </a:extLst>
          </p:cNvPr>
          <p:cNvSpPr/>
          <p:nvPr/>
        </p:nvSpPr>
        <p:spPr>
          <a:xfrm>
            <a:off x="4381500" y="3286125"/>
            <a:ext cx="2381250" cy="333375"/>
          </a:xfrm>
          <a:custGeom>
            <a:avLst/>
            <a:gdLst>
              <a:gd name="connsiteX0" fmla="*/ 0 w 2381250"/>
              <a:gd name="connsiteY0" fmla="*/ 0 h 952500"/>
              <a:gd name="connsiteX1" fmla="*/ 2381250 w 2381250"/>
              <a:gd name="connsiteY1" fmla="*/ 0 h 952500"/>
              <a:gd name="connsiteX2" fmla="*/ 2381250 w 2381250"/>
              <a:gd name="connsiteY2" fmla="*/ 952500 h 952500"/>
              <a:gd name="connsiteX3" fmla="*/ 0 w 238125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50" h="952500">
                <a:moveTo>
                  <a:pt x="0" y="0"/>
                </a:moveTo>
                <a:lnTo>
                  <a:pt x="2381250" y="0"/>
                </a:lnTo>
                <a:lnTo>
                  <a:pt x="2381250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AF858AD-B371-4B1C-BC30-4E3CE894383B}"/>
              </a:ext>
            </a:extLst>
          </p:cNvPr>
          <p:cNvSpPr/>
          <p:nvPr/>
        </p:nvSpPr>
        <p:spPr>
          <a:xfrm>
            <a:off x="4876800" y="2428875"/>
            <a:ext cx="2266950" cy="285750"/>
          </a:xfrm>
          <a:custGeom>
            <a:avLst/>
            <a:gdLst>
              <a:gd name="connsiteX0" fmla="*/ 171450 w 2266950"/>
              <a:gd name="connsiteY0" fmla="*/ 0 h 285750"/>
              <a:gd name="connsiteX1" fmla="*/ 2266950 w 2266950"/>
              <a:gd name="connsiteY1" fmla="*/ 0 h 285750"/>
              <a:gd name="connsiteX2" fmla="*/ 2095500 w 2266950"/>
              <a:gd name="connsiteY2" fmla="*/ 285750 h 285750"/>
              <a:gd name="connsiteX3" fmla="*/ 0 w 2266950"/>
              <a:gd name="connsiteY3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6950" h="285750">
                <a:moveTo>
                  <a:pt x="171450" y="0"/>
                </a:moveTo>
                <a:lnTo>
                  <a:pt x="2266950" y="0"/>
                </a:lnTo>
                <a:lnTo>
                  <a:pt x="2095500" y="285750"/>
                </a:lnTo>
                <a:lnTo>
                  <a:pt x="0" y="28575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4E522170-5D5A-4F5F-B0E7-E7AD3D68F5C5}"/>
              </a:ext>
            </a:extLst>
          </p:cNvPr>
          <p:cNvSpPr/>
          <p:nvPr/>
        </p:nvSpPr>
        <p:spPr>
          <a:xfrm>
            <a:off x="4714875" y="2714625"/>
            <a:ext cx="2266950" cy="285750"/>
          </a:xfrm>
          <a:custGeom>
            <a:avLst/>
            <a:gdLst>
              <a:gd name="connsiteX0" fmla="*/ 0 w 2266950"/>
              <a:gd name="connsiteY0" fmla="*/ 285750 h 285750"/>
              <a:gd name="connsiteX1" fmla="*/ 2095500 w 2266950"/>
              <a:gd name="connsiteY1" fmla="*/ 285750 h 285750"/>
              <a:gd name="connsiteX2" fmla="*/ 2266950 w 2266950"/>
              <a:gd name="connsiteY2" fmla="*/ 0 h 285750"/>
              <a:gd name="connsiteX3" fmla="*/ 171450 w 2266950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6950" h="285750">
                <a:moveTo>
                  <a:pt x="0" y="285750"/>
                </a:moveTo>
                <a:lnTo>
                  <a:pt x="2095500" y="285750"/>
                </a:lnTo>
                <a:lnTo>
                  <a:pt x="2266950" y="0"/>
                </a:lnTo>
                <a:lnTo>
                  <a:pt x="171450" y="0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A1141A7-D6FD-498E-AE26-907F4573CD31}"/>
              </a:ext>
            </a:extLst>
          </p:cNvPr>
          <p:cNvSpPr/>
          <p:nvPr/>
        </p:nvSpPr>
        <p:spPr>
          <a:xfrm>
            <a:off x="4591050" y="2905125"/>
            <a:ext cx="2266950" cy="285750"/>
          </a:xfrm>
          <a:custGeom>
            <a:avLst/>
            <a:gdLst>
              <a:gd name="connsiteX0" fmla="*/ 171450 w 2266950"/>
              <a:gd name="connsiteY0" fmla="*/ 0 h 285750"/>
              <a:gd name="connsiteX1" fmla="*/ 2266950 w 2266950"/>
              <a:gd name="connsiteY1" fmla="*/ 0 h 285750"/>
              <a:gd name="connsiteX2" fmla="*/ 2095500 w 2266950"/>
              <a:gd name="connsiteY2" fmla="*/ 285750 h 285750"/>
              <a:gd name="connsiteX3" fmla="*/ 0 w 2266950"/>
              <a:gd name="connsiteY3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6950" h="285750">
                <a:moveTo>
                  <a:pt x="171450" y="0"/>
                </a:moveTo>
                <a:lnTo>
                  <a:pt x="2266950" y="0"/>
                </a:lnTo>
                <a:lnTo>
                  <a:pt x="2095500" y="285750"/>
                </a:lnTo>
                <a:lnTo>
                  <a:pt x="0" y="28575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C3E848C-7144-4FF8-97FC-AA52D235A5E6}"/>
              </a:ext>
            </a:extLst>
          </p:cNvPr>
          <p:cNvSpPr/>
          <p:nvPr/>
        </p:nvSpPr>
        <p:spPr>
          <a:xfrm>
            <a:off x="6419850" y="3019425"/>
            <a:ext cx="114300" cy="57150"/>
          </a:xfrm>
          <a:custGeom>
            <a:avLst/>
            <a:gdLst>
              <a:gd name="connsiteX0" fmla="*/ 114300 w 114300"/>
              <a:gd name="connsiteY0" fmla="*/ 28575 h 57150"/>
              <a:gd name="connsiteX1" fmla="*/ 57150 w 114300"/>
              <a:gd name="connsiteY1" fmla="*/ 57150 h 57150"/>
              <a:gd name="connsiteX2" fmla="*/ 0 w 114300"/>
              <a:gd name="connsiteY2" fmla="*/ 28575 h 57150"/>
              <a:gd name="connsiteX3" fmla="*/ 57150 w 114300"/>
              <a:gd name="connsiteY3" fmla="*/ 0 h 57150"/>
              <a:gd name="connsiteX4" fmla="*/ 114300 w 114300"/>
              <a:gd name="connsiteY4" fmla="*/ 28575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00" h="57150">
                <a:moveTo>
                  <a:pt x="114300" y="28575"/>
                </a:moveTo>
                <a:cubicBezTo>
                  <a:pt x="114300" y="44357"/>
                  <a:pt x="88713" y="57150"/>
                  <a:pt x="57150" y="57150"/>
                </a:cubicBezTo>
                <a:cubicBezTo>
                  <a:pt x="25587" y="57150"/>
                  <a:pt x="0" y="44357"/>
                  <a:pt x="0" y="28575"/>
                </a:cubicBezTo>
                <a:cubicBezTo>
                  <a:pt x="0" y="12793"/>
                  <a:pt x="25587" y="0"/>
                  <a:pt x="57150" y="0"/>
                </a:cubicBezTo>
                <a:cubicBezTo>
                  <a:pt x="88713" y="0"/>
                  <a:pt x="114300" y="12793"/>
                  <a:pt x="114300" y="28575"/>
                </a:cubicBezTo>
                <a:close/>
              </a:path>
            </a:pathLst>
          </a:custGeom>
          <a:noFill/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F19ED4EF-33E9-4F5A-AFD3-83AA35380AB2}"/>
              </a:ext>
            </a:extLst>
          </p:cNvPr>
          <p:cNvSpPr/>
          <p:nvPr/>
        </p:nvSpPr>
        <p:spPr>
          <a:xfrm>
            <a:off x="6419850" y="3048000"/>
            <a:ext cx="51435" cy="428625"/>
          </a:xfrm>
          <a:custGeom>
            <a:avLst/>
            <a:gdLst>
              <a:gd name="connsiteX0" fmla="*/ 0 w 9525"/>
              <a:gd name="connsiteY0" fmla="*/ 0 h 1143000"/>
              <a:gd name="connsiteX1" fmla="*/ 0 w 9525"/>
              <a:gd name="connsiteY1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14288" cap="flat">
            <a:solidFill>
              <a:srgbClr val="000000"/>
            </a:solidFill>
            <a:custDash>
              <a:ds d="225000" sp="150000"/>
            </a:custDash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3DD0DAFF-6D61-4909-A45A-29B1B6DF3F61}"/>
              </a:ext>
            </a:extLst>
          </p:cNvPr>
          <p:cNvSpPr/>
          <p:nvPr/>
        </p:nvSpPr>
        <p:spPr>
          <a:xfrm>
            <a:off x="6534150" y="3048000"/>
            <a:ext cx="51435" cy="428625"/>
          </a:xfrm>
          <a:custGeom>
            <a:avLst/>
            <a:gdLst>
              <a:gd name="connsiteX0" fmla="*/ 0 w 9525"/>
              <a:gd name="connsiteY0" fmla="*/ 0 h 1143000"/>
              <a:gd name="connsiteX1" fmla="*/ 0 w 9525"/>
              <a:gd name="connsiteY1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14288" cap="flat">
            <a:solidFill>
              <a:srgbClr val="000000"/>
            </a:solidFill>
            <a:custDash>
              <a:ds d="225000" sp="150000"/>
            </a:custDash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BEFF140B-6269-41D0-92C9-9091BC4C1797}"/>
              </a:ext>
            </a:extLst>
          </p:cNvPr>
          <p:cNvSpPr/>
          <p:nvPr/>
        </p:nvSpPr>
        <p:spPr>
          <a:xfrm>
            <a:off x="6419850" y="3424237"/>
            <a:ext cx="114300" cy="57150"/>
          </a:xfrm>
          <a:custGeom>
            <a:avLst/>
            <a:gdLst>
              <a:gd name="connsiteX0" fmla="*/ 114300 w 114300"/>
              <a:gd name="connsiteY0" fmla="*/ 28575 h 57150"/>
              <a:gd name="connsiteX1" fmla="*/ 57150 w 114300"/>
              <a:gd name="connsiteY1" fmla="*/ 57150 h 57150"/>
              <a:gd name="connsiteX2" fmla="*/ 0 w 114300"/>
              <a:gd name="connsiteY2" fmla="*/ 28575 h 57150"/>
              <a:gd name="connsiteX3" fmla="*/ 57150 w 114300"/>
              <a:gd name="connsiteY3" fmla="*/ 0 h 57150"/>
              <a:gd name="connsiteX4" fmla="*/ 114300 w 114300"/>
              <a:gd name="connsiteY4" fmla="*/ 28575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00" h="57150">
                <a:moveTo>
                  <a:pt x="114300" y="28575"/>
                </a:moveTo>
                <a:cubicBezTo>
                  <a:pt x="114300" y="44357"/>
                  <a:pt x="88713" y="57150"/>
                  <a:pt x="57150" y="57150"/>
                </a:cubicBezTo>
                <a:cubicBezTo>
                  <a:pt x="25587" y="57150"/>
                  <a:pt x="0" y="44357"/>
                  <a:pt x="0" y="28575"/>
                </a:cubicBezTo>
                <a:cubicBezTo>
                  <a:pt x="0" y="12793"/>
                  <a:pt x="25587" y="0"/>
                  <a:pt x="57150" y="0"/>
                </a:cubicBezTo>
                <a:cubicBezTo>
                  <a:pt x="88713" y="0"/>
                  <a:pt x="114300" y="12793"/>
                  <a:pt x="114300" y="28575"/>
                </a:cubicBezTo>
                <a:close/>
              </a:path>
            </a:pathLst>
          </a:custGeom>
          <a:noFill/>
          <a:ln w="14288" cap="flat">
            <a:solidFill>
              <a:srgbClr val="000000"/>
            </a:solidFill>
            <a:custDash>
              <a:ds d="225000" sp="150000"/>
            </a:custDash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AAB890-C04A-4BA8-A826-893EC2205834}"/>
              </a:ext>
            </a:extLst>
          </p:cNvPr>
          <p:cNvSpPr txBox="1"/>
          <p:nvPr/>
        </p:nvSpPr>
        <p:spPr>
          <a:xfrm>
            <a:off x="3698647" y="2340724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金属结构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F6A1F877-4133-44D4-8630-9765B45867D9}"/>
              </a:ext>
            </a:extLst>
          </p:cNvPr>
          <p:cNvSpPr/>
          <p:nvPr/>
        </p:nvSpPr>
        <p:spPr>
          <a:xfrm>
            <a:off x="4500472" y="2492692"/>
            <a:ext cx="1119277" cy="79057"/>
          </a:xfrm>
          <a:custGeom>
            <a:avLst/>
            <a:gdLst>
              <a:gd name="connsiteX0" fmla="*/ 0 w 1143000"/>
              <a:gd name="connsiteY0" fmla="*/ 0 h 285750"/>
              <a:gd name="connsiteX1" fmla="*/ 1143000 w 114300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3000" h="285750">
                <a:moveTo>
                  <a:pt x="0" y="0"/>
                </a:moveTo>
                <a:lnTo>
                  <a:pt x="1143000" y="28575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AB2BA8-ACED-478A-9B88-170CBBC39FB2}"/>
              </a:ext>
            </a:extLst>
          </p:cNvPr>
          <p:cNvSpPr txBox="1"/>
          <p:nvPr/>
        </p:nvSpPr>
        <p:spPr>
          <a:xfrm>
            <a:off x="3609112" y="2649832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有源器件</a:t>
            </a: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6F19014C-114A-4ACD-99EC-00225608D3F9}"/>
              </a:ext>
            </a:extLst>
          </p:cNvPr>
          <p:cNvSpPr/>
          <p:nvPr/>
        </p:nvSpPr>
        <p:spPr>
          <a:xfrm flipV="1">
            <a:off x="4425315" y="2754154"/>
            <a:ext cx="1289685" cy="45719"/>
          </a:xfrm>
          <a:custGeom>
            <a:avLst/>
            <a:gdLst>
              <a:gd name="connsiteX0" fmla="*/ 0 w 1238250"/>
              <a:gd name="connsiteY0" fmla="*/ 47625 h 47625"/>
              <a:gd name="connsiteX1" fmla="*/ 1238250 w 1238250"/>
              <a:gd name="connsiteY1" fmla="*/ 0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8250" h="47625">
                <a:moveTo>
                  <a:pt x="0" y="47625"/>
                </a:moveTo>
                <a:lnTo>
                  <a:pt x="123825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25D47E-5779-43D4-82AF-EA9265EEC401}"/>
              </a:ext>
            </a:extLst>
          </p:cNvPr>
          <p:cNvSpPr txBox="1"/>
          <p:nvPr/>
        </p:nvSpPr>
        <p:spPr>
          <a:xfrm>
            <a:off x="3554083" y="2951355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绝缘基底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97C0B62-865F-4E4F-A3A5-63ECAB0D9DEB}"/>
              </a:ext>
            </a:extLst>
          </p:cNvPr>
          <p:cNvSpPr txBox="1"/>
          <p:nvPr/>
        </p:nvSpPr>
        <p:spPr>
          <a:xfrm>
            <a:off x="7783389" y="2857287"/>
            <a:ext cx="7126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通孔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D3BFE1-2826-44B3-A82B-F2C358AF2070}"/>
              </a:ext>
            </a:extLst>
          </p:cNvPr>
          <p:cNvSpPr txBox="1"/>
          <p:nvPr/>
        </p:nvSpPr>
        <p:spPr>
          <a:xfrm>
            <a:off x="7783389" y="2551118"/>
            <a:ext cx="75212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电源/地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6C17498-804F-46BB-BE80-8C62C59C1659}"/>
              </a:ext>
            </a:extLst>
          </p:cNvPr>
          <p:cNvSpPr/>
          <p:nvPr/>
        </p:nvSpPr>
        <p:spPr>
          <a:xfrm>
            <a:off x="6762750" y="2662873"/>
            <a:ext cx="571500" cy="1047750"/>
          </a:xfrm>
          <a:custGeom>
            <a:avLst/>
            <a:gdLst>
              <a:gd name="connsiteX0" fmla="*/ 0 w 571500"/>
              <a:gd name="connsiteY0" fmla="*/ 952500 h 1047750"/>
              <a:gd name="connsiteX1" fmla="*/ 571500 w 571500"/>
              <a:gd name="connsiteY1" fmla="*/ 0 h 1047750"/>
              <a:gd name="connsiteX2" fmla="*/ 571500 w 571500"/>
              <a:gd name="connsiteY2" fmla="*/ 95250 h 1047750"/>
              <a:gd name="connsiteX3" fmla="*/ 0 w 571500"/>
              <a:gd name="connsiteY3" fmla="*/ 104775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1047750">
                <a:moveTo>
                  <a:pt x="0" y="952500"/>
                </a:moveTo>
                <a:lnTo>
                  <a:pt x="571500" y="0"/>
                </a:lnTo>
                <a:lnTo>
                  <a:pt x="571500" y="95250"/>
                </a:lnTo>
                <a:lnTo>
                  <a:pt x="0" y="104775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8755FBAD-C853-4A2D-9DB5-20C81BF7D17E}"/>
              </a:ext>
            </a:extLst>
          </p:cNvPr>
          <p:cNvSpPr/>
          <p:nvPr/>
        </p:nvSpPr>
        <p:spPr>
          <a:xfrm>
            <a:off x="7334250" y="2333625"/>
            <a:ext cx="47625" cy="421005"/>
          </a:xfrm>
          <a:custGeom>
            <a:avLst/>
            <a:gdLst>
              <a:gd name="connsiteX0" fmla="*/ 0 w 9525"/>
              <a:gd name="connsiteY0" fmla="*/ 0 h 1143000"/>
              <a:gd name="connsiteX1" fmla="*/ 0 w 9525"/>
              <a:gd name="connsiteY1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19050" cap="flat" cmpd="sng">
            <a:solidFill>
              <a:srgbClr val="000000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40CCEB29-D33F-412D-9DA5-6B2B16D28017}"/>
              </a:ext>
            </a:extLst>
          </p:cNvPr>
          <p:cNvSpPr/>
          <p:nvPr/>
        </p:nvSpPr>
        <p:spPr>
          <a:xfrm>
            <a:off x="5699760" y="2715974"/>
            <a:ext cx="304800" cy="190500"/>
          </a:xfrm>
          <a:custGeom>
            <a:avLst/>
            <a:gdLst>
              <a:gd name="connsiteX0" fmla="*/ 95250 w 304800"/>
              <a:gd name="connsiteY0" fmla="*/ 0 h 190500"/>
              <a:gd name="connsiteX1" fmla="*/ 304800 w 304800"/>
              <a:gd name="connsiteY1" fmla="*/ 0 h 190500"/>
              <a:gd name="connsiteX2" fmla="*/ 209550 w 304800"/>
              <a:gd name="connsiteY2" fmla="*/ 190500 h 190500"/>
              <a:gd name="connsiteX3" fmla="*/ 0 w 304800"/>
              <a:gd name="connsiteY3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190500">
                <a:moveTo>
                  <a:pt x="95250" y="0"/>
                </a:moveTo>
                <a:lnTo>
                  <a:pt x="304800" y="0"/>
                </a:lnTo>
                <a:lnTo>
                  <a:pt x="209550" y="190500"/>
                </a:lnTo>
                <a:lnTo>
                  <a:pt x="0" y="19050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8D5348B6-BBE7-4A9A-AE26-AD3BBB3F8CB5}"/>
              </a:ext>
            </a:extLst>
          </p:cNvPr>
          <p:cNvSpPr/>
          <p:nvPr/>
        </p:nvSpPr>
        <p:spPr>
          <a:xfrm flipV="1">
            <a:off x="6534150" y="3006461"/>
            <a:ext cx="1270635" cy="126893"/>
          </a:xfrm>
          <a:custGeom>
            <a:avLst/>
            <a:gdLst>
              <a:gd name="connsiteX0" fmla="*/ 1095375 w 1095375"/>
              <a:gd name="connsiteY0" fmla="*/ 190500 h 190500"/>
              <a:gd name="connsiteX1" fmla="*/ 0 w 1095375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5375" h="190500">
                <a:moveTo>
                  <a:pt x="1095375" y="190500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DF166BD-CE7D-492E-85FE-1B58A486371A}"/>
              </a:ext>
            </a:extLst>
          </p:cNvPr>
          <p:cNvSpPr/>
          <p:nvPr/>
        </p:nvSpPr>
        <p:spPr>
          <a:xfrm>
            <a:off x="4156838" y="3251913"/>
            <a:ext cx="421181" cy="223363"/>
          </a:xfrm>
          <a:custGeom>
            <a:avLst/>
            <a:gdLst>
              <a:gd name="connsiteX0" fmla="*/ 523875 w 523875"/>
              <a:gd name="connsiteY0" fmla="*/ 190500 h 190500"/>
              <a:gd name="connsiteX1" fmla="*/ 0 w 523875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" h="190500">
                <a:moveTo>
                  <a:pt x="523875" y="190500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F930BC3B-05CD-4201-B4CA-CC144AE23741}"/>
              </a:ext>
            </a:extLst>
          </p:cNvPr>
          <p:cNvSpPr/>
          <p:nvPr/>
        </p:nvSpPr>
        <p:spPr>
          <a:xfrm flipV="1">
            <a:off x="7293204" y="2708435"/>
            <a:ext cx="511581" cy="45719"/>
          </a:xfrm>
          <a:custGeom>
            <a:avLst/>
            <a:gdLst>
              <a:gd name="connsiteX0" fmla="*/ 857250 w 857250"/>
              <a:gd name="connsiteY0" fmla="*/ 47625 h 47625"/>
              <a:gd name="connsiteX1" fmla="*/ 0 w 857250"/>
              <a:gd name="connsiteY1" fmla="*/ 0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7250" h="47625">
                <a:moveTo>
                  <a:pt x="857250" y="47625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81621C48-E3E0-4346-8257-A4B79CBF13EB}"/>
              </a:ext>
            </a:extLst>
          </p:cNvPr>
          <p:cNvSpPr/>
          <p:nvPr/>
        </p:nvSpPr>
        <p:spPr>
          <a:xfrm flipV="1">
            <a:off x="6940321" y="3329624"/>
            <a:ext cx="864464" cy="82816"/>
          </a:xfrm>
          <a:custGeom>
            <a:avLst/>
            <a:gdLst>
              <a:gd name="connsiteX0" fmla="*/ 857250 w 857250"/>
              <a:gd name="connsiteY0" fmla="*/ 47625 h 47625"/>
              <a:gd name="connsiteX1" fmla="*/ 0 w 857250"/>
              <a:gd name="connsiteY1" fmla="*/ 0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7250" h="47625">
                <a:moveTo>
                  <a:pt x="857250" y="47625"/>
                </a:moveTo>
                <a:lnTo>
                  <a:pt x="0" y="0"/>
                </a:lnTo>
              </a:path>
            </a:pathLst>
          </a:custGeom>
          <a:ln w="1428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038149E-EDAA-41E4-A032-D921E5051D6D}"/>
              </a:ext>
            </a:extLst>
          </p:cNvPr>
          <p:cNvSpPr txBox="1"/>
          <p:nvPr/>
        </p:nvSpPr>
        <p:spPr>
          <a:xfrm>
            <a:off x="7783389" y="3163456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信号层</a:t>
            </a:r>
          </a:p>
        </p:txBody>
      </p:sp>
    </p:spTree>
    <p:extLst>
      <p:ext uri="{BB962C8B-B14F-4D97-AF65-F5344CB8AC3E}">
        <p14:creationId xmlns:p14="http://schemas.microsoft.com/office/powerpoint/2010/main" val="123774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5003074" y="2092960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4206240" y="3925389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5003074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8854634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4698182" y="1809221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3911940" y="4752143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6791843" y="848271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4180996" y="2661559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6546865" y="1219035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6132353" y="1850947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7823853" y="2318436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6110938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7581588" y="2729011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7065317" y="3340356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</a:t>
            </a:r>
            <a:r>
              <a:rPr lang="en-US" altLang="zh-CN" sz="1400" i="1" dirty="0"/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8160" y="4083711"/>
            <a:ext cx="271252" cy="271252"/>
          </a:xfrm>
          <a:prstGeom prst="rect">
            <a:avLst/>
          </a:prstGeom>
        </p:spPr>
      </p:pic>
      <p:pic>
        <p:nvPicPr>
          <p:cNvPr id="130" name="图形 129" descr="智能手机 纯色填充">
            <a:extLst>
              <a:ext uri="{FF2B5EF4-FFF2-40B4-BE49-F238E27FC236}">
                <a16:creationId xmlns:a16="http://schemas.microsoft.com/office/drawing/2014/main" id="{2F719659-7ECC-4855-9D55-8D1B61CFA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784" y="4482554"/>
            <a:ext cx="271252" cy="271252"/>
          </a:xfrm>
          <a:prstGeom prst="rect">
            <a:avLst/>
          </a:prstGeom>
        </p:spPr>
      </p:pic>
      <p:pic>
        <p:nvPicPr>
          <p:cNvPr id="131" name="图形 130" descr="智能手机 纯色填充">
            <a:extLst>
              <a:ext uri="{FF2B5EF4-FFF2-40B4-BE49-F238E27FC236}">
                <a16:creationId xmlns:a16="http://schemas.microsoft.com/office/drawing/2014/main" id="{525BBE09-0265-4355-9CF0-A7FA62D9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5781" y="4024174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5187332" y="4331687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1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6773FF4-56C1-4080-BECF-97952A67265C}"/>
              </a:ext>
            </a:extLst>
          </p:cNvPr>
          <p:cNvSpPr txBox="1"/>
          <p:nvPr/>
        </p:nvSpPr>
        <p:spPr>
          <a:xfrm>
            <a:off x="6010832" y="4689232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2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C25D86C-E6FD-4608-8A34-EE375FA1CDA7}"/>
              </a:ext>
            </a:extLst>
          </p:cNvPr>
          <p:cNvSpPr txBox="1"/>
          <p:nvPr/>
        </p:nvSpPr>
        <p:spPr>
          <a:xfrm>
            <a:off x="7269477" y="4295426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</a:t>
            </a:r>
            <a:r>
              <a:rPr lang="en-US" altLang="zh-CN" sz="1400" i="1" dirty="0"/>
              <a:t>K</a:t>
            </a: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540851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0D260D-58A7-4645-B1A6-9380BAD65B7F}"/>
              </a:ext>
            </a:extLst>
          </p:cNvPr>
          <p:cNvSpPr txBox="1"/>
          <p:nvPr/>
        </p:nvSpPr>
        <p:spPr>
          <a:xfrm>
            <a:off x="6664959" y="43901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/>
              <a:t>……</a:t>
            </a: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6393467" y="25532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1174" y="73814"/>
                          <a:pt x="28804" y="41761"/>
                          <a:pt x="44653" y="0"/>
                        </a:cubicBezTo>
                        <a:cubicBezTo>
                          <a:pt x="62960" y="53870"/>
                          <a:pt x="66915" y="58132"/>
                          <a:pt x="89305" y="108722"/>
                        </a:cubicBezTo>
                        <a:cubicBezTo>
                          <a:pt x="73542" y="134272"/>
                          <a:pt x="59937" y="192234"/>
                          <a:pt x="44653" y="217443"/>
                        </a:cubicBezTo>
                        <a:cubicBezTo>
                          <a:pt x="21647" y="172737"/>
                          <a:pt x="21334" y="159789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816" y="62185"/>
                          <a:pt x="29997" y="29338"/>
                          <a:pt x="44653" y="0"/>
                        </a:cubicBezTo>
                        <a:cubicBezTo>
                          <a:pt x="59082" y="45716"/>
                          <a:pt x="65955" y="61431"/>
                          <a:pt x="89305" y="108722"/>
                        </a:cubicBezTo>
                        <a:cubicBezTo>
                          <a:pt x="80270" y="138267"/>
                          <a:pt x="61179" y="166906"/>
                          <a:pt x="44653" y="217443"/>
                        </a:cubicBezTo>
                        <a:cubicBezTo>
                          <a:pt x="26923" y="167351"/>
                          <a:pt x="20981" y="16246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7609746" y="25532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670402538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8218" y="71747"/>
                          <a:pt x="34695" y="32157"/>
                          <a:pt x="44653" y="0"/>
                        </a:cubicBezTo>
                        <a:cubicBezTo>
                          <a:pt x="65298" y="49793"/>
                          <a:pt x="74487" y="65285"/>
                          <a:pt x="89305" y="108722"/>
                        </a:cubicBezTo>
                        <a:cubicBezTo>
                          <a:pt x="75307" y="139204"/>
                          <a:pt x="64656" y="183698"/>
                          <a:pt x="44653" y="217443"/>
                        </a:cubicBezTo>
                        <a:cubicBezTo>
                          <a:pt x="29967" y="180022"/>
                          <a:pt x="11512" y="13984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579" y="82473"/>
                          <a:pt x="29486" y="32294"/>
                          <a:pt x="44653" y="0"/>
                        </a:cubicBezTo>
                        <a:cubicBezTo>
                          <a:pt x="57558" y="20662"/>
                          <a:pt x="77078" y="71608"/>
                          <a:pt x="89305" y="108722"/>
                        </a:cubicBezTo>
                        <a:cubicBezTo>
                          <a:pt x="69749" y="141167"/>
                          <a:pt x="58481" y="179630"/>
                          <a:pt x="44653" y="217443"/>
                        </a:cubicBezTo>
                        <a:cubicBezTo>
                          <a:pt x="28652" y="178100"/>
                          <a:pt x="18464" y="161457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5485786" y="291812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6217104" y="292146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999097943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4572" y="84670"/>
                          <a:pt x="37979" y="27651"/>
                          <a:pt x="44653" y="0"/>
                        </a:cubicBezTo>
                        <a:cubicBezTo>
                          <a:pt x="69799" y="53106"/>
                          <a:pt x="76782" y="84403"/>
                          <a:pt x="89305" y="108722"/>
                        </a:cubicBezTo>
                        <a:cubicBezTo>
                          <a:pt x="83256" y="133761"/>
                          <a:pt x="55954" y="191201"/>
                          <a:pt x="44653" y="217443"/>
                        </a:cubicBezTo>
                        <a:cubicBezTo>
                          <a:pt x="24114" y="172174"/>
                          <a:pt x="12377" y="148751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21629" y="70634"/>
                          <a:pt x="24154" y="49405"/>
                          <a:pt x="44653" y="0"/>
                        </a:cubicBezTo>
                        <a:cubicBezTo>
                          <a:pt x="61632" y="41893"/>
                          <a:pt x="77290" y="87990"/>
                          <a:pt x="89305" y="108722"/>
                        </a:cubicBezTo>
                        <a:cubicBezTo>
                          <a:pt x="65746" y="161152"/>
                          <a:pt x="55604" y="195279"/>
                          <a:pt x="44653" y="217443"/>
                        </a:cubicBezTo>
                        <a:cubicBezTo>
                          <a:pt x="19066" y="166787"/>
                          <a:pt x="11892" y="138095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7084399" y="2917317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92778252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7907" y="79521"/>
                          <a:pt x="28584" y="23798"/>
                          <a:pt x="44653" y="0"/>
                        </a:cubicBezTo>
                        <a:cubicBezTo>
                          <a:pt x="65297" y="53657"/>
                          <a:pt x="82896" y="83867"/>
                          <a:pt x="89305" y="108722"/>
                        </a:cubicBezTo>
                        <a:cubicBezTo>
                          <a:pt x="71290" y="137263"/>
                          <a:pt x="61443" y="185816"/>
                          <a:pt x="44653" y="217443"/>
                        </a:cubicBezTo>
                        <a:cubicBezTo>
                          <a:pt x="27280" y="182965"/>
                          <a:pt x="16566" y="137115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5389" y="85135"/>
                          <a:pt x="29189" y="41359"/>
                          <a:pt x="44653" y="0"/>
                        </a:cubicBezTo>
                        <a:cubicBezTo>
                          <a:pt x="64672" y="40637"/>
                          <a:pt x="80449" y="80077"/>
                          <a:pt x="89305" y="108722"/>
                        </a:cubicBezTo>
                        <a:cubicBezTo>
                          <a:pt x="68743" y="144273"/>
                          <a:pt x="55484" y="189147"/>
                          <a:pt x="44653" y="217443"/>
                        </a:cubicBezTo>
                        <a:cubicBezTo>
                          <a:pt x="26929" y="181151"/>
                          <a:pt x="17254" y="15277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5352191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6095182" y="3558793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3155858161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2812" y="64115"/>
                          <a:pt x="34282" y="27256"/>
                          <a:pt x="44653" y="0"/>
                        </a:cubicBezTo>
                        <a:cubicBezTo>
                          <a:pt x="57214" y="21932"/>
                          <a:pt x="82743" y="81100"/>
                          <a:pt x="89305" y="108722"/>
                        </a:cubicBezTo>
                        <a:cubicBezTo>
                          <a:pt x="68725" y="151418"/>
                          <a:pt x="56031" y="189022"/>
                          <a:pt x="44653" y="217443"/>
                        </a:cubicBezTo>
                        <a:cubicBezTo>
                          <a:pt x="27005" y="187615"/>
                          <a:pt x="15096" y="13178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3152" y="87265"/>
                          <a:pt x="27858" y="51465"/>
                          <a:pt x="44653" y="0"/>
                        </a:cubicBezTo>
                        <a:cubicBezTo>
                          <a:pt x="53800" y="29158"/>
                          <a:pt x="72031" y="68321"/>
                          <a:pt x="89305" y="108722"/>
                        </a:cubicBezTo>
                        <a:cubicBezTo>
                          <a:pt x="74909" y="133080"/>
                          <a:pt x="61704" y="161408"/>
                          <a:pt x="44653" y="217443"/>
                        </a:cubicBezTo>
                        <a:cubicBezTo>
                          <a:pt x="28396" y="184997"/>
                          <a:pt x="8878" y="133984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6962477" y="355464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15174516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5636" y="57446"/>
                          <a:pt x="27402" y="30593"/>
                          <a:pt x="44653" y="0"/>
                        </a:cubicBezTo>
                        <a:cubicBezTo>
                          <a:pt x="59249" y="37598"/>
                          <a:pt x="70258" y="66333"/>
                          <a:pt x="89305" y="108722"/>
                        </a:cubicBezTo>
                        <a:cubicBezTo>
                          <a:pt x="73511" y="137195"/>
                          <a:pt x="68687" y="170736"/>
                          <a:pt x="44653" y="217443"/>
                        </a:cubicBezTo>
                        <a:cubicBezTo>
                          <a:pt x="25415" y="179540"/>
                          <a:pt x="13342" y="138432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8943" y="62628"/>
                          <a:pt x="28725" y="52740"/>
                          <a:pt x="44653" y="0"/>
                        </a:cubicBezTo>
                        <a:cubicBezTo>
                          <a:pt x="50315" y="29162"/>
                          <a:pt x="79199" y="83007"/>
                          <a:pt x="89305" y="108722"/>
                        </a:cubicBezTo>
                        <a:cubicBezTo>
                          <a:pt x="67017" y="149983"/>
                          <a:pt x="68002" y="169585"/>
                          <a:pt x="44653" y="217443"/>
                        </a:cubicBezTo>
                        <a:cubicBezTo>
                          <a:pt x="32802" y="181413"/>
                          <a:pt x="19774" y="144213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4301180" y="2661558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3999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4301180" y="3032322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4301180" y="3110471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3850604" y="328994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BS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4301182" y="5039174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7910243" y="3924295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5942462" y="4997009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8346032" y="4325885"/>
            <a:ext cx="331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615116" y="2661559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8582423" y="307038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/>
              <a:t>L</a:t>
            </a:r>
            <a:r>
              <a:rPr lang="en-US" altLang="zh-CN" sz="1400" i="1" baseline="-25000" dirty="0" err="1"/>
              <a:t>z</a:t>
            </a:r>
            <a:endParaRPr lang="en-US" altLang="zh-CN" sz="1400" i="1" baseline="-25000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42CD69C-C388-4523-9189-D12A0734967B}"/>
              </a:ext>
            </a:extLst>
          </p:cNvPr>
          <p:cNvCxnSpPr>
            <a:cxnSpLocks/>
          </p:cNvCxnSpPr>
          <p:nvPr/>
        </p:nvCxnSpPr>
        <p:spPr>
          <a:xfrm>
            <a:off x="5587069" y="2553294"/>
            <a:ext cx="731579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C98E931-A788-4F40-86AD-8A81E41C67FE}"/>
              </a:ext>
            </a:extLst>
          </p:cNvPr>
          <p:cNvCxnSpPr>
            <a:cxnSpLocks/>
          </p:cNvCxnSpPr>
          <p:nvPr/>
        </p:nvCxnSpPr>
        <p:spPr>
          <a:xfrm>
            <a:off x="6647488" y="2553294"/>
            <a:ext cx="808587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BDD76B2-2EF1-40D3-A62E-B4E27145D97A}"/>
              </a:ext>
            </a:extLst>
          </p:cNvPr>
          <p:cNvSpPr txBox="1"/>
          <p:nvPr/>
        </p:nvSpPr>
        <p:spPr>
          <a:xfrm>
            <a:off x="5958493" y="2290957"/>
            <a:ext cx="1048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200" dirty="0"/>
              <a:t>PA movement</a:t>
            </a:r>
          </a:p>
        </p:txBody>
      </p:sp>
    </p:spTree>
    <p:extLst>
      <p:ext uri="{BB962C8B-B14F-4D97-AF65-F5344CB8AC3E}">
        <p14:creationId xmlns:p14="http://schemas.microsoft.com/office/powerpoint/2010/main" val="104409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5003074" y="2092960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4206240" y="3925389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5003074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8854634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4698182" y="1809221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3911940" y="4752143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6791843" y="848271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4180996" y="2661559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6546865" y="1219035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6132353" y="1850947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7823853" y="2318436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6110938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7581588" y="2729011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7065317" y="3340356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</a:t>
            </a:r>
            <a:r>
              <a:rPr lang="en-US" altLang="zh-CN" sz="1400" i="1" dirty="0"/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8160" y="4083711"/>
            <a:ext cx="271252" cy="271252"/>
          </a:xfrm>
          <a:prstGeom prst="rect">
            <a:avLst/>
          </a:prstGeom>
        </p:spPr>
      </p:pic>
      <p:pic>
        <p:nvPicPr>
          <p:cNvPr id="130" name="图形 129" descr="智能手机 纯色填充">
            <a:extLst>
              <a:ext uri="{FF2B5EF4-FFF2-40B4-BE49-F238E27FC236}">
                <a16:creationId xmlns:a16="http://schemas.microsoft.com/office/drawing/2014/main" id="{2F719659-7ECC-4855-9D55-8D1B61CFA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784" y="4482554"/>
            <a:ext cx="271252" cy="271252"/>
          </a:xfrm>
          <a:prstGeom prst="rect">
            <a:avLst/>
          </a:prstGeom>
        </p:spPr>
      </p:pic>
      <p:pic>
        <p:nvPicPr>
          <p:cNvPr id="131" name="图形 130" descr="智能手机 纯色填充">
            <a:extLst>
              <a:ext uri="{FF2B5EF4-FFF2-40B4-BE49-F238E27FC236}">
                <a16:creationId xmlns:a16="http://schemas.microsoft.com/office/drawing/2014/main" id="{525BBE09-0265-4355-9CF0-A7FA62D9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5781" y="4024174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5187332" y="4331687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1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6773FF4-56C1-4080-BECF-97952A67265C}"/>
              </a:ext>
            </a:extLst>
          </p:cNvPr>
          <p:cNvSpPr txBox="1"/>
          <p:nvPr/>
        </p:nvSpPr>
        <p:spPr>
          <a:xfrm>
            <a:off x="6010832" y="4689232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2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C25D86C-E6FD-4608-8A34-EE375FA1CDA7}"/>
              </a:ext>
            </a:extLst>
          </p:cNvPr>
          <p:cNvSpPr txBox="1"/>
          <p:nvPr/>
        </p:nvSpPr>
        <p:spPr>
          <a:xfrm>
            <a:off x="7269477" y="4295426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</a:t>
            </a:r>
            <a:r>
              <a:rPr lang="en-US" altLang="zh-CN" sz="1400" i="1" dirty="0"/>
              <a:t>K</a:t>
            </a: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540851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0D260D-58A7-4645-B1A6-9380BAD65B7F}"/>
              </a:ext>
            </a:extLst>
          </p:cNvPr>
          <p:cNvSpPr txBox="1"/>
          <p:nvPr/>
        </p:nvSpPr>
        <p:spPr>
          <a:xfrm>
            <a:off x="6664959" y="43901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/>
              <a:t>……</a:t>
            </a: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639346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7609746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5485786" y="291812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6217104" y="292146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7084399" y="2917317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5352191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6095182" y="3558793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6962477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76DD8C9B-8A0B-4241-9106-BEEE20E69902}"/>
              </a:ext>
            </a:extLst>
          </p:cNvPr>
          <p:cNvCxnSpPr>
            <a:cxnSpLocks/>
            <a:stCxn id="147" idx="1"/>
          </p:cNvCxnSpPr>
          <p:nvPr/>
        </p:nvCxnSpPr>
        <p:spPr>
          <a:xfrm flipH="1">
            <a:off x="5525676" y="2382843"/>
            <a:ext cx="422884" cy="174257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C3DA7675-1F1A-44E3-A5AC-0F631F1F32A5}"/>
              </a:ext>
            </a:extLst>
          </p:cNvPr>
          <p:cNvCxnSpPr>
            <a:cxnSpLocks/>
            <a:stCxn id="147" idx="3"/>
          </p:cNvCxnSpPr>
          <p:nvPr/>
        </p:nvCxnSpPr>
        <p:spPr>
          <a:xfrm>
            <a:off x="6581618" y="2382843"/>
            <a:ext cx="988803" cy="183323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8C2E040C-2847-44B3-9628-B7CF15024B43}"/>
              </a:ext>
            </a:extLst>
          </p:cNvPr>
          <p:cNvSpPr txBox="1"/>
          <p:nvPr/>
        </p:nvSpPr>
        <p:spPr>
          <a:xfrm>
            <a:off x="5948560" y="2228954"/>
            <a:ext cx="633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N </a:t>
            </a:r>
            <a:r>
              <a:rPr lang="en-US" altLang="zh-CN" sz="1400" dirty="0"/>
              <a:t>PAs</a:t>
            </a: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4301180" y="2661558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3999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4301180" y="3032322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4301180" y="3110471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3850604" y="328994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BS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4301182" y="5039174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7910243" y="3924295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5942462" y="4997009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8346032" y="4325885"/>
            <a:ext cx="331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615116" y="2661559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8582423" y="307038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/>
              <a:t>L</a:t>
            </a:r>
            <a:r>
              <a:rPr lang="en-US" altLang="zh-CN" sz="1400" i="1" baseline="-25000" dirty="0" err="1"/>
              <a:t>z</a:t>
            </a:r>
            <a:endParaRPr lang="en-US" altLang="zh-CN" sz="1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94000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4E1F77C-1E8C-4B9F-A613-90EC7ECFD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939" y="693063"/>
            <a:ext cx="9573961" cy="5106113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6FE8D1F2-13F9-6AEA-EF4B-F81818FE6D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509" y="3246119"/>
            <a:ext cx="487181" cy="48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526EB-FA3D-4331-BF0B-D52F17D34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0DD181-90B7-4349-AF51-A826D4CC0C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792871-A0E0-4BB8-A7A7-49BC3F57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828"/>
            <a:ext cx="12192000" cy="582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575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7749</TotalTime>
  <Words>61</Words>
  <Application>Microsoft Office PowerPoint</Application>
  <PresentationFormat>宽屏</PresentationFormat>
  <Paragraphs>41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TimesSimSun</vt:lpstr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20</cp:revision>
  <dcterms:created xsi:type="dcterms:W3CDTF">2022-09-20T11:32:03Z</dcterms:created>
  <dcterms:modified xsi:type="dcterms:W3CDTF">2025-12-16T08:04:39Z</dcterms:modified>
</cp:coreProperties>
</file>