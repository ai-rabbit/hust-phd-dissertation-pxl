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5"/>
  </p:notesMasterIdLst>
  <p:sldIdLst>
    <p:sldId id="264" r:id="rId2"/>
    <p:sldId id="265" r:id="rId3"/>
    <p:sldId id="266" r:id="rId4"/>
  </p:sldIdLst>
  <p:sldSz cx="1440021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_ris_unit" id="{88FC2D27-2218-4DD4-A0C4-BE7A6137B6B3}">
          <p14:sldIdLst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402" userDrawn="1">
          <p15:clr>
            <a:srgbClr val="A4A3A4"/>
          </p15:clr>
        </p15:guide>
        <p15:guide id="3" pos="2971" userDrawn="1">
          <p15:clr>
            <a:srgbClr val="A4A3A4"/>
          </p15:clr>
        </p15:guide>
        <p15:guide id="4" pos="453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裴 熙隆" initials="裴" lastIdx="1" clrIdx="0">
    <p:extLst>
      <p:ext uri="{19B8F6BF-5375-455C-9EA6-DF929625EA0E}">
        <p15:presenceInfo xmlns:p15="http://schemas.microsoft.com/office/powerpoint/2012/main" userId="d70ee545ee25833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86" y="-274"/>
      </p:cViewPr>
      <p:guideLst>
        <p:guide orient="horz" pos="3402"/>
        <p:guide pos="2971"/>
        <p:guide pos="45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裴 熙隆" userId="d70ee545ee25833c" providerId="LiveId" clId="{295B2790-3E59-4B5B-9417-791040055073}"/>
    <pc:docChg chg="undo redo custSel modSld">
      <pc:chgData name="裴 熙隆" userId="d70ee545ee25833c" providerId="LiveId" clId="{295B2790-3E59-4B5B-9417-791040055073}" dt="2026-05-10T10:46:02.618" v="1441" actId="2085"/>
      <pc:docMkLst>
        <pc:docMk/>
      </pc:docMkLst>
      <pc:sldChg chg="addSp delSp modSp mod">
        <pc:chgData name="裴 熙隆" userId="d70ee545ee25833c" providerId="LiveId" clId="{295B2790-3E59-4B5B-9417-791040055073}" dt="2026-05-10T10:46:02.618" v="1441" actId="2085"/>
        <pc:sldMkLst>
          <pc:docMk/>
          <pc:sldMk cId="1237748070" sldId="264"/>
        </pc:sldMkLst>
        <pc:spChg chg="add del mod">
          <ac:chgData name="裴 熙隆" userId="d70ee545ee25833c" providerId="LiveId" clId="{295B2790-3E59-4B5B-9417-791040055073}" dt="2026-05-10T05:43:47.156" v="197" actId="478"/>
          <ac:spMkLst>
            <pc:docMk/>
            <pc:sldMk cId="1237748070" sldId="264"/>
            <ac:spMk id="2" creationId="{3D952340-83FF-47B7-9A72-A5072B0B1F24}"/>
          </ac:spMkLst>
        </pc:spChg>
        <pc:spChg chg="del mod">
          <ac:chgData name="裴 熙隆" userId="d70ee545ee25833c" providerId="LiveId" clId="{295B2790-3E59-4B5B-9417-791040055073}" dt="2026-05-10T05:45:35.208" v="231" actId="478"/>
          <ac:spMkLst>
            <pc:docMk/>
            <pc:sldMk cId="1237748070" sldId="264"/>
            <ac:spMk id="3" creationId="{3D05A65E-67B9-4132-84AB-0901AE4738F7}"/>
          </ac:spMkLst>
        </pc:spChg>
        <pc:spChg chg="del mod">
          <ac:chgData name="裴 熙隆" userId="d70ee545ee25833c" providerId="LiveId" clId="{295B2790-3E59-4B5B-9417-791040055073}" dt="2026-05-10T05:46:56.179" v="257" actId="478"/>
          <ac:spMkLst>
            <pc:docMk/>
            <pc:sldMk cId="1237748070" sldId="264"/>
            <ac:spMk id="4" creationId="{239CB393-6E30-4895-B5D4-743F7F8BCED8}"/>
          </ac:spMkLst>
        </pc:spChg>
        <pc:spChg chg="mod">
          <ac:chgData name="裴 熙隆" userId="d70ee545ee25833c" providerId="LiveId" clId="{295B2790-3E59-4B5B-9417-791040055073}" dt="2026-05-10T10:32:53.549" v="1148" actId="113"/>
          <ac:spMkLst>
            <pc:docMk/>
            <pc:sldMk cId="1237748070" sldId="264"/>
            <ac:spMk id="11" creationId="{11576E52-DF32-448F-9038-E74A0D3652EE}"/>
          </ac:spMkLst>
        </pc:spChg>
        <pc:spChg chg="del mod">
          <ac:chgData name="裴 熙隆" userId="d70ee545ee25833c" providerId="LiveId" clId="{295B2790-3E59-4B5B-9417-791040055073}" dt="2026-05-10T05:47:03.769" v="258" actId="478"/>
          <ac:spMkLst>
            <pc:docMk/>
            <pc:sldMk cId="1237748070" sldId="264"/>
            <ac:spMk id="12" creationId="{A1CD1FB4-178D-44CB-B278-B1EC733C146A}"/>
          </ac:spMkLst>
        </pc:spChg>
        <pc:spChg chg="del mod">
          <ac:chgData name="裴 熙隆" userId="d70ee545ee25833c" providerId="LiveId" clId="{295B2790-3E59-4B5B-9417-791040055073}" dt="2026-05-10T05:47:03.769" v="258" actId="478"/>
          <ac:spMkLst>
            <pc:docMk/>
            <pc:sldMk cId="1237748070" sldId="264"/>
            <ac:spMk id="13" creationId="{39AA331C-4F6E-4047-81E9-32CB339ECCD8}"/>
          </ac:spMkLst>
        </pc:spChg>
        <pc:spChg chg="del mod">
          <ac:chgData name="裴 熙隆" userId="d70ee545ee25833c" providerId="LiveId" clId="{295B2790-3E59-4B5B-9417-791040055073}" dt="2026-05-10T05:47:03.769" v="258" actId="478"/>
          <ac:spMkLst>
            <pc:docMk/>
            <pc:sldMk cId="1237748070" sldId="264"/>
            <ac:spMk id="14" creationId="{36A7C530-35D5-4DBB-BA34-7DAAAE6BCBA8}"/>
          </ac:spMkLst>
        </pc:spChg>
        <pc:spChg chg="del mod">
          <ac:chgData name="裴 熙隆" userId="d70ee545ee25833c" providerId="LiveId" clId="{295B2790-3E59-4B5B-9417-791040055073}" dt="2026-05-10T05:47:03.769" v="258" actId="478"/>
          <ac:spMkLst>
            <pc:docMk/>
            <pc:sldMk cId="1237748070" sldId="264"/>
            <ac:spMk id="15" creationId="{AD327F8A-D385-4146-9AFC-DB3E6BD50330}"/>
          </ac:spMkLst>
        </pc:spChg>
        <pc:spChg chg="mod">
          <ac:chgData name="裴 熙隆" userId="d70ee545ee25833c" providerId="LiveId" clId="{295B2790-3E59-4B5B-9417-791040055073}" dt="2026-05-10T10:32:53.549" v="1148" actId="113"/>
          <ac:spMkLst>
            <pc:docMk/>
            <pc:sldMk cId="1237748070" sldId="264"/>
            <ac:spMk id="16" creationId="{DF3BE023-2708-4F60-9118-C2A449FF7D2F}"/>
          </ac:spMkLst>
        </pc:spChg>
        <pc:spChg chg="del mod">
          <ac:chgData name="裴 熙隆" userId="d70ee545ee25833c" providerId="LiveId" clId="{295B2790-3E59-4B5B-9417-791040055073}" dt="2026-05-10T05:47:03.769" v="258" actId="478"/>
          <ac:spMkLst>
            <pc:docMk/>
            <pc:sldMk cId="1237748070" sldId="264"/>
            <ac:spMk id="17" creationId="{4B9E5B07-6908-41AC-9787-9D7B77937FCE}"/>
          </ac:spMkLst>
        </pc:spChg>
        <pc:spChg chg="del mod">
          <ac:chgData name="裴 熙隆" userId="d70ee545ee25833c" providerId="LiveId" clId="{295B2790-3E59-4B5B-9417-791040055073}" dt="2026-05-10T05:47:03.769" v="258" actId="478"/>
          <ac:spMkLst>
            <pc:docMk/>
            <pc:sldMk cId="1237748070" sldId="264"/>
            <ac:spMk id="18" creationId="{44A24008-9466-4B9B-9559-3847C8B9C403}"/>
          </ac:spMkLst>
        </pc:spChg>
        <pc:spChg chg="del mod">
          <ac:chgData name="裴 熙隆" userId="d70ee545ee25833c" providerId="LiveId" clId="{295B2790-3E59-4B5B-9417-791040055073}" dt="2026-05-10T05:47:03.769" v="258" actId="478"/>
          <ac:spMkLst>
            <pc:docMk/>
            <pc:sldMk cId="1237748070" sldId="264"/>
            <ac:spMk id="19" creationId="{51465E7D-3F7D-4D11-AE73-8944D65FA32B}"/>
          </ac:spMkLst>
        </pc:spChg>
        <pc:spChg chg="del mod">
          <ac:chgData name="裴 熙隆" userId="d70ee545ee25833c" providerId="LiveId" clId="{295B2790-3E59-4B5B-9417-791040055073}" dt="2026-05-10T05:47:03.769" v="258" actId="478"/>
          <ac:spMkLst>
            <pc:docMk/>
            <pc:sldMk cId="1237748070" sldId="264"/>
            <ac:spMk id="20" creationId="{33789467-6213-4EF9-9D63-79CCA110D190}"/>
          </ac:spMkLst>
        </pc:spChg>
        <pc:spChg chg="mod">
          <ac:chgData name="裴 熙隆" userId="d70ee545ee25833c" providerId="LiveId" clId="{295B2790-3E59-4B5B-9417-791040055073}" dt="2026-05-10T10:32:53.549" v="1148" actId="113"/>
          <ac:spMkLst>
            <pc:docMk/>
            <pc:sldMk cId="1237748070" sldId="264"/>
            <ac:spMk id="21" creationId="{8E0DE6A2-3382-408F-B082-C2F3D80E123B}"/>
          </ac:spMkLst>
        </pc:spChg>
        <pc:spChg chg="del mod">
          <ac:chgData name="裴 熙隆" userId="d70ee545ee25833c" providerId="LiveId" clId="{295B2790-3E59-4B5B-9417-791040055073}" dt="2026-05-10T05:47:03.769" v="258" actId="478"/>
          <ac:spMkLst>
            <pc:docMk/>
            <pc:sldMk cId="1237748070" sldId="264"/>
            <ac:spMk id="22" creationId="{DF7E1E34-3C19-4B5C-85C8-54F3FC1D4362}"/>
          </ac:spMkLst>
        </pc:spChg>
        <pc:spChg chg="del mod">
          <ac:chgData name="裴 熙隆" userId="d70ee545ee25833c" providerId="LiveId" clId="{295B2790-3E59-4B5B-9417-791040055073}" dt="2026-05-10T05:47:03.769" v="258" actId="478"/>
          <ac:spMkLst>
            <pc:docMk/>
            <pc:sldMk cId="1237748070" sldId="264"/>
            <ac:spMk id="23" creationId="{39756C13-4B5C-49FC-8818-529BF8DADC94}"/>
          </ac:spMkLst>
        </pc:spChg>
        <pc:spChg chg="del mod">
          <ac:chgData name="裴 熙隆" userId="d70ee545ee25833c" providerId="LiveId" clId="{295B2790-3E59-4B5B-9417-791040055073}" dt="2026-05-10T05:47:03.769" v="258" actId="478"/>
          <ac:spMkLst>
            <pc:docMk/>
            <pc:sldMk cId="1237748070" sldId="264"/>
            <ac:spMk id="24" creationId="{2858F3E4-AC4E-44A1-B348-8B47546BCEC9}"/>
          </ac:spMkLst>
        </pc:spChg>
        <pc:spChg chg="del mod">
          <ac:chgData name="裴 熙隆" userId="d70ee545ee25833c" providerId="LiveId" clId="{295B2790-3E59-4B5B-9417-791040055073}" dt="2026-05-10T05:47:03.769" v="258" actId="478"/>
          <ac:spMkLst>
            <pc:docMk/>
            <pc:sldMk cId="1237748070" sldId="264"/>
            <ac:spMk id="25" creationId="{36E438D3-FDE8-4097-A827-2AD273BFCFCC}"/>
          </ac:spMkLst>
        </pc:spChg>
        <pc:spChg chg="add mod">
          <ac:chgData name="裴 熙隆" userId="d70ee545ee25833c" providerId="LiveId" clId="{295B2790-3E59-4B5B-9417-791040055073}" dt="2026-05-10T10:45:19.974" v="1430" actId="207"/>
          <ac:spMkLst>
            <pc:docMk/>
            <pc:sldMk cId="1237748070" sldId="264"/>
            <ac:spMk id="26" creationId="{E6ECF8EA-ACF8-4C56-B88A-5ABB8FB5F4F4}"/>
          </ac:spMkLst>
        </pc:spChg>
        <pc:spChg chg="add del mod">
          <ac:chgData name="裴 熙隆" userId="d70ee545ee25833c" providerId="LiveId" clId="{295B2790-3E59-4B5B-9417-791040055073}" dt="2026-05-10T05:36:12.821" v="51" actId="478"/>
          <ac:spMkLst>
            <pc:docMk/>
            <pc:sldMk cId="1237748070" sldId="264"/>
            <ac:spMk id="27" creationId="{99C2D197-4282-46FD-8172-AD660A591F2B}"/>
          </ac:spMkLst>
        </pc:spChg>
        <pc:spChg chg="add mod">
          <ac:chgData name="裴 熙隆" userId="d70ee545ee25833c" providerId="LiveId" clId="{295B2790-3E59-4B5B-9417-791040055073}" dt="2026-05-10T10:32:53.549" v="1148" actId="113"/>
          <ac:spMkLst>
            <pc:docMk/>
            <pc:sldMk cId="1237748070" sldId="264"/>
            <ac:spMk id="28" creationId="{1AA9D92A-EA1B-4BDB-9E0C-146C1BD6CBB6}"/>
          </ac:spMkLst>
        </pc:spChg>
        <pc:spChg chg="add mod">
          <ac:chgData name="裴 熙隆" userId="d70ee545ee25833c" providerId="LiveId" clId="{295B2790-3E59-4B5B-9417-791040055073}" dt="2026-05-10T10:32:53.549" v="1148" actId="113"/>
          <ac:spMkLst>
            <pc:docMk/>
            <pc:sldMk cId="1237748070" sldId="264"/>
            <ac:spMk id="29" creationId="{4C2E1FC5-F471-4566-9EF7-F1B3F1AAA862}"/>
          </ac:spMkLst>
        </pc:spChg>
        <pc:spChg chg="mod">
          <ac:chgData name="裴 熙隆" userId="d70ee545ee25833c" providerId="LiveId" clId="{295B2790-3E59-4B5B-9417-791040055073}" dt="2026-05-10T10:32:53.549" v="1148" actId="113"/>
          <ac:spMkLst>
            <pc:docMk/>
            <pc:sldMk cId="1237748070" sldId="264"/>
            <ac:spMk id="30" creationId="{BD3E57CC-4130-4549-A70E-ABA5362BD5DC}"/>
          </ac:spMkLst>
        </pc:spChg>
        <pc:spChg chg="del mod">
          <ac:chgData name="裴 熙隆" userId="d70ee545ee25833c" providerId="LiveId" clId="{295B2790-3E59-4B5B-9417-791040055073}" dt="2026-05-10T05:47:19.761" v="261" actId="478"/>
          <ac:spMkLst>
            <pc:docMk/>
            <pc:sldMk cId="1237748070" sldId="264"/>
            <ac:spMk id="31" creationId="{BCB4A9D7-9D95-4064-A83E-FFB7F6F1367B}"/>
          </ac:spMkLst>
        </pc:spChg>
        <pc:spChg chg="del mod">
          <ac:chgData name="裴 熙隆" userId="d70ee545ee25833c" providerId="LiveId" clId="{295B2790-3E59-4B5B-9417-791040055073}" dt="2026-05-10T05:47:19.761" v="261" actId="478"/>
          <ac:spMkLst>
            <pc:docMk/>
            <pc:sldMk cId="1237748070" sldId="264"/>
            <ac:spMk id="32" creationId="{1A7E4A27-D61A-4689-A2A8-9B443025B12B}"/>
          </ac:spMkLst>
        </pc:spChg>
        <pc:spChg chg="add mod">
          <ac:chgData name="裴 熙隆" userId="d70ee545ee25833c" providerId="LiveId" clId="{295B2790-3E59-4B5B-9417-791040055073}" dt="2026-05-10T10:32:53.549" v="1148" actId="113"/>
          <ac:spMkLst>
            <pc:docMk/>
            <pc:sldMk cId="1237748070" sldId="264"/>
            <ac:spMk id="33" creationId="{CA643AFF-2538-4397-93D6-64027ED850B7}"/>
          </ac:spMkLst>
        </pc:spChg>
        <pc:spChg chg="mod">
          <ac:chgData name="裴 熙隆" userId="d70ee545ee25833c" providerId="LiveId" clId="{295B2790-3E59-4B5B-9417-791040055073}" dt="2026-05-10T10:32:53.549" v="1148" actId="113"/>
          <ac:spMkLst>
            <pc:docMk/>
            <pc:sldMk cId="1237748070" sldId="264"/>
            <ac:spMk id="34" creationId="{73DB83DE-27A7-4DD9-BF9A-2F7AADF0A4AB}"/>
          </ac:spMkLst>
        </pc:spChg>
        <pc:spChg chg="del mod">
          <ac:chgData name="裴 熙隆" userId="d70ee545ee25833c" providerId="LiveId" clId="{295B2790-3E59-4B5B-9417-791040055073}" dt="2026-05-10T05:54:55.574" v="302" actId="478"/>
          <ac:spMkLst>
            <pc:docMk/>
            <pc:sldMk cId="1237748070" sldId="264"/>
            <ac:spMk id="35" creationId="{C5F847D0-2440-4BF8-8EA1-BE8CDABCD1AB}"/>
          </ac:spMkLst>
        </pc:spChg>
        <pc:spChg chg="add mod">
          <ac:chgData name="裴 熙隆" userId="d70ee545ee25833c" providerId="LiveId" clId="{295B2790-3E59-4B5B-9417-791040055073}" dt="2026-05-10T10:45:28.920" v="1433" actId="207"/>
          <ac:spMkLst>
            <pc:docMk/>
            <pc:sldMk cId="1237748070" sldId="264"/>
            <ac:spMk id="36" creationId="{9A24293B-961D-48E5-9259-473F078095C2}"/>
          </ac:spMkLst>
        </pc:spChg>
        <pc:spChg chg="del mod">
          <ac:chgData name="裴 熙隆" userId="d70ee545ee25833c" providerId="LiveId" clId="{295B2790-3E59-4B5B-9417-791040055073}" dt="2026-05-10T05:54:55.574" v="302" actId="478"/>
          <ac:spMkLst>
            <pc:docMk/>
            <pc:sldMk cId="1237748070" sldId="264"/>
            <ac:spMk id="37" creationId="{83212DC0-6301-4656-994B-76F415F79BC5}"/>
          </ac:spMkLst>
        </pc:spChg>
        <pc:spChg chg="add del mod">
          <ac:chgData name="裴 熙隆" userId="d70ee545ee25833c" providerId="LiveId" clId="{295B2790-3E59-4B5B-9417-791040055073}" dt="2026-05-10T05:45:34.041" v="230" actId="478"/>
          <ac:spMkLst>
            <pc:docMk/>
            <pc:sldMk cId="1237748070" sldId="264"/>
            <ac:spMk id="38" creationId="{E3C6CC60-CF10-4095-A85C-371C3A156BB8}"/>
          </ac:spMkLst>
        </pc:spChg>
        <pc:spChg chg="del mod">
          <ac:chgData name="裴 熙隆" userId="d70ee545ee25833c" providerId="LiveId" clId="{295B2790-3E59-4B5B-9417-791040055073}" dt="2026-05-10T05:54:55.574" v="302" actId="478"/>
          <ac:spMkLst>
            <pc:docMk/>
            <pc:sldMk cId="1237748070" sldId="264"/>
            <ac:spMk id="39" creationId="{EB115A30-243C-4530-B91E-8C4D8CE20004}"/>
          </ac:spMkLst>
        </pc:spChg>
        <pc:spChg chg="add del mod">
          <ac:chgData name="裴 熙隆" userId="d70ee545ee25833c" providerId="LiveId" clId="{295B2790-3E59-4B5B-9417-791040055073}" dt="2026-05-10T05:45:32.531" v="228" actId="478"/>
          <ac:spMkLst>
            <pc:docMk/>
            <pc:sldMk cId="1237748070" sldId="264"/>
            <ac:spMk id="40" creationId="{13DE3B02-F4E0-4D59-8B12-705687C77E91}"/>
          </ac:spMkLst>
        </pc:spChg>
        <pc:spChg chg="add mod">
          <ac:chgData name="裴 熙隆" userId="d70ee545ee25833c" providerId="LiveId" clId="{295B2790-3E59-4B5B-9417-791040055073}" dt="2026-05-10T10:45:25.341" v="1432" actId="207"/>
          <ac:spMkLst>
            <pc:docMk/>
            <pc:sldMk cId="1237748070" sldId="264"/>
            <ac:spMk id="41" creationId="{E5A6396F-9D9F-4170-8280-AC4435C7735D}"/>
          </ac:spMkLst>
        </pc:spChg>
        <pc:spChg chg="add mod">
          <ac:chgData name="裴 熙隆" userId="d70ee545ee25833c" providerId="LiveId" clId="{295B2790-3E59-4B5B-9417-791040055073}" dt="2026-05-10T10:32:53.549" v="1148" actId="113"/>
          <ac:spMkLst>
            <pc:docMk/>
            <pc:sldMk cId="1237748070" sldId="264"/>
            <ac:spMk id="42" creationId="{730911F4-6D9A-4D20-8A47-EC45FBCA7C71}"/>
          </ac:spMkLst>
        </pc:spChg>
        <pc:spChg chg="add mod">
          <ac:chgData name="裴 熙隆" userId="d70ee545ee25833c" providerId="LiveId" clId="{295B2790-3E59-4B5B-9417-791040055073}" dt="2026-05-10T10:32:53.549" v="1148" actId="113"/>
          <ac:spMkLst>
            <pc:docMk/>
            <pc:sldMk cId="1237748070" sldId="264"/>
            <ac:spMk id="43" creationId="{477CE3DF-D4CA-4080-AE88-1528FAE9CA68}"/>
          </ac:spMkLst>
        </pc:spChg>
        <pc:spChg chg="add mod">
          <ac:chgData name="裴 熙隆" userId="d70ee545ee25833c" providerId="LiveId" clId="{295B2790-3E59-4B5B-9417-791040055073}" dt="2026-05-10T10:32:53.549" v="1148" actId="113"/>
          <ac:spMkLst>
            <pc:docMk/>
            <pc:sldMk cId="1237748070" sldId="264"/>
            <ac:spMk id="44" creationId="{F88E6217-E853-4546-A714-DCD82F661FD8}"/>
          </ac:spMkLst>
        </pc:spChg>
        <pc:spChg chg="add mod">
          <ac:chgData name="裴 熙隆" userId="d70ee545ee25833c" providerId="LiveId" clId="{295B2790-3E59-4B5B-9417-791040055073}" dt="2026-05-10T10:32:53.549" v="1148" actId="113"/>
          <ac:spMkLst>
            <pc:docMk/>
            <pc:sldMk cId="1237748070" sldId="264"/>
            <ac:spMk id="45" creationId="{2D3FAFC6-146C-4F1A-8223-383590C0A47F}"/>
          </ac:spMkLst>
        </pc:spChg>
        <pc:spChg chg="add mod">
          <ac:chgData name="裴 熙隆" userId="d70ee545ee25833c" providerId="LiveId" clId="{295B2790-3E59-4B5B-9417-791040055073}" dt="2026-05-10T10:32:53.549" v="1148" actId="113"/>
          <ac:spMkLst>
            <pc:docMk/>
            <pc:sldMk cId="1237748070" sldId="264"/>
            <ac:spMk id="46" creationId="{60B05936-58A9-42C6-BD3B-FA154BE1A969}"/>
          </ac:spMkLst>
        </pc:spChg>
        <pc:spChg chg="add mod">
          <ac:chgData name="裴 熙隆" userId="d70ee545ee25833c" providerId="LiveId" clId="{295B2790-3E59-4B5B-9417-791040055073}" dt="2026-05-10T10:32:53.549" v="1148" actId="113"/>
          <ac:spMkLst>
            <pc:docMk/>
            <pc:sldMk cId="1237748070" sldId="264"/>
            <ac:spMk id="47" creationId="{D0D172C4-728B-4F16-826A-2678E51E692A}"/>
          </ac:spMkLst>
        </pc:spChg>
        <pc:spChg chg="add mod">
          <ac:chgData name="裴 熙隆" userId="d70ee545ee25833c" providerId="LiveId" clId="{295B2790-3E59-4B5B-9417-791040055073}" dt="2026-05-10T10:32:53.549" v="1148" actId="113"/>
          <ac:spMkLst>
            <pc:docMk/>
            <pc:sldMk cId="1237748070" sldId="264"/>
            <ac:spMk id="48" creationId="{13A21714-92B5-47CC-9D06-C8CC51EBBBBC}"/>
          </ac:spMkLst>
        </pc:spChg>
        <pc:spChg chg="add mod">
          <ac:chgData name="裴 熙隆" userId="d70ee545ee25833c" providerId="LiveId" clId="{295B2790-3E59-4B5B-9417-791040055073}" dt="2026-05-10T10:32:53.549" v="1148" actId="113"/>
          <ac:spMkLst>
            <pc:docMk/>
            <pc:sldMk cId="1237748070" sldId="264"/>
            <ac:spMk id="49" creationId="{E305A6D6-20FC-4C35-8132-F0697DE76610}"/>
          </ac:spMkLst>
        </pc:spChg>
        <pc:spChg chg="add mod">
          <ac:chgData name="裴 熙隆" userId="d70ee545ee25833c" providerId="LiveId" clId="{295B2790-3E59-4B5B-9417-791040055073}" dt="2026-05-10T10:32:53.549" v="1148" actId="113"/>
          <ac:spMkLst>
            <pc:docMk/>
            <pc:sldMk cId="1237748070" sldId="264"/>
            <ac:spMk id="50" creationId="{3092520B-0C28-413E-8FB8-9F36792AF51C}"/>
          </ac:spMkLst>
        </pc:spChg>
        <pc:spChg chg="add mod">
          <ac:chgData name="裴 熙隆" userId="d70ee545ee25833c" providerId="LiveId" clId="{295B2790-3E59-4B5B-9417-791040055073}" dt="2026-05-10T10:32:53.549" v="1148" actId="113"/>
          <ac:spMkLst>
            <pc:docMk/>
            <pc:sldMk cId="1237748070" sldId="264"/>
            <ac:spMk id="51" creationId="{3D6C120B-2D98-40BF-B0F2-11613D22DAC4}"/>
          </ac:spMkLst>
        </pc:spChg>
        <pc:spChg chg="add mod">
          <ac:chgData name="裴 熙隆" userId="d70ee545ee25833c" providerId="LiveId" clId="{295B2790-3E59-4B5B-9417-791040055073}" dt="2026-05-10T10:32:53.549" v="1148" actId="113"/>
          <ac:spMkLst>
            <pc:docMk/>
            <pc:sldMk cId="1237748070" sldId="264"/>
            <ac:spMk id="52" creationId="{3914A35F-33FC-4234-958B-0A25E4F7DDB9}"/>
          </ac:spMkLst>
        </pc:spChg>
        <pc:spChg chg="add mod">
          <ac:chgData name="裴 熙隆" userId="d70ee545ee25833c" providerId="LiveId" clId="{295B2790-3E59-4B5B-9417-791040055073}" dt="2026-05-10T10:32:53.549" v="1148" actId="113"/>
          <ac:spMkLst>
            <pc:docMk/>
            <pc:sldMk cId="1237748070" sldId="264"/>
            <ac:spMk id="53" creationId="{C86F3D2F-471C-474F-B2F4-CEAA6590DC70}"/>
          </ac:spMkLst>
        </pc:spChg>
        <pc:spChg chg="add mod">
          <ac:chgData name="裴 熙隆" userId="d70ee545ee25833c" providerId="LiveId" clId="{295B2790-3E59-4B5B-9417-791040055073}" dt="2026-05-10T10:45:25.341" v="1432" actId="207"/>
          <ac:spMkLst>
            <pc:docMk/>
            <pc:sldMk cId="1237748070" sldId="264"/>
            <ac:spMk id="54" creationId="{D4EA005B-7A2E-4EC0-A83D-2F5F38C39BF7}"/>
          </ac:spMkLst>
        </pc:spChg>
        <pc:spChg chg="add mod">
          <ac:chgData name="裴 熙隆" userId="d70ee545ee25833c" providerId="LiveId" clId="{295B2790-3E59-4B5B-9417-791040055073}" dt="2026-05-10T10:45:25.341" v="1432" actId="207"/>
          <ac:spMkLst>
            <pc:docMk/>
            <pc:sldMk cId="1237748070" sldId="264"/>
            <ac:spMk id="55" creationId="{0C51FB6F-B28F-45BD-8F4D-872FDA1A9FF8}"/>
          </ac:spMkLst>
        </pc:spChg>
        <pc:spChg chg="add mod">
          <ac:chgData name="裴 熙隆" userId="d70ee545ee25833c" providerId="LiveId" clId="{295B2790-3E59-4B5B-9417-791040055073}" dt="2026-05-10T10:45:25.341" v="1432" actId="207"/>
          <ac:spMkLst>
            <pc:docMk/>
            <pc:sldMk cId="1237748070" sldId="264"/>
            <ac:spMk id="56" creationId="{374783EB-3D1F-4749-B9B7-C0B77A185035}"/>
          </ac:spMkLst>
        </pc:spChg>
        <pc:spChg chg="add del">
          <ac:chgData name="裴 熙隆" userId="d70ee545ee25833c" providerId="LiveId" clId="{295B2790-3E59-4B5B-9417-791040055073}" dt="2026-05-10T07:19:26.350" v="624"/>
          <ac:spMkLst>
            <pc:docMk/>
            <pc:sldMk cId="1237748070" sldId="264"/>
            <ac:spMk id="69" creationId="{759EB38C-1369-44CE-A3D6-799D6DE38F47}"/>
          </ac:spMkLst>
        </pc:spChg>
        <pc:spChg chg="add del">
          <ac:chgData name="裴 熙隆" userId="d70ee545ee25833c" providerId="LiveId" clId="{295B2790-3E59-4B5B-9417-791040055073}" dt="2026-05-10T10:16:51.065" v="871"/>
          <ac:spMkLst>
            <pc:docMk/>
            <pc:sldMk cId="1237748070" sldId="264"/>
            <ac:spMk id="93" creationId="{6E819E89-8557-4BD2-A1EB-738D5F396ABD}"/>
          </ac:spMkLst>
        </pc:spChg>
        <pc:spChg chg="add mod">
          <ac:chgData name="裴 熙隆" userId="d70ee545ee25833c" providerId="LiveId" clId="{295B2790-3E59-4B5B-9417-791040055073}" dt="2026-05-10T10:32:57.375" v="1149" actId="113"/>
          <ac:spMkLst>
            <pc:docMk/>
            <pc:sldMk cId="1237748070" sldId="264"/>
            <ac:spMk id="94" creationId="{D7382CC4-60D1-4F2E-9A6D-A99E419313F6}"/>
          </ac:spMkLst>
        </pc:spChg>
        <pc:spChg chg="add mod">
          <ac:chgData name="裴 熙隆" userId="d70ee545ee25833c" providerId="LiveId" clId="{295B2790-3E59-4B5B-9417-791040055073}" dt="2026-05-10T10:45:23.290" v="1431" actId="207"/>
          <ac:spMkLst>
            <pc:docMk/>
            <pc:sldMk cId="1237748070" sldId="264"/>
            <ac:spMk id="95" creationId="{6AA5D19B-A675-41CE-8DFE-0D00538E2235}"/>
          </ac:spMkLst>
        </pc:spChg>
        <pc:spChg chg="add del mod">
          <ac:chgData name="裴 熙隆" userId="d70ee545ee25833c" providerId="LiveId" clId="{295B2790-3E59-4B5B-9417-791040055073}" dt="2026-05-10T10:23:16.977" v="955"/>
          <ac:spMkLst>
            <pc:docMk/>
            <pc:sldMk cId="1237748070" sldId="264"/>
            <ac:spMk id="104" creationId="{4AFDBD55-EE58-4903-93D3-F7A6BC64F350}"/>
          </ac:spMkLst>
        </pc:spChg>
        <pc:spChg chg="add mod">
          <ac:chgData name="裴 熙隆" userId="d70ee545ee25833c" providerId="LiveId" clId="{295B2790-3E59-4B5B-9417-791040055073}" dt="2026-05-10T10:32:57.375" v="1149" actId="113"/>
          <ac:spMkLst>
            <pc:docMk/>
            <pc:sldMk cId="1237748070" sldId="264"/>
            <ac:spMk id="105" creationId="{04F8B08C-39D9-4521-8325-3FB453A738DC}"/>
          </ac:spMkLst>
        </pc:spChg>
        <pc:spChg chg="add mod">
          <ac:chgData name="裴 熙隆" userId="d70ee545ee25833c" providerId="LiveId" clId="{295B2790-3E59-4B5B-9417-791040055073}" dt="2026-05-10T10:32:57.375" v="1149" actId="113"/>
          <ac:spMkLst>
            <pc:docMk/>
            <pc:sldMk cId="1237748070" sldId="264"/>
            <ac:spMk id="106" creationId="{ECFDB742-6564-4D02-9DCA-443C89601159}"/>
          </ac:spMkLst>
        </pc:spChg>
        <pc:spChg chg="add del">
          <ac:chgData name="裴 熙隆" userId="d70ee545ee25833c" providerId="LiveId" clId="{295B2790-3E59-4B5B-9417-791040055073}" dt="2026-05-10T10:25:05.557" v="1068"/>
          <ac:spMkLst>
            <pc:docMk/>
            <pc:sldMk cId="1237748070" sldId="264"/>
            <ac:spMk id="108" creationId="{4D980B91-D699-486C-B63C-D687B38A7F1D}"/>
          </ac:spMkLst>
        </pc:spChg>
        <pc:spChg chg="add mod">
          <ac:chgData name="裴 熙隆" userId="d70ee545ee25833c" providerId="LiveId" clId="{295B2790-3E59-4B5B-9417-791040055073}" dt="2026-05-10T10:32:53.549" v="1148" actId="113"/>
          <ac:spMkLst>
            <pc:docMk/>
            <pc:sldMk cId="1237748070" sldId="264"/>
            <ac:spMk id="109" creationId="{F8B0DB5F-FCDE-4D79-9092-8F0F284ADA31}"/>
          </ac:spMkLst>
        </pc:spChg>
        <pc:spChg chg="add mod">
          <ac:chgData name="裴 熙隆" userId="d70ee545ee25833c" providerId="LiveId" clId="{295B2790-3E59-4B5B-9417-791040055073}" dt="2026-05-10T10:32:53.549" v="1148" actId="113"/>
          <ac:spMkLst>
            <pc:docMk/>
            <pc:sldMk cId="1237748070" sldId="264"/>
            <ac:spMk id="110" creationId="{182F8118-BAF1-421C-A8D0-18079349B6D4}"/>
          </ac:spMkLst>
        </pc:spChg>
        <pc:spChg chg="add del">
          <ac:chgData name="裴 熙隆" userId="d70ee545ee25833c" providerId="LiveId" clId="{295B2790-3E59-4B5B-9417-791040055073}" dt="2026-05-10T10:32:25.371" v="1144"/>
          <ac:spMkLst>
            <pc:docMk/>
            <pc:sldMk cId="1237748070" sldId="264"/>
            <ac:spMk id="127" creationId="{E74743DB-9085-4795-900B-686BDB47BEBC}"/>
          </ac:spMkLst>
        </pc:spChg>
        <pc:spChg chg="add mod">
          <ac:chgData name="裴 熙隆" userId="d70ee545ee25833c" providerId="LiveId" clId="{295B2790-3E59-4B5B-9417-791040055073}" dt="2026-05-10T10:33:21.649" v="1176" actId="1076"/>
          <ac:spMkLst>
            <pc:docMk/>
            <pc:sldMk cId="1237748070" sldId="264"/>
            <ac:spMk id="128" creationId="{8FFED123-BA91-4113-81E3-D90E87E65458}"/>
          </ac:spMkLst>
        </pc:spChg>
        <pc:spChg chg="add mod">
          <ac:chgData name="裴 熙隆" userId="d70ee545ee25833c" providerId="LiveId" clId="{295B2790-3E59-4B5B-9417-791040055073}" dt="2026-05-10T10:34:18.519" v="1223" actId="20577"/>
          <ac:spMkLst>
            <pc:docMk/>
            <pc:sldMk cId="1237748070" sldId="264"/>
            <ac:spMk id="129" creationId="{704F57DE-9058-4A62-91A8-BC29D13ED1B3}"/>
          </ac:spMkLst>
        </pc:spChg>
        <pc:spChg chg="add mod">
          <ac:chgData name="裴 熙隆" userId="d70ee545ee25833c" providerId="LiveId" clId="{295B2790-3E59-4B5B-9417-791040055073}" dt="2026-05-10T10:46:02.618" v="1441" actId="2085"/>
          <ac:spMkLst>
            <pc:docMk/>
            <pc:sldMk cId="1237748070" sldId="264"/>
            <ac:spMk id="130" creationId="{8CB6E16D-E976-46E0-8E71-B5060ABE6649}"/>
          </ac:spMkLst>
        </pc:spChg>
        <pc:spChg chg="add del mod">
          <ac:chgData name="裴 熙隆" userId="d70ee545ee25833c" providerId="LiveId" clId="{295B2790-3E59-4B5B-9417-791040055073}" dt="2026-05-10T10:42:15.319" v="1404" actId="478"/>
          <ac:spMkLst>
            <pc:docMk/>
            <pc:sldMk cId="1237748070" sldId="264"/>
            <ac:spMk id="131" creationId="{6B25F4DF-CB42-467E-9D57-49C241DA0CBD}"/>
          </ac:spMkLst>
        </pc:spChg>
        <pc:spChg chg="add mod">
          <ac:chgData name="裴 熙隆" userId="d70ee545ee25833c" providerId="LiveId" clId="{295B2790-3E59-4B5B-9417-791040055073}" dt="2026-05-10T10:45:28.920" v="1433" actId="207"/>
          <ac:spMkLst>
            <pc:docMk/>
            <pc:sldMk cId="1237748070" sldId="264"/>
            <ac:spMk id="132" creationId="{DE9E1AA3-B393-40D1-89CE-5492A31473BD}"/>
          </ac:spMkLst>
        </pc:spChg>
        <pc:spChg chg="add mod">
          <ac:chgData name="裴 熙隆" userId="d70ee545ee25833c" providerId="LiveId" clId="{295B2790-3E59-4B5B-9417-791040055073}" dt="2026-05-10T10:45:28.920" v="1433" actId="207"/>
          <ac:spMkLst>
            <pc:docMk/>
            <pc:sldMk cId="1237748070" sldId="264"/>
            <ac:spMk id="133" creationId="{1C6F8E78-B0DB-4250-8989-5E80DD59DC54}"/>
          </ac:spMkLst>
        </pc:spChg>
        <pc:spChg chg="add mod">
          <ac:chgData name="裴 熙隆" userId="d70ee545ee25833c" providerId="LiveId" clId="{295B2790-3E59-4B5B-9417-791040055073}" dt="2026-05-10T10:45:28.920" v="1433" actId="207"/>
          <ac:spMkLst>
            <pc:docMk/>
            <pc:sldMk cId="1237748070" sldId="264"/>
            <ac:spMk id="134" creationId="{43ED8CB6-914B-4E77-BAD6-BC3285853EF4}"/>
          </ac:spMkLst>
        </pc:spChg>
        <pc:spChg chg="add mod">
          <ac:chgData name="裴 熙隆" userId="d70ee545ee25833c" providerId="LiveId" clId="{295B2790-3E59-4B5B-9417-791040055073}" dt="2026-05-10T10:45:28.920" v="1433" actId="207"/>
          <ac:spMkLst>
            <pc:docMk/>
            <pc:sldMk cId="1237748070" sldId="264"/>
            <ac:spMk id="135" creationId="{3E6B8456-1916-45FD-8E73-0C6D25575C3E}"/>
          </ac:spMkLst>
        </pc:spChg>
        <pc:grpChg chg="add mod">
          <ac:chgData name="裴 熙隆" userId="d70ee545ee25833c" providerId="LiveId" clId="{295B2790-3E59-4B5B-9417-791040055073}" dt="2026-05-10T05:45:52.188" v="233" actId="164"/>
          <ac:grpSpMkLst>
            <pc:docMk/>
            <pc:sldMk cId="1237748070" sldId="264"/>
            <ac:grpSpMk id="5" creationId="{C30C81EA-3D23-40D3-8683-AE51BD00DEDA}"/>
          </ac:grpSpMkLst>
        </pc:grpChg>
        <pc:grpChg chg="add mod">
          <ac:chgData name="裴 熙隆" userId="d70ee545ee25833c" providerId="LiveId" clId="{295B2790-3E59-4B5B-9417-791040055073}" dt="2026-05-10T10:45:28.920" v="1433" actId="207"/>
          <ac:grpSpMkLst>
            <pc:docMk/>
            <pc:sldMk cId="1237748070" sldId="264"/>
            <ac:grpSpMk id="150" creationId="{150F9E54-0C28-4AC2-9805-1CBE390DBC71}"/>
          </ac:grpSpMkLst>
        </pc:grpChg>
        <pc:cxnChg chg="add mod">
          <ac:chgData name="裴 熙隆" userId="d70ee545ee25833c" providerId="LiveId" clId="{295B2790-3E59-4B5B-9417-791040055073}" dt="2026-05-10T10:42:33.720" v="1405" actId="1582"/>
          <ac:cxnSpMkLst>
            <pc:docMk/>
            <pc:sldMk cId="1237748070" sldId="264"/>
            <ac:cxnSpMk id="7" creationId="{568A16F2-DC75-4933-BA24-75C7E1822C50}"/>
          </ac:cxnSpMkLst>
        </pc:cxnChg>
        <pc:cxnChg chg="add mod">
          <ac:chgData name="裴 熙隆" userId="d70ee545ee25833c" providerId="LiveId" clId="{295B2790-3E59-4B5B-9417-791040055073}" dt="2026-05-10T10:42:33.720" v="1405" actId="1582"/>
          <ac:cxnSpMkLst>
            <pc:docMk/>
            <pc:sldMk cId="1237748070" sldId="264"/>
            <ac:cxnSpMk id="57" creationId="{4CA06820-95F5-4136-A79C-0BE3C285E8D8}"/>
          </ac:cxnSpMkLst>
        </pc:cxnChg>
        <pc:cxnChg chg="add mod">
          <ac:chgData name="裴 熙隆" userId="d70ee545ee25833c" providerId="LiveId" clId="{295B2790-3E59-4B5B-9417-791040055073}" dt="2026-05-10T10:42:33.720" v="1405" actId="1582"/>
          <ac:cxnSpMkLst>
            <pc:docMk/>
            <pc:sldMk cId="1237748070" sldId="264"/>
            <ac:cxnSpMk id="59" creationId="{FD7107EA-430C-4C5C-9F11-68EBD320FE91}"/>
          </ac:cxnSpMkLst>
        </pc:cxnChg>
        <pc:cxnChg chg="add mod">
          <ac:chgData name="裴 熙隆" userId="d70ee545ee25833c" providerId="LiveId" clId="{295B2790-3E59-4B5B-9417-791040055073}" dt="2026-05-10T10:42:33.720" v="1405" actId="1582"/>
          <ac:cxnSpMkLst>
            <pc:docMk/>
            <pc:sldMk cId="1237748070" sldId="264"/>
            <ac:cxnSpMk id="60" creationId="{517B4F18-C7B7-45C1-AF6A-8B108C74163A}"/>
          </ac:cxnSpMkLst>
        </pc:cxnChg>
        <pc:cxnChg chg="add mod">
          <ac:chgData name="裴 熙隆" userId="d70ee545ee25833c" providerId="LiveId" clId="{295B2790-3E59-4B5B-9417-791040055073}" dt="2026-05-10T10:42:33.720" v="1405" actId="1582"/>
          <ac:cxnSpMkLst>
            <pc:docMk/>
            <pc:sldMk cId="1237748070" sldId="264"/>
            <ac:cxnSpMk id="64" creationId="{B8D655C7-C87F-433D-85DE-0CCAE9D5A79E}"/>
          </ac:cxnSpMkLst>
        </pc:cxnChg>
        <pc:cxnChg chg="add mod">
          <ac:chgData name="裴 熙隆" userId="d70ee545ee25833c" providerId="LiveId" clId="{295B2790-3E59-4B5B-9417-791040055073}" dt="2026-05-10T10:42:33.720" v="1405" actId="1582"/>
          <ac:cxnSpMkLst>
            <pc:docMk/>
            <pc:sldMk cId="1237748070" sldId="264"/>
            <ac:cxnSpMk id="65" creationId="{EBF097C9-C4F6-4DD2-BA72-1E85CD5463B0}"/>
          </ac:cxnSpMkLst>
        </pc:cxnChg>
        <pc:cxnChg chg="add mod">
          <ac:chgData name="裴 熙隆" userId="d70ee545ee25833c" providerId="LiveId" clId="{295B2790-3E59-4B5B-9417-791040055073}" dt="2026-05-10T10:42:33.720" v="1405" actId="1582"/>
          <ac:cxnSpMkLst>
            <pc:docMk/>
            <pc:sldMk cId="1237748070" sldId="264"/>
            <ac:cxnSpMk id="71" creationId="{D45953C4-AB75-45F4-8B8B-DBD9715AD47D}"/>
          </ac:cxnSpMkLst>
        </pc:cxnChg>
        <pc:cxnChg chg="add mod">
          <ac:chgData name="裴 熙隆" userId="d70ee545ee25833c" providerId="LiveId" clId="{295B2790-3E59-4B5B-9417-791040055073}" dt="2026-05-10T10:42:33.720" v="1405" actId="1582"/>
          <ac:cxnSpMkLst>
            <pc:docMk/>
            <pc:sldMk cId="1237748070" sldId="264"/>
            <ac:cxnSpMk id="73" creationId="{5C5A4D59-D46F-4349-B69F-9B9A90BFC15C}"/>
          </ac:cxnSpMkLst>
        </pc:cxnChg>
        <pc:cxnChg chg="add mod">
          <ac:chgData name="裴 熙隆" userId="d70ee545ee25833c" providerId="LiveId" clId="{295B2790-3E59-4B5B-9417-791040055073}" dt="2026-05-10T10:42:33.720" v="1405" actId="1582"/>
          <ac:cxnSpMkLst>
            <pc:docMk/>
            <pc:sldMk cId="1237748070" sldId="264"/>
            <ac:cxnSpMk id="75" creationId="{FE6CBA89-5191-4C40-92C8-9D0BB8EF83A0}"/>
          </ac:cxnSpMkLst>
        </pc:cxnChg>
        <pc:cxnChg chg="add mod">
          <ac:chgData name="裴 熙隆" userId="d70ee545ee25833c" providerId="LiveId" clId="{295B2790-3E59-4B5B-9417-791040055073}" dt="2026-05-10T10:42:33.720" v="1405" actId="1582"/>
          <ac:cxnSpMkLst>
            <pc:docMk/>
            <pc:sldMk cId="1237748070" sldId="264"/>
            <ac:cxnSpMk id="77" creationId="{27004BC4-F3F7-465A-B94D-B2BC0B8C8546}"/>
          </ac:cxnSpMkLst>
        </pc:cxnChg>
        <pc:cxnChg chg="add mod">
          <ac:chgData name="裴 熙隆" userId="d70ee545ee25833c" providerId="LiveId" clId="{295B2790-3E59-4B5B-9417-791040055073}" dt="2026-05-10T10:42:33.720" v="1405" actId="1582"/>
          <ac:cxnSpMkLst>
            <pc:docMk/>
            <pc:sldMk cId="1237748070" sldId="264"/>
            <ac:cxnSpMk id="79" creationId="{B17DF02E-D54F-4D40-9635-D47C5B4BDEA2}"/>
          </ac:cxnSpMkLst>
        </pc:cxnChg>
        <pc:cxnChg chg="add mod">
          <ac:chgData name="裴 熙隆" userId="d70ee545ee25833c" providerId="LiveId" clId="{295B2790-3E59-4B5B-9417-791040055073}" dt="2026-05-10T10:42:33.720" v="1405" actId="1582"/>
          <ac:cxnSpMkLst>
            <pc:docMk/>
            <pc:sldMk cId="1237748070" sldId="264"/>
            <ac:cxnSpMk id="81" creationId="{B3F04BA4-0BAA-4C02-A3A2-8C4EAD7A5358}"/>
          </ac:cxnSpMkLst>
        </pc:cxnChg>
        <pc:cxnChg chg="add mod">
          <ac:chgData name="裴 熙隆" userId="d70ee545ee25833c" providerId="LiveId" clId="{295B2790-3E59-4B5B-9417-791040055073}" dt="2026-05-10T10:42:33.720" v="1405" actId="1582"/>
          <ac:cxnSpMkLst>
            <pc:docMk/>
            <pc:sldMk cId="1237748070" sldId="264"/>
            <ac:cxnSpMk id="83" creationId="{0F283262-C3E9-4A13-86C3-5D8F5FE15B22}"/>
          </ac:cxnSpMkLst>
        </pc:cxnChg>
        <pc:cxnChg chg="add mod">
          <ac:chgData name="裴 熙隆" userId="d70ee545ee25833c" providerId="LiveId" clId="{295B2790-3E59-4B5B-9417-791040055073}" dt="2026-05-10T10:42:33.720" v="1405" actId="1582"/>
          <ac:cxnSpMkLst>
            <pc:docMk/>
            <pc:sldMk cId="1237748070" sldId="264"/>
            <ac:cxnSpMk id="85" creationId="{9EB7ED97-B6FF-4451-A3AC-E1FE51B47E6B}"/>
          </ac:cxnSpMkLst>
        </pc:cxnChg>
        <pc:cxnChg chg="add mod">
          <ac:chgData name="裴 熙隆" userId="d70ee545ee25833c" providerId="LiveId" clId="{295B2790-3E59-4B5B-9417-791040055073}" dt="2026-05-10T10:42:33.720" v="1405" actId="1582"/>
          <ac:cxnSpMkLst>
            <pc:docMk/>
            <pc:sldMk cId="1237748070" sldId="264"/>
            <ac:cxnSpMk id="87" creationId="{AA28DC5E-FA61-4F60-9C28-36EDB5E8F40E}"/>
          </ac:cxnSpMkLst>
        </pc:cxnChg>
        <pc:cxnChg chg="add mod">
          <ac:chgData name="裴 熙隆" userId="d70ee545ee25833c" providerId="LiveId" clId="{295B2790-3E59-4B5B-9417-791040055073}" dt="2026-05-10T10:42:33.720" v="1405" actId="1582"/>
          <ac:cxnSpMkLst>
            <pc:docMk/>
            <pc:sldMk cId="1237748070" sldId="264"/>
            <ac:cxnSpMk id="89" creationId="{FEEACA5B-FE90-462F-ACBF-D24D575FA272}"/>
          </ac:cxnSpMkLst>
        </pc:cxnChg>
        <pc:cxnChg chg="add mod">
          <ac:chgData name="裴 熙隆" userId="d70ee545ee25833c" providerId="LiveId" clId="{295B2790-3E59-4B5B-9417-791040055073}" dt="2026-05-10T10:29:06.481" v="1122" actId="1582"/>
          <ac:cxnSpMkLst>
            <pc:docMk/>
            <pc:sldMk cId="1237748070" sldId="264"/>
            <ac:cxnSpMk id="97" creationId="{580EABC8-A326-4FBB-91AD-7DF6D36BB4CD}"/>
          </ac:cxnSpMkLst>
        </pc:cxnChg>
        <pc:cxnChg chg="add mod">
          <ac:chgData name="裴 熙隆" userId="d70ee545ee25833c" providerId="LiveId" clId="{295B2790-3E59-4B5B-9417-791040055073}" dt="2026-05-10T10:29:06.481" v="1122" actId="1582"/>
          <ac:cxnSpMkLst>
            <pc:docMk/>
            <pc:sldMk cId="1237748070" sldId="264"/>
            <ac:cxnSpMk id="99" creationId="{D3267FC6-7F4E-44BE-A969-C05317014D88}"/>
          </ac:cxnSpMkLst>
        </pc:cxnChg>
        <pc:cxnChg chg="add mod">
          <ac:chgData name="裴 熙隆" userId="d70ee545ee25833c" providerId="LiveId" clId="{295B2790-3E59-4B5B-9417-791040055073}" dt="2026-05-10T10:45:34.403" v="1434" actId="208"/>
          <ac:cxnSpMkLst>
            <pc:docMk/>
            <pc:sldMk cId="1237748070" sldId="264"/>
            <ac:cxnSpMk id="103" creationId="{2FA14FB9-8A81-4E41-991B-0CD7306C050A}"/>
          </ac:cxnSpMkLst>
        </pc:cxnChg>
        <pc:cxnChg chg="add mod">
          <ac:chgData name="裴 熙隆" userId="d70ee545ee25833c" providerId="LiveId" clId="{295B2790-3E59-4B5B-9417-791040055073}" dt="2026-05-10T10:45:35.998" v="1435" actId="208"/>
          <ac:cxnSpMkLst>
            <pc:docMk/>
            <pc:sldMk cId="1237748070" sldId="264"/>
            <ac:cxnSpMk id="114" creationId="{6B8BF71B-33BD-4889-94EB-FCE3C05EFC70}"/>
          </ac:cxnSpMkLst>
        </pc:cxnChg>
        <pc:cxnChg chg="add mod">
          <ac:chgData name="裴 熙隆" userId="d70ee545ee25833c" providerId="LiveId" clId="{295B2790-3E59-4B5B-9417-791040055073}" dt="2026-05-10T10:45:45.026" v="1437" actId="208"/>
          <ac:cxnSpMkLst>
            <pc:docMk/>
            <pc:sldMk cId="1237748070" sldId="264"/>
            <ac:cxnSpMk id="117" creationId="{2407F508-0E97-4B3D-8B04-1A33B9E2507E}"/>
          </ac:cxnSpMkLst>
        </pc:cxnChg>
        <pc:cxnChg chg="add mod">
          <ac:chgData name="裴 熙隆" userId="d70ee545ee25833c" providerId="LiveId" clId="{295B2790-3E59-4B5B-9417-791040055073}" dt="2026-05-10T10:30:17.465" v="1139" actId="208"/>
          <ac:cxnSpMkLst>
            <pc:docMk/>
            <pc:sldMk cId="1237748070" sldId="264"/>
            <ac:cxnSpMk id="120" creationId="{4DF75BA2-B0DD-444D-8AD7-0D196FD52E15}"/>
          </ac:cxnSpMkLst>
        </pc:cxnChg>
        <pc:cxnChg chg="add mod">
          <ac:chgData name="裴 熙隆" userId="d70ee545ee25833c" providerId="LiveId" clId="{295B2790-3E59-4B5B-9417-791040055073}" dt="2026-05-10T10:30:20.317" v="1140" actId="208"/>
          <ac:cxnSpMkLst>
            <pc:docMk/>
            <pc:sldMk cId="1237748070" sldId="264"/>
            <ac:cxnSpMk id="123" creationId="{E273294B-8601-44D8-891E-64D3B55ABD03}"/>
          </ac:cxnSpMkLst>
        </pc:cxnChg>
        <pc:cxnChg chg="add mod">
          <ac:chgData name="裴 熙隆" userId="d70ee545ee25833c" providerId="LiveId" clId="{295B2790-3E59-4B5B-9417-791040055073}" dt="2026-05-10T10:45:49.636" v="1438" actId="208"/>
          <ac:cxnSpMkLst>
            <pc:docMk/>
            <pc:sldMk cId="1237748070" sldId="264"/>
            <ac:cxnSpMk id="136" creationId="{7755FBF0-62EF-4338-A151-5392E1D67D89}"/>
          </ac:cxnSpMkLst>
        </pc:cxnChg>
        <pc:cxnChg chg="add mod">
          <ac:chgData name="裴 熙隆" userId="d70ee545ee25833c" providerId="LiveId" clId="{295B2790-3E59-4B5B-9417-791040055073}" dt="2026-05-10T10:45:52.444" v="1440" actId="208"/>
          <ac:cxnSpMkLst>
            <pc:docMk/>
            <pc:sldMk cId="1237748070" sldId="264"/>
            <ac:cxnSpMk id="139" creationId="{4E6FDEDF-9C4D-449A-ADB4-32B91A425F4B}"/>
          </ac:cxnSpMkLst>
        </pc:cxnChg>
        <pc:cxnChg chg="add mod">
          <ac:chgData name="裴 熙隆" userId="d70ee545ee25833c" providerId="LiveId" clId="{295B2790-3E59-4B5B-9417-791040055073}" dt="2026-05-10T10:45:51.183" v="1439" actId="208"/>
          <ac:cxnSpMkLst>
            <pc:docMk/>
            <pc:sldMk cId="1237748070" sldId="264"/>
            <ac:cxnSpMk id="140" creationId="{354C8C99-72E3-452C-9DB2-643A13AF0D48}"/>
          </ac:cxnSpMkLst>
        </pc:cxnChg>
      </pc:sldChg>
    </pc:docChg>
  </pc:docChgLst>
  <pc:docChgLst>
    <pc:chgData name="裴 熙隆" userId="d70ee545ee25833c" providerId="LiveId" clId="{8CD44966-3E73-4D12-8E5E-ED5453500E62}"/>
    <pc:docChg chg="undo redo custSel addSld delSld modSld delSection modSection">
      <pc:chgData name="裴 熙隆" userId="d70ee545ee25833c" providerId="LiveId" clId="{8CD44966-3E73-4D12-8E5E-ED5453500E62}" dt="2025-12-18T13:19:11.414" v="257"/>
      <pc:docMkLst>
        <pc:docMk/>
      </pc:docMkLst>
      <pc:sldChg chg="del">
        <pc:chgData name="裴 熙隆" userId="d70ee545ee25833c" providerId="LiveId" clId="{8CD44966-3E73-4D12-8E5E-ED5453500E62}" dt="2025-12-16T11:54:40.969" v="0" actId="47"/>
        <pc:sldMkLst>
          <pc:docMk/>
          <pc:sldMk cId="1599201057" sldId="260"/>
        </pc:sldMkLst>
      </pc:sldChg>
      <pc:sldChg chg="del">
        <pc:chgData name="裴 熙隆" userId="d70ee545ee25833c" providerId="LiveId" clId="{8CD44966-3E73-4D12-8E5E-ED5453500E62}" dt="2025-12-16T11:54:40.969" v="0" actId="47"/>
        <pc:sldMkLst>
          <pc:docMk/>
          <pc:sldMk cId="2940007549" sldId="261"/>
        </pc:sldMkLst>
      </pc:sldChg>
      <pc:sldChg chg="del">
        <pc:chgData name="裴 熙隆" userId="d70ee545ee25833c" providerId="LiveId" clId="{8CD44966-3E73-4D12-8E5E-ED5453500E62}" dt="2025-12-16T11:54:40.969" v="0" actId="47"/>
        <pc:sldMkLst>
          <pc:docMk/>
          <pc:sldMk cId="708757500" sldId="262"/>
        </pc:sldMkLst>
      </pc:sldChg>
      <pc:sldChg chg="del">
        <pc:chgData name="裴 熙隆" userId="d70ee545ee25833c" providerId="LiveId" clId="{8CD44966-3E73-4D12-8E5E-ED5453500E62}" dt="2025-12-16T11:54:40.969" v="0" actId="47"/>
        <pc:sldMkLst>
          <pc:docMk/>
          <pc:sldMk cId="1044098174" sldId="263"/>
        </pc:sldMkLst>
      </pc:sldChg>
      <pc:sldChg chg="addSp delSp modSp mod">
        <pc:chgData name="裴 熙隆" userId="d70ee545ee25833c" providerId="LiveId" clId="{8CD44966-3E73-4D12-8E5E-ED5453500E62}" dt="2025-12-18T13:19:11.414" v="257"/>
        <pc:sldMkLst>
          <pc:docMk/>
          <pc:sldMk cId="1237748070" sldId="264"/>
        </pc:sldMkLst>
        <pc:spChg chg="add del">
          <ac:chgData name="裴 熙隆" userId="d70ee545ee25833c" providerId="LiveId" clId="{8CD44966-3E73-4D12-8E5E-ED5453500E62}" dt="2025-12-16T12:01:52.747" v="3" actId="478"/>
          <ac:spMkLst>
            <pc:docMk/>
            <pc:sldMk cId="1237748070" sldId="264"/>
            <ac:spMk id="2" creationId="{8F91C297-9FE4-40C7-A2F0-A27A45407DE8}"/>
          </ac:spMkLst>
        </pc:spChg>
        <pc:spChg chg="add mod">
          <ac:chgData name="裴 熙隆" userId="d70ee545ee25833c" providerId="LiveId" clId="{8CD44966-3E73-4D12-8E5E-ED5453500E62}" dt="2025-12-18T13:09:58.594" v="232" actId="1076"/>
          <ac:spMkLst>
            <pc:docMk/>
            <pc:sldMk cId="1237748070" sldId="264"/>
            <ac:spMk id="3" creationId="{3D05A65E-67B9-4132-84AB-0901AE4738F7}"/>
          </ac:spMkLst>
        </pc:spChg>
        <pc:spChg chg="add mod">
          <ac:chgData name="裴 熙隆" userId="d70ee545ee25833c" providerId="LiveId" clId="{8CD44966-3E73-4D12-8E5E-ED5453500E62}" dt="2025-12-18T13:09:58.594" v="232" actId="1076"/>
          <ac:spMkLst>
            <pc:docMk/>
            <pc:sldMk cId="1237748070" sldId="264"/>
            <ac:spMk id="4" creationId="{239CB393-6E30-4895-B5D4-743F7F8BCED8}"/>
          </ac:spMkLst>
        </pc:spChg>
        <pc:spChg chg="del">
          <ac:chgData name="裴 熙隆" userId="d70ee545ee25833c" providerId="LiveId" clId="{8CD44966-3E73-4D12-8E5E-ED5453500E62}" dt="2025-12-16T11:54:43.857" v="1" actId="478"/>
          <ac:spMkLst>
            <pc:docMk/>
            <pc:sldMk cId="1237748070" sldId="264"/>
            <ac:spMk id="5" creationId="{79C978C6-5ECC-484B-8329-85B1DA75FD12}"/>
          </ac:spMkLst>
        </pc:spChg>
        <pc:spChg chg="del">
          <ac:chgData name="裴 熙隆" userId="d70ee545ee25833c" providerId="LiveId" clId="{8CD44966-3E73-4D12-8E5E-ED5453500E62}" dt="2025-12-16T11:54:43.857" v="1" actId="478"/>
          <ac:spMkLst>
            <pc:docMk/>
            <pc:sldMk cId="1237748070" sldId="264"/>
            <ac:spMk id="6" creationId="{A6C17498-804F-46BB-BE80-8C62C59C1659}"/>
          </ac:spMkLst>
        </pc:spChg>
        <pc:spChg chg="del">
          <ac:chgData name="裴 熙隆" userId="d70ee545ee25833c" providerId="LiveId" clId="{8CD44966-3E73-4D12-8E5E-ED5453500E62}" dt="2025-12-16T11:54:43.857" v="1" actId="478"/>
          <ac:spMkLst>
            <pc:docMk/>
            <pc:sldMk cId="1237748070" sldId="264"/>
            <ac:spMk id="8" creationId="{673576B5-8568-470C-A77D-CF663883F9C1}"/>
          </ac:spMkLst>
        </pc:spChg>
        <pc:spChg chg="del">
          <ac:chgData name="裴 熙隆" userId="d70ee545ee25833c" providerId="LiveId" clId="{8CD44966-3E73-4D12-8E5E-ED5453500E62}" dt="2025-12-16T11:54:43.857" v="1" actId="478"/>
          <ac:spMkLst>
            <pc:docMk/>
            <pc:sldMk cId="1237748070" sldId="264"/>
            <ac:spMk id="9" creationId="{D037B0A7-8C85-4EFB-A979-3541599C3E15}"/>
          </ac:spMkLst>
        </pc:spChg>
        <pc:spChg chg="del">
          <ac:chgData name="裴 熙隆" userId="d70ee545ee25833c" providerId="LiveId" clId="{8CD44966-3E73-4D12-8E5E-ED5453500E62}" dt="2025-12-16T11:54:43.857" v="1" actId="478"/>
          <ac:spMkLst>
            <pc:docMk/>
            <pc:sldMk cId="1237748070" sldId="264"/>
            <ac:spMk id="10" creationId="{DAF858AD-B371-4B1C-BC30-4E3CE894383B}"/>
          </ac:spMkLst>
        </pc:spChg>
        <pc:spChg chg="add mod">
          <ac:chgData name="裴 熙隆" userId="d70ee545ee25833c" providerId="LiveId" clId="{8CD44966-3E73-4D12-8E5E-ED5453500E62}" dt="2025-12-18T13:09:58.594" v="232" actId="1076"/>
          <ac:spMkLst>
            <pc:docMk/>
            <pc:sldMk cId="1237748070" sldId="264"/>
            <ac:spMk id="11" creationId="{11576E52-DF32-448F-9038-E74A0D3652EE}"/>
          </ac:spMkLst>
        </pc:spChg>
        <pc:spChg chg="del">
          <ac:chgData name="裴 熙隆" userId="d70ee545ee25833c" providerId="LiveId" clId="{8CD44966-3E73-4D12-8E5E-ED5453500E62}" dt="2025-12-16T11:54:43.857" v="1" actId="478"/>
          <ac:spMkLst>
            <pc:docMk/>
            <pc:sldMk cId="1237748070" sldId="264"/>
            <ac:spMk id="11" creationId="{4E522170-5D5A-4F5F-B0E7-E7AD3D68F5C5}"/>
          </ac:spMkLst>
        </pc:spChg>
        <pc:spChg chg="add mod">
          <ac:chgData name="裴 熙隆" userId="d70ee545ee25833c" providerId="LiveId" clId="{8CD44966-3E73-4D12-8E5E-ED5453500E62}" dt="2025-12-18T13:09:58.594" v="232" actId="1076"/>
          <ac:spMkLst>
            <pc:docMk/>
            <pc:sldMk cId="1237748070" sldId="264"/>
            <ac:spMk id="12" creationId="{A1CD1FB4-178D-44CB-B278-B1EC733C146A}"/>
          </ac:spMkLst>
        </pc:spChg>
        <pc:spChg chg="del">
          <ac:chgData name="裴 熙隆" userId="d70ee545ee25833c" providerId="LiveId" clId="{8CD44966-3E73-4D12-8E5E-ED5453500E62}" dt="2025-12-16T11:54:43.857" v="1" actId="478"/>
          <ac:spMkLst>
            <pc:docMk/>
            <pc:sldMk cId="1237748070" sldId="264"/>
            <ac:spMk id="12" creationId="{CA1141A7-D6FD-498E-AE26-907F4573CD31}"/>
          </ac:spMkLst>
        </pc:spChg>
        <pc:spChg chg="add mod">
          <ac:chgData name="裴 熙隆" userId="d70ee545ee25833c" providerId="LiveId" clId="{8CD44966-3E73-4D12-8E5E-ED5453500E62}" dt="2025-12-18T13:09:58.594" v="232" actId="1076"/>
          <ac:spMkLst>
            <pc:docMk/>
            <pc:sldMk cId="1237748070" sldId="264"/>
            <ac:spMk id="13" creationId="{39AA331C-4F6E-4047-81E9-32CB339ECCD8}"/>
          </ac:spMkLst>
        </pc:spChg>
        <pc:spChg chg="add mod">
          <ac:chgData name="裴 熙隆" userId="d70ee545ee25833c" providerId="LiveId" clId="{8CD44966-3E73-4D12-8E5E-ED5453500E62}" dt="2025-12-18T13:09:58.594" v="232" actId="1076"/>
          <ac:spMkLst>
            <pc:docMk/>
            <pc:sldMk cId="1237748070" sldId="264"/>
            <ac:spMk id="14" creationId="{36A7C530-35D5-4DBB-BA34-7DAAAE6BCBA8}"/>
          </ac:spMkLst>
        </pc:spChg>
        <pc:spChg chg="del">
          <ac:chgData name="裴 熙隆" userId="d70ee545ee25833c" providerId="LiveId" clId="{8CD44966-3E73-4D12-8E5E-ED5453500E62}" dt="2025-12-16T11:54:43.857" v="1" actId="478"/>
          <ac:spMkLst>
            <pc:docMk/>
            <pc:sldMk cId="1237748070" sldId="264"/>
            <ac:spMk id="14" creationId="{4C3E848C-7144-4FF8-97FC-AA52D235A5E6}"/>
          </ac:spMkLst>
        </pc:spChg>
        <pc:spChg chg="add mod">
          <ac:chgData name="裴 熙隆" userId="d70ee545ee25833c" providerId="LiveId" clId="{8CD44966-3E73-4D12-8E5E-ED5453500E62}" dt="2025-12-18T13:09:58.594" v="232" actId="1076"/>
          <ac:spMkLst>
            <pc:docMk/>
            <pc:sldMk cId="1237748070" sldId="264"/>
            <ac:spMk id="15" creationId="{AD327F8A-D385-4146-9AFC-DB3E6BD50330}"/>
          </ac:spMkLst>
        </pc:spChg>
        <pc:spChg chg="del">
          <ac:chgData name="裴 熙隆" userId="d70ee545ee25833c" providerId="LiveId" clId="{8CD44966-3E73-4D12-8E5E-ED5453500E62}" dt="2025-12-16T11:54:43.857" v="1" actId="478"/>
          <ac:spMkLst>
            <pc:docMk/>
            <pc:sldMk cId="1237748070" sldId="264"/>
            <ac:spMk id="15" creationId="{F19ED4EF-33E9-4F5A-AFD3-83AA35380AB2}"/>
          </ac:spMkLst>
        </pc:spChg>
        <pc:spChg chg="del">
          <ac:chgData name="裴 熙隆" userId="d70ee545ee25833c" providerId="LiveId" clId="{8CD44966-3E73-4D12-8E5E-ED5453500E62}" dt="2025-12-16T11:54:43.857" v="1" actId="478"/>
          <ac:spMkLst>
            <pc:docMk/>
            <pc:sldMk cId="1237748070" sldId="264"/>
            <ac:spMk id="16" creationId="{3DD0DAFF-6D61-4909-A45A-29B1B6DF3F61}"/>
          </ac:spMkLst>
        </pc:spChg>
        <pc:spChg chg="add mod">
          <ac:chgData name="裴 熙隆" userId="d70ee545ee25833c" providerId="LiveId" clId="{8CD44966-3E73-4D12-8E5E-ED5453500E62}" dt="2025-12-18T13:09:58.594" v="232" actId="1076"/>
          <ac:spMkLst>
            <pc:docMk/>
            <pc:sldMk cId="1237748070" sldId="264"/>
            <ac:spMk id="16" creationId="{DF3BE023-2708-4F60-9118-C2A449FF7D2F}"/>
          </ac:spMkLst>
        </pc:spChg>
        <pc:spChg chg="add mod">
          <ac:chgData name="裴 熙隆" userId="d70ee545ee25833c" providerId="LiveId" clId="{8CD44966-3E73-4D12-8E5E-ED5453500E62}" dt="2025-12-18T13:09:58.594" v="232" actId="1076"/>
          <ac:spMkLst>
            <pc:docMk/>
            <pc:sldMk cId="1237748070" sldId="264"/>
            <ac:spMk id="17" creationId="{4B9E5B07-6908-41AC-9787-9D7B77937FCE}"/>
          </ac:spMkLst>
        </pc:spChg>
        <pc:spChg chg="del">
          <ac:chgData name="裴 熙隆" userId="d70ee545ee25833c" providerId="LiveId" clId="{8CD44966-3E73-4D12-8E5E-ED5453500E62}" dt="2025-12-16T11:54:43.857" v="1" actId="478"/>
          <ac:spMkLst>
            <pc:docMk/>
            <pc:sldMk cId="1237748070" sldId="264"/>
            <ac:spMk id="17" creationId="{BEFF140B-6269-41D0-92C9-9091BC4C1797}"/>
          </ac:spMkLst>
        </pc:spChg>
        <pc:spChg chg="add mod">
          <ac:chgData name="裴 熙隆" userId="d70ee545ee25833c" providerId="LiveId" clId="{8CD44966-3E73-4D12-8E5E-ED5453500E62}" dt="2025-12-18T13:19:11.414" v="257"/>
          <ac:spMkLst>
            <pc:docMk/>
            <pc:sldMk cId="1237748070" sldId="264"/>
            <ac:spMk id="18" creationId="{44A24008-9466-4B9B-9559-3847C8B9C403}"/>
          </ac:spMkLst>
        </pc:spChg>
        <pc:spChg chg="del">
          <ac:chgData name="裴 熙隆" userId="d70ee545ee25833c" providerId="LiveId" clId="{8CD44966-3E73-4D12-8E5E-ED5453500E62}" dt="2025-12-16T11:54:43.857" v="1" actId="478"/>
          <ac:spMkLst>
            <pc:docMk/>
            <pc:sldMk cId="1237748070" sldId="264"/>
            <ac:spMk id="18" creationId="{A9AAB890-C04A-4BA8-A826-893EC2205834}"/>
          </ac:spMkLst>
        </pc:spChg>
        <pc:spChg chg="add mod">
          <ac:chgData name="裴 熙隆" userId="d70ee545ee25833c" providerId="LiveId" clId="{8CD44966-3E73-4D12-8E5E-ED5453500E62}" dt="2025-12-18T13:09:58.594" v="232" actId="1076"/>
          <ac:spMkLst>
            <pc:docMk/>
            <pc:sldMk cId="1237748070" sldId="264"/>
            <ac:spMk id="19" creationId="{51465E7D-3F7D-4D11-AE73-8944D65FA32B}"/>
          </ac:spMkLst>
        </pc:spChg>
        <pc:spChg chg="del">
          <ac:chgData name="裴 熙隆" userId="d70ee545ee25833c" providerId="LiveId" clId="{8CD44966-3E73-4D12-8E5E-ED5453500E62}" dt="2025-12-16T11:54:43.857" v="1" actId="478"/>
          <ac:spMkLst>
            <pc:docMk/>
            <pc:sldMk cId="1237748070" sldId="264"/>
            <ac:spMk id="19" creationId="{F6A1F877-4133-44D4-8630-9765B45867D9}"/>
          </ac:spMkLst>
        </pc:spChg>
        <pc:spChg chg="add mod">
          <ac:chgData name="裴 熙隆" userId="d70ee545ee25833c" providerId="LiveId" clId="{8CD44966-3E73-4D12-8E5E-ED5453500E62}" dt="2025-12-18T13:09:58.594" v="232" actId="1076"/>
          <ac:spMkLst>
            <pc:docMk/>
            <pc:sldMk cId="1237748070" sldId="264"/>
            <ac:spMk id="20" creationId="{33789467-6213-4EF9-9D63-79CCA110D190}"/>
          </ac:spMkLst>
        </pc:spChg>
        <pc:spChg chg="del">
          <ac:chgData name="裴 熙隆" userId="d70ee545ee25833c" providerId="LiveId" clId="{8CD44966-3E73-4D12-8E5E-ED5453500E62}" dt="2025-12-16T11:54:43.857" v="1" actId="478"/>
          <ac:spMkLst>
            <pc:docMk/>
            <pc:sldMk cId="1237748070" sldId="264"/>
            <ac:spMk id="20" creationId="{7BAB2BA8-ACED-478A-9B88-170CBBC39FB2}"/>
          </ac:spMkLst>
        </pc:spChg>
        <pc:spChg chg="del">
          <ac:chgData name="裴 熙隆" userId="d70ee545ee25833c" providerId="LiveId" clId="{8CD44966-3E73-4D12-8E5E-ED5453500E62}" dt="2025-12-16T11:54:43.857" v="1" actId="478"/>
          <ac:spMkLst>
            <pc:docMk/>
            <pc:sldMk cId="1237748070" sldId="264"/>
            <ac:spMk id="21" creationId="{6F19014C-114A-4ACD-99EC-00225608D3F9}"/>
          </ac:spMkLst>
        </pc:spChg>
        <pc:spChg chg="add mod">
          <ac:chgData name="裴 熙隆" userId="d70ee545ee25833c" providerId="LiveId" clId="{8CD44966-3E73-4D12-8E5E-ED5453500E62}" dt="2025-12-18T13:09:58.594" v="232" actId="1076"/>
          <ac:spMkLst>
            <pc:docMk/>
            <pc:sldMk cId="1237748070" sldId="264"/>
            <ac:spMk id="21" creationId="{8E0DE6A2-3382-408F-B082-C2F3D80E123B}"/>
          </ac:spMkLst>
        </pc:spChg>
        <pc:spChg chg="del">
          <ac:chgData name="裴 熙隆" userId="d70ee545ee25833c" providerId="LiveId" clId="{8CD44966-3E73-4D12-8E5E-ED5453500E62}" dt="2025-12-16T11:54:43.857" v="1" actId="478"/>
          <ac:spMkLst>
            <pc:docMk/>
            <pc:sldMk cId="1237748070" sldId="264"/>
            <ac:spMk id="22" creationId="{C025D47E-5779-43D4-82AF-EA9265EEC401}"/>
          </ac:spMkLst>
        </pc:spChg>
        <pc:spChg chg="add mod">
          <ac:chgData name="裴 熙隆" userId="d70ee545ee25833c" providerId="LiveId" clId="{8CD44966-3E73-4D12-8E5E-ED5453500E62}" dt="2025-12-18T13:09:58.594" v="232" actId="1076"/>
          <ac:spMkLst>
            <pc:docMk/>
            <pc:sldMk cId="1237748070" sldId="264"/>
            <ac:spMk id="22" creationId="{DF7E1E34-3C19-4B5C-85C8-54F3FC1D4362}"/>
          </ac:spMkLst>
        </pc:spChg>
        <pc:spChg chg="add mod">
          <ac:chgData name="裴 熙隆" userId="d70ee545ee25833c" providerId="LiveId" clId="{8CD44966-3E73-4D12-8E5E-ED5453500E62}" dt="2025-12-18T13:09:58.594" v="232" actId="1076"/>
          <ac:spMkLst>
            <pc:docMk/>
            <pc:sldMk cId="1237748070" sldId="264"/>
            <ac:spMk id="23" creationId="{39756C13-4B5C-49FC-8818-529BF8DADC94}"/>
          </ac:spMkLst>
        </pc:spChg>
        <pc:spChg chg="del">
          <ac:chgData name="裴 熙隆" userId="d70ee545ee25833c" providerId="LiveId" clId="{8CD44966-3E73-4D12-8E5E-ED5453500E62}" dt="2025-12-16T11:54:43.857" v="1" actId="478"/>
          <ac:spMkLst>
            <pc:docMk/>
            <pc:sldMk cId="1237748070" sldId="264"/>
            <ac:spMk id="23" creationId="{DDF166BD-CE7D-492E-85FE-1B58A486371A}"/>
          </ac:spMkLst>
        </pc:spChg>
        <pc:spChg chg="add mod">
          <ac:chgData name="裴 熙隆" userId="d70ee545ee25833c" providerId="LiveId" clId="{8CD44966-3E73-4D12-8E5E-ED5453500E62}" dt="2025-12-18T13:09:58.594" v="232" actId="1076"/>
          <ac:spMkLst>
            <pc:docMk/>
            <pc:sldMk cId="1237748070" sldId="264"/>
            <ac:spMk id="24" creationId="{2858F3E4-AC4E-44A1-B348-8B47546BCEC9}"/>
          </ac:spMkLst>
        </pc:spChg>
        <pc:spChg chg="del">
          <ac:chgData name="裴 熙隆" userId="d70ee545ee25833c" providerId="LiveId" clId="{8CD44966-3E73-4D12-8E5E-ED5453500E62}" dt="2025-12-16T11:54:43.857" v="1" actId="478"/>
          <ac:spMkLst>
            <pc:docMk/>
            <pc:sldMk cId="1237748070" sldId="264"/>
            <ac:spMk id="24" creationId="{297C0B62-865F-4E4F-A3A5-63ECAB0D9DEB}"/>
          </ac:spMkLst>
        </pc:spChg>
        <pc:spChg chg="add mod">
          <ac:chgData name="裴 熙隆" userId="d70ee545ee25833c" providerId="LiveId" clId="{8CD44966-3E73-4D12-8E5E-ED5453500E62}" dt="2025-12-18T13:09:58.594" v="232" actId="1076"/>
          <ac:spMkLst>
            <pc:docMk/>
            <pc:sldMk cId="1237748070" sldId="264"/>
            <ac:spMk id="25" creationId="{36E438D3-FDE8-4097-A827-2AD273BFCFCC}"/>
          </ac:spMkLst>
        </pc:spChg>
        <pc:spChg chg="del">
          <ac:chgData name="裴 熙隆" userId="d70ee545ee25833c" providerId="LiveId" clId="{8CD44966-3E73-4D12-8E5E-ED5453500E62}" dt="2025-12-16T11:54:43.857" v="1" actId="478"/>
          <ac:spMkLst>
            <pc:docMk/>
            <pc:sldMk cId="1237748070" sldId="264"/>
            <ac:spMk id="25" creationId="{8D5348B6-BBE7-4A9A-AE26-AD3BBB3F8CB5}"/>
          </ac:spMkLst>
        </pc:spChg>
        <pc:spChg chg="del">
          <ac:chgData name="裴 熙隆" userId="d70ee545ee25833c" providerId="LiveId" clId="{8CD44966-3E73-4D12-8E5E-ED5453500E62}" dt="2025-12-16T11:54:43.857" v="1" actId="478"/>
          <ac:spMkLst>
            <pc:docMk/>
            <pc:sldMk cId="1237748070" sldId="264"/>
            <ac:spMk id="26" creationId="{18D3BFE1-2826-44B3-A82B-F2C358AF2070}"/>
          </ac:spMkLst>
        </pc:spChg>
        <pc:spChg chg="del">
          <ac:chgData name="裴 熙隆" userId="d70ee545ee25833c" providerId="LiveId" clId="{8CD44966-3E73-4D12-8E5E-ED5453500E62}" dt="2025-12-16T11:54:43.857" v="1" actId="478"/>
          <ac:spMkLst>
            <pc:docMk/>
            <pc:sldMk cId="1237748070" sldId="264"/>
            <ac:spMk id="27" creationId="{F930BC3B-05CD-4201-B4CA-CC144AE23741}"/>
          </ac:spMkLst>
        </pc:spChg>
        <pc:spChg chg="del">
          <ac:chgData name="裴 熙隆" userId="d70ee545ee25833c" providerId="LiveId" clId="{8CD44966-3E73-4D12-8E5E-ED5453500E62}" dt="2025-12-16T11:54:43.857" v="1" actId="478"/>
          <ac:spMkLst>
            <pc:docMk/>
            <pc:sldMk cId="1237748070" sldId="264"/>
            <ac:spMk id="29" creationId="{8755FBAD-C853-4A2D-9DB5-20C81BF7D17E}"/>
          </ac:spMkLst>
        </pc:spChg>
        <pc:spChg chg="add mod">
          <ac:chgData name="裴 熙隆" userId="d70ee545ee25833c" providerId="LiveId" clId="{8CD44966-3E73-4D12-8E5E-ED5453500E62}" dt="2025-12-18T13:09:58.594" v="232" actId="1076"/>
          <ac:spMkLst>
            <pc:docMk/>
            <pc:sldMk cId="1237748070" sldId="264"/>
            <ac:spMk id="30" creationId="{BD3E57CC-4130-4549-A70E-ABA5362BD5DC}"/>
          </ac:spMkLst>
        </pc:spChg>
        <pc:spChg chg="add mod">
          <ac:chgData name="裴 熙隆" userId="d70ee545ee25833c" providerId="LiveId" clId="{8CD44966-3E73-4D12-8E5E-ED5453500E62}" dt="2025-12-18T13:09:58.594" v="232" actId="1076"/>
          <ac:spMkLst>
            <pc:docMk/>
            <pc:sldMk cId="1237748070" sldId="264"/>
            <ac:spMk id="31" creationId="{BCB4A9D7-9D95-4064-A83E-FFB7F6F1367B}"/>
          </ac:spMkLst>
        </pc:spChg>
        <pc:spChg chg="add mod">
          <ac:chgData name="裴 熙隆" userId="d70ee545ee25833c" providerId="LiveId" clId="{8CD44966-3E73-4D12-8E5E-ED5453500E62}" dt="2025-12-18T13:09:58.594" v="232" actId="1076"/>
          <ac:spMkLst>
            <pc:docMk/>
            <pc:sldMk cId="1237748070" sldId="264"/>
            <ac:spMk id="32" creationId="{1A7E4A27-D61A-4689-A2A8-9B443025B12B}"/>
          </ac:spMkLst>
        </pc:spChg>
        <pc:spChg chg="add del mod">
          <ac:chgData name="裴 熙隆" userId="d70ee545ee25833c" providerId="LiveId" clId="{8CD44966-3E73-4D12-8E5E-ED5453500E62}" dt="2025-12-16T12:03:44.751" v="65" actId="478"/>
          <ac:spMkLst>
            <pc:docMk/>
            <pc:sldMk cId="1237748070" sldId="264"/>
            <ac:spMk id="33" creationId="{6E501E29-4D29-4209-9881-F1F6C56B6D73}"/>
          </ac:spMkLst>
        </pc:spChg>
        <pc:spChg chg="add mod">
          <ac:chgData name="裴 熙隆" userId="d70ee545ee25833c" providerId="LiveId" clId="{8CD44966-3E73-4D12-8E5E-ED5453500E62}" dt="2025-12-18T13:09:58.594" v="232" actId="1076"/>
          <ac:spMkLst>
            <pc:docMk/>
            <pc:sldMk cId="1237748070" sldId="264"/>
            <ac:spMk id="34" creationId="{73DB83DE-27A7-4DD9-BF9A-2F7AADF0A4AB}"/>
          </ac:spMkLst>
        </pc:spChg>
        <pc:spChg chg="add mod">
          <ac:chgData name="裴 熙隆" userId="d70ee545ee25833c" providerId="LiveId" clId="{8CD44966-3E73-4D12-8E5E-ED5453500E62}" dt="2025-12-18T13:09:58.594" v="232" actId="1076"/>
          <ac:spMkLst>
            <pc:docMk/>
            <pc:sldMk cId="1237748070" sldId="264"/>
            <ac:spMk id="35" creationId="{C5F847D0-2440-4BF8-8EA1-BE8CDABCD1AB}"/>
          </ac:spMkLst>
        </pc:spChg>
        <pc:spChg chg="del">
          <ac:chgData name="裴 熙隆" userId="d70ee545ee25833c" providerId="LiveId" clId="{8CD44966-3E73-4D12-8E5E-ED5453500E62}" dt="2025-12-16T11:54:43.857" v="1" actId="478"/>
          <ac:spMkLst>
            <pc:docMk/>
            <pc:sldMk cId="1237748070" sldId="264"/>
            <ac:spMk id="36" creationId="{40CCEB29-D33F-412D-9DA5-6B2B16D28017}"/>
          </ac:spMkLst>
        </pc:spChg>
        <pc:spChg chg="add mod">
          <ac:chgData name="裴 熙隆" userId="d70ee545ee25833c" providerId="LiveId" clId="{8CD44966-3E73-4D12-8E5E-ED5453500E62}" dt="2025-12-18T13:09:58.594" v="232" actId="1076"/>
          <ac:spMkLst>
            <pc:docMk/>
            <pc:sldMk cId="1237748070" sldId="264"/>
            <ac:spMk id="37" creationId="{83212DC0-6301-4656-994B-76F415F79BC5}"/>
          </ac:spMkLst>
        </pc:spChg>
        <pc:spChg chg="del">
          <ac:chgData name="裴 熙隆" userId="d70ee545ee25833c" providerId="LiveId" clId="{8CD44966-3E73-4D12-8E5E-ED5453500E62}" dt="2025-12-16T11:54:43.857" v="1" actId="478"/>
          <ac:spMkLst>
            <pc:docMk/>
            <pc:sldMk cId="1237748070" sldId="264"/>
            <ac:spMk id="38" creationId="{81621C48-E3E0-4346-8257-A4B79CBF13EB}"/>
          </ac:spMkLst>
        </pc:spChg>
        <pc:spChg chg="add mod">
          <ac:chgData name="裴 熙隆" userId="d70ee545ee25833c" providerId="LiveId" clId="{8CD44966-3E73-4D12-8E5E-ED5453500E62}" dt="2025-12-18T13:09:58.594" v="232" actId="1076"/>
          <ac:spMkLst>
            <pc:docMk/>
            <pc:sldMk cId="1237748070" sldId="264"/>
            <ac:spMk id="39" creationId="{EB115A30-243C-4530-B91E-8C4D8CE20004}"/>
          </ac:spMkLst>
        </pc:spChg>
        <pc:spChg chg="del">
          <ac:chgData name="裴 熙隆" userId="d70ee545ee25833c" providerId="LiveId" clId="{8CD44966-3E73-4D12-8E5E-ED5453500E62}" dt="2025-12-16T11:54:43.857" v="1" actId="478"/>
          <ac:spMkLst>
            <pc:docMk/>
            <pc:sldMk cId="1237748070" sldId="264"/>
            <ac:spMk id="41" creationId="{0038149E-EDAA-41E4-A032-D921E5051D6D}"/>
          </ac:spMkLst>
        </pc:spChg>
      </pc:sldChg>
      <pc:sldChg chg="addSp delSp modSp new mod">
        <pc:chgData name="裴 熙隆" userId="d70ee545ee25833c" providerId="LiveId" clId="{8CD44966-3E73-4D12-8E5E-ED5453500E62}" dt="2025-12-18T12:47:25.672" v="105" actId="2711"/>
        <pc:sldMkLst>
          <pc:docMk/>
          <pc:sldMk cId="1751166672" sldId="265"/>
        </pc:sldMkLst>
        <pc:spChg chg="del">
          <ac:chgData name="裴 熙隆" userId="d70ee545ee25833c" providerId="LiveId" clId="{8CD44966-3E73-4D12-8E5E-ED5453500E62}" dt="2025-12-18T12:46:33.120" v="99" actId="478"/>
          <ac:spMkLst>
            <pc:docMk/>
            <pc:sldMk cId="1751166672" sldId="265"/>
            <ac:spMk id="2" creationId="{74562745-D53C-46EA-B0CE-8160811FBC52}"/>
          </ac:spMkLst>
        </pc:spChg>
        <pc:spChg chg="del">
          <ac:chgData name="裴 熙隆" userId="d70ee545ee25833c" providerId="LiveId" clId="{8CD44966-3E73-4D12-8E5E-ED5453500E62}" dt="2025-12-18T12:46:34.659" v="100" actId="478"/>
          <ac:spMkLst>
            <pc:docMk/>
            <pc:sldMk cId="1751166672" sldId="265"/>
            <ac:spMk id="3" creationId="{4552D8D5-F425-4469-BBC9-0B0D340B2D0D}"/>
          </ac:spMkLst>
        </pc:spChg>
        <pc:spChg chg="del mod">
          <ac:chgData name="裴 熙隆" userId="d70ee545ee25833c" providerId="LiveId" clId="{8CD44966-3E73-4D12-8E5E-ED5453500E62}" dt="2025-12-18T12:47:00.399" v="104" actId="478"/>
          <ac:spMkLst>
            <pc:docMk/>
            <pc:sldMk cId="1751166672" sldId="265"/>
            <ac:spMk id="7" creationId="{B804D2A7-103B-4D44-88B4-B002A8471E75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8" creationId="{DD4F00D6-0FD8-42A2-9914-ABA9140F8213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9" creationId="{075CF7F6-652E-4677-B5EE-8F9982691C5E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10" creationId="{C24417E0-D143-48E7-A8BF-706DEB2E8CE8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12" creationId="{DD797F05-7D92-4CDB-9C98-D547BF0C8F28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13" creationId="{0CF3EA23-8A41-49D8-B7F3-72FDE120A46C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14" creationId="{E812E06A-1749-45E9-91A9-B384243408CA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15" creationId="{3487B97B-E057-48A0-AB48-99AA5823127F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17" creationId="{3EC4968E-0E25-4EFF-9B55-4C86ABDEAAC8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18" creationId="{2686FC50-8126-4DEA-BCD5-CE8D6A8CDDA2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19" creationId="{E43B8146-C127-4A96-9E82-1C63537AD422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20" creationId="{AF337785-FEF8-45CC-B390-55A0FD6598A8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21" creationId="{610183EC-F15E-4F0F-B02C-E06EAD7E4248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22" creationId="{34D51978-2DFA-4BCE-A067-50C3EDEF9B4D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23" creationId="{20CB335A-86AA-4483-947E-E2C4104C72CD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24" creationId="{3BB4A7D6-A7B7-4460-87F8-72C04884DD27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25" creationId="{A296D40F-9E0C-4B27-9909-6FC296E8805F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26" creationId="{E293D61E-9120-41CD-99DD-06195FA78C20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27" creationId="{B6CCB70E-BCD2-4C73-9D89-40D5436F227F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28" creationId="{EBF989B9-15F9-473A-9DA7-04CD6A1987AC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29" creationId="{D6A687E2-979B-4589-994B-15FD4D83A494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30" creationId="{993CCC94-0F68-48F1-8C9B-997ACC3631AE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31" creationId="{3FA3CB0D-46B2-4BC2-8C59-CCBDAA1598E2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32" creationId="{37381F26-44CE-4FF6-BE2E-AC80806508B3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33" creationId="{D4D7CC96-C445-42FF-8D91-EBFE319DC01A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34" creationId="{EBD7B8D1-2FF7-4FE5-90EC-FD739F83D63D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35" creationId="{A91BE379-A7CE-4B6C-8500-D73F2C29B36C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36" creationId="{9EFB0452-5BCC-4072-B0BC-080D4C3E5666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37" creationId="{F459B042-4C48-4D9E-ACA4-732BB807B389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38" creationId="{AB29CA02-C182-4F06-ADFF-E293D7AD954B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39" creationId="{306BD330-BF55-44B5-9FC1-951E3A5A173A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40" creationId="{9239147E-247E-429C-B366-99BAC6CE6701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41" creationId="{052D19E1-7833-4D48-8DEF-E01C2E690980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42" creationId="{08A65202-B1CA-4304-997A-F22245273A52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44" creationId="{80838FB7-012F-4E25-8F2D-9BA2830E890E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45" creationId="{FC886D78-BDFB-49A7-920C-A8926C7C52C1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46" creationId="{9C479D1E-B0D4-412F-B7B6-1BE26B96B7F9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47" creationId="{DA37CB19-E677-4999-8334-E132D8706428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48" creationId="{4068D7D2-B9E4-4545-9813-5ECED75BC557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49" creationId="{E86844DD-0621-4BFA-A20B-B307BDD686DD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50" creationId="{3526E244-0D91-4CC7-AC01-4BFB4B18BFB3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51" creationId="{DF544D02-1501-4DEC-AE89-2CE88E1A2B0B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52" creationId="{8AB42AE1-91E9-4416-9F44-798D1A215ED5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53" creationId="{55B42E61-79B0-41BE-8418-B9A962BD3CC4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54" creationId="{C1532D61-DB26-48C1-8AB0-7419876E35CD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55" creationId="{93DF800F-5A09-4B88-9293-BC919663F2BA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56" creationId="{DB2471F0-5DF3-4102-AEDB-FE8537C542EA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57" creationId="{E2D8DA51-D319-455D-BEE7-7E040C73A751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58" creationId="{EEE14F28-3BA3-4DCE-A870-020D39AC39EA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59" creationId="{9DDF1234-7BF6-4098-8028-ABB3232CFB2D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60" creationId="{7B5897F0-1027-412B-B7D9-DBB06DC51534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61" creationId="{FB344F76-2E2D-4E2D-A5DB-045DDB8F0C36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62" creationId="{F300F837-53B8-4831-987A-B78DB87B3457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63" creationId="{893E6BC3-218B-47DE-A2C7-94E6CA99BB57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64" creationId="{8161E1C9-96A5-4F81-9CF2-5283F910992F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65" creationId="{9F8D0AB8-AA8A-41A6-8C9A-B4B9A98F0EEB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66" creationId="{EA37E668-346E-459E-BD76-50C3A08C1C7D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68" creationId="{9F7BD573-7502-410C-AA7B-7346AFEC0358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69" creationId="{789FD05D-04D6-4A4E-83E2-76B460038633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70" creationId="{BFBB1B85-5061-4C4E-AA47-7E931D4E0335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71" creationId="{82F9C3B6-3848-4EF5-A163-F3798E00BA5C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72" creationId="{561B6931-FA60-491F-A692-66F73E61709D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73" creationId="{E71CD2D9-5AA7-4A0E-BDC7-8E501B29C905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74" creationId="{0A54E547-6203-4621-9EBE-54C56288E622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75" creationId="{470ACB79-119B-410B-8BAD-A23AA40D4630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76" creationId="{3BE8873F-F74A-475C-8D6D-6E9BDAAD7FCA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77" creationId="{FE5D5D80-E55C-4793-BD5F-D7C9BD432B05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78" creationId="{10CFFBFA-F6E2-4D44-AB51-D9546BD9CB6E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79" creationId="{D638D8FA-70DA-439F-B78D-A83EAD6DD8C7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80" creationId="{B9CE0467-8065-4D18-9857-6C552D7B06A4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81" creationId="{D79FA720-1988-4B19-B2A8-5D52EE8804A3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82" creationId="{1DB1F3E6-5C12-45BE-9B27-3E0966E63D09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83" creationId="{7FC158D3-6C2B-4AE6-A98F-1B3185BFBB9B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84" creationId="{52422DAD-3A46-4E25-B6F6-8E4F117DEF4C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85" creationId="{616A5FE7-7ABB-4737-A296-DA1610CA8711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86" creationId="{A5108376-FEB3-4C04-8251-B03240CB7A91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87" creationId="{E740A64D-E30A-4F75-B467-4DD443E38220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88" creationId="{2576D43B-B42C-482A-A4D2-0DF979100633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89" creationId="{87C5D31D-B4BA-4EEA-B178-E178AC487FC9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90" creationId="{C547EBFB-52B6-4A4B-9AF1-7B28FCF9B7F5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91" creationId="{81F233AB-CF20-4F65-984C-3E9C40F2C61C}"/>
          </ac:spMkLst>
        </pc:spChg>
        <pc:spChg chg="mod">
          <ac:chgData name="裴 熙隆" userId="d70ee545ee25833c" providerId="LiveId" clId="{8CD44966-3E73-4D12-8E5E-ED5453500E62}" dt="2025-12-18T12:47:25.672" v="105" actId="2711"/>
          <ac:spMkLst>
            <pc:docMk/>
            <pc:sldMk cId="1751166672" sldId="265"/>
            <ac:spMk id="92" creationId="{F3C0132A-D15E-47BD-82D4-8331ACAC0400}"/>
          </ac:spMkLst>
        </pc:spChg>
        <pc:grpChg chg="del mod">
          <ac:chgData name="裴 熙隆" userId="d70ee545ee25833c" providerId="LiveId" clId="{8CD44966-3E73-4D12-8E5E-ED5453500E62}" dt="2025-12-18T12:46:51.431" v="102" actId="27803"/>
          <ac:grpSpMkLst>
            <pc:docMk/>
            <pc:sldMk cId="1751166672" sldId="265"/>
            <ac:grpSpMk id="6" creationId="{29D7A802-2E5F-4D4B-A54F-59DAD7FAEEE2}"/>
          </ac:grpSpMkLst>
        </pc:grpChg>
        <pc:grpChg chg="mod">
          <ac:chgData name="裴 熙隆" userId="d70ee545ee25833c" providerId="LiveId" clId="{8CD44966-3E73-4D12-8E5E-ED5453500E62}" dt="2025-12-18T12:46:51.431" v="102" actId="27803"/>
          <ac:grpSpMkLst>
            <pc:docMk/>
            <pc:sldMk cId="1751166672" sldId="265"/>
            <ac:grpSpMk id="11" creationId="{6DD07548-BAAF-430C-9099-EC06C60646FA}"/>
          </ac:grpSpMkLst>
        </pc:grpChg>
        <pc:grpChg chg="mod">
          <ac:chgData name="裴 熙隆" userId="d70ee545ee25833c" providerId="LiveId" clId="{8CD44966-3E73-4D12-8E5E-ED5453500E62}" dt="2025-12-18T12:46:51.431" v="102" actId="27803"/>
          <ac:grpSpMkLst>
            <pc:docMk/>
            <pc:sldMk cId="1751166672" sldId="265"/>
            <ac:grpSpMk id="16" creationId="{7E199DDD-64B5-45C9-9F37-46AF130200B3}"/>
          </ac:grpSpMkLst>
        </pc:grpChg>
        <pc:grpChg chg="mod">
          <ac:chgData name="裴 熙隆" userId="d70ee545ee25833c" providerId="LiveId" clId="{8CD44966-3E73-4D12-8E5E-ED5453500E62}" dt="2025-12-18T12:46:51.431" v="102" actId="27803"/>
          <ac:grpSpMkLst>
            <pc:docMk/>
            <pc:sldMk cId="1751166672" sldId="265"/>
            <ac:grpSpMk id="43" creationId="{7CF25C1C-93D2-40AA-A30B-F4FF2D30B1A6}"/>
          </ac:grpSpMkLst>
        </pc:grpChg>
        <pc:grpChg chg="mod">
          <ac:chgData name="裴 熙隆" userId="d70ee545ee25833c" providerId="LiveId" clId="{8CD44966-3E73-4D12-8E5E-ED5453500E62}" dt="2025-12-18T12:46:51.431" v="102" actId="27803"/>
          <ac:grpSpMkLst>
            <pc:docMk/>
            <pc:sldMk cId="1751166672" sldId="265"/>
            <ac:grpSpMk id="67" creationId="{F2A9AA2C-B4E2-43D3-8A36-5A26134EC347}"/>
          </ac:grpSpMkLst>
        </pc:grpChg>
        <pc:picChg chg="add del mod">
          <ac:chgData name="裴 熙隆" userId="d70ee545ee25833c" providerId="LiveId" clId="{8CD44966-3E73-4D12-8E5E-ED5453500E62}" dt="2025-12-18T12:46:51.431" v="102" actId="27803"/>
          <ac:picMkLst>
            <pc:docMk/>
            <pc:sldMk cId="1751166672" sldId="265"/>
            <ac:picMk id="5" creationId="{2EF7F3D5-CFAB-4D26-8293-F4B04C105D88}"/>
          </ac:picMkLst>
        </pc:picChg>
      </pc:sldChg>
      <pc:sldChg chg="addSp delSp modSp new mod">
        <pc:chgData name="裴 熙隆" userId="d70ee545ee25833c" providerId="LiveId" clId="{8CD44966-3E73-4D12-8E5E-ED5453500E62}" dt="2025-12-18T13:06:58.804" v="231" actId="14734"/>
        <pc:sldMkLst>
          <pc:docMk/>
          <pc:sldMk cId="4233241164" sldId="266"/>
        </pc:sldMkLst>
        <pc:spChg chg="del">
          <ac:chgData name="裴 熙隆" userId="d70ee545ee25833c" providerId="LiveId" clId="{8CD44966-3E73-4D12-8E5E-ED5453500E62}" dt="2025-12-18T13:06:15.745" v="210" actId="478"/>
          <ac:spMkLst>
            <pc:docMk/>
            <pc:sldMk cId="4233241164" sldId="266"/>
            <ac:spMk id="2" creationId="{7FB4868E-10D0-4C31-BE32-D85688219D92}"/>
          </ac:spMkLst>
        </pc:spChg>
        <pc:spChg chg="del">
          <ac:chgData name="裴 熙隆" userId="d70ee545ee25833c" providerId="LiveId" clId="{8CD44966-3E73-4D12-8E5E-ED5453500E62}" dt="2025-12-18T13:06:17.149" v="211" actId="478"/>
          <ac:spMkLst>
            <pc:docMk/>
            <pc:sldMk cId="4233241164" sldId="266"/>
            <ac:spMk id="3" creationId="{33A8EDE7-2B05-445C-84D0-BE9F4B331325}"/>
          </ac:spMkLst>
        </pc:spChg>
        <pc:graphicFrameChg chg="add mod modGraphic">
          <ac:chgData name="裴 熙隆" userId="d70ee545ee25833c" providerId="LiveId" clId="{8CD44966-3E73-4D12-8E5E-ED5453500E62}" dt="2025-12-18T13:06:58.804" v="231" actId="14734"/>
          <ac:graphicFrameMkLst>
            <pc:docMk/>
            <pc:sldMk cId="4233241164" sldId="266"/>
            <ac:graphicFrameMk id="4" creationId="{5A119B30-048C-494F-8FED-2F4F7A46EE7F}"/>
          </ac:graphicFrameMkLst>
        </pc:graphicFrameChg>
      </pc:sldChg>
    </pc:docChg>
  </pc:docChgLst>
  <pc:docChgLst>
    <pc:chgData name="裴 熙隆" userId="d70ee545ee25833c" providerId="LiveId" clId="{BF174F5B-BA41-4F23-94C9-646968840646}"/>
    <pc:docChg chg="undo redo custSel addSld delSld modSld sldOrd addSection modSection">
      <pc:chgData name="裴 熙隆" userId="d70ee545ee25833c" providerId="LiveId" clId="{BF174F5B-BA41-4F23-94C9-646968840646}" dt="2025-12-16T08:04:37.658" v="499" actId="14100"/>
      <pc:docMkLst>
        <pc:docMk/>
      </pc:docMkLst>
      <pc:sldChg chg="addSp delSp modSp del mod addCm delCm">
        <pc:chgData name="裴 熙隆" userId="d70ee545ee25833c" providerId="LiveId" clId="{BF174F5B-BA41-4F23-94C9-646968840646}" dt="2025-12-16T07:22:16.145" v="123" actId="47"/>
        <pc:sldMkLst>
          <pc:docMk/>
          <pc:sldMk cId="2108633778" sldId="257"/>
        </pc:sldMkLst>
      </pc:sldChg>
      <pc:sldChg chg="add">
        <pc:chgData name="裴 熙隆" userId="d70ee545ee25833c" providerId="LiveId" clId="{BF174F5B-BA41-4F23-94C9-646968840646}" dt="2025-11-26T08:23:20.276" v="4"/>
        <pc:sldMkLst>
          <pc:docMk/>
          <pc:sldMk cId="1044098174" sldId="263"/>
        </pc:sldMkLst>
      </pc:sldChg>
      <pc:sldChg chg="addSp delSp modSp mod">
        <pc:chgData name="裴 熙隆" userId="d70ee545ee25833c" providerId="LiveId" clId="{BF174F5B-BA41-4F23-94C9-646968840646}" dt="2025-12-16T08:04:37.658" v="499" actId="14100"/>
        <pc:sldMkLst>
          <pc:docMk/>
          <pc:sldMk cId="1237748070" sldId="264"/>
        </pc:sldMkLst>
        <pc:spChg chg="mod">
          <ac:chgData name="裴 熙隆" userId="d70ee545ee25833c" providerId="LiveId" clId="{BF174F5B-BA41-4F23-94C9-646968840646}" dt="2025-12-16T07:56:01.171" v="427" actId="692"/>
          <ac:spMkLst>
            <pc:docMk/>
            <pc:sldMk cId="1237748070" sldId="264"/>
            <ac:spMk id="5" creationId="{79C978C6-5ECC-484B-8329-85B1DA75FD12}"/>
          </ac:spMkLst>
        </pc:spChg>
        <pc:spChg chg="mod ord">
          <ac:chgData name="裴 熙隆" userId="d70ee545ee25833c" providerId="LiveId" clId="{BF174F5B-BA41-4F23-94C9-646968840646}" dt="2025-12-16T07:55:51.319" v="426" actId="692"/>
          <ac:spMkLst>
            <pc:docMk/>
            <pc:sldMk cId="1237748070" sldId="264"/>
            <ac:spMk id="6" creationId="{A6C17498-804F-46BB-BE80-8C62C59C1659}"/>
          </ac:spMkLst>
        </pc:spChg>
        <pc:spChg chg="add del mod">
          <ac:chgData name="裴 熙隆" userId="d70ee545ee25833c" providerId="LiveId" clId="{BF174F5B-BA41-4F23-94C9-646968840646}" dt="2025-12-16T07:24:39.049" v="143" actId="478"/>
          <ac:spMkLst>
            <pc:docMk/>
            <pc:sldMk cId="1237748070" sldId="264"/>
            <ac:spMk id="7" creationId="{ED01580E-967B-4035-9663-1F50BCBD47EA}"/>
          </ac:spMkLst>
        </pc:spChg>
        <pc:spChg chg="mod">
          <ac:chgData name="裴 熙隆" userId="d70ee545ee25833c" providerId="LiveId" clId="{BF174F5B-BA41-4F23-94C9-646968840646}" dt="2025-12-16T07:56:11.274" v="428" actId="692"/>
          <ac:spMkLst>
            <pc:docMk/>
            <pc:sldMk cId="1237748070" sldId="264"/>
            <ac:spMk id="8" creationId="{673576B5-8568-470C-A77D-CF663883F9C1}"/>
          </ac:spMkLst>
        </pc:spChg>
        <pc:spChg chg="mod ord">
          <ac:chgData name="裴 熙隆" userId="d70ee545ee25833c" providerId="LiveId" clId="{BF174F5B-BA41-4F23-94C9-646968840646}" dt="2025-12-16T07:50:23.220" v="361" actId="1076"/>
          <ac:spMkLst>
            <pc:docMk/>
            <pc:sldMk cId="1237748070" sldId="264"/>
            <ac:spMk id="9" creationId="{D037B0A7-8C85-4EFB-A979-3541599C3E15}"/>
          </ac:spMkLst>
        </pc:spChg>
        <pc:spChg chg="mod">
          <ac:chgData name="裴 熙隆" userId="d70ee545ee25833c" providerId="LiveId" clId="{BF174F5B-BA41-4F23-94C9-646968840646}" dt="2025-12-16T07:49:16.281" v="351" actId="1076"/>
          <ac:spMkLst>
            <pc:docMk/>
            <pc:sldMk cId="1237748070" sldId="264"/>
            <ac:spMk id="10" creationId="{DAF858AD-B371-4B1C-BC30-4E3CE894383B}"/>
          </ac:spMkLst>
        </pc:spChg>
        <pc:spChg chg="mod">
          <ac:chgData name="裴 熙隆" userId="d70ee545ee25833c" providerId="LiveId" clId="{BF174F5B-BA41-4F23-94C9-646968840646}" dt="2025-12-16T07:49:16.281" v="351" actId="1076"/>
          <ac:spMkLst>
            <pc:docMk/>
            <pc:sldMk cId="1237748070" sldId="264"/>
            <ac:spMk id="11" creationId="{4E522170-5D5A-4F5F-B0E7-E7AD3D68F5C5}"/>
          </ac:spMkLst>
        </pc:spChg>
        <pc:spChg chg="mod">
          <ac:chgData name="裴 熙隆" userId="d70ee545ee25833c" providerId="LiveId" clId="{BF174F5B-BA41-4F23-94C9-646968840646}" dt="2025-12-16T07:49:16.281" v="351" actId="1076"/>
          <ac:spMkLst>
            <pc:docMk/>
            <pc:sldMk cId="1237748070" sldId="264"/>
            <ac:spMk id="12" creationId="{CA1141A7-D6FD-498E-AE26-907F4573CD31}"/>
          </ac:spMkLst>
        </pc:spChg>
        <pc:spChg chg="add del mod">
          <ac:chgData name="裴 熙隆" userId="d70ee545ee25833c" providerId="LiveId" clId="{BF174F5B-BA41-4F23-94C9-646968840646}" dt="2025-12-16T07:42:10.219" v="278" actId="478"/>
          <ac:spMkLst>
            <pc:docMk/>
            <pc:sldMk cId="1237748070" sldId="264"/>
            <ac:spMk id="13" creationId="{74246E21-CCEC-43AA-B1C7-7AD993A51563}"/>
          </ac:spMkLst>
        </pc:spChg>
        <pc:spChg chg="mod">
          <ac:chgData name="裴 熙隆" userId="d70ee545ee25833c" providerId="LiveId" clId="{BF174F5B-BA41-4F23-94C9-646968840646}" dt="2025-12-16T07:49:16.281" v="351" actId="1076"/>
          <ac:spMkLst>
            <pc:docMk/>
            <pc:sldMk cId="1237748070" sldId="264"/>
            <ac:spMk id="14" creationId="{4C3E848C-7144-4FF8-97FC-AA52D235A5E6}"/>
          </ac:spMkLst>
        </pc:spChg>
        <pc:spChg chg="mod">
          <ac:chgData name="裴 熙隆" userId="d70ee545ee25833c" providerId="LiveId" clId="{BF174F5B-BA41-4F23-94C9-646968840646}" dt="2025-12-16T07:49:16.281" v="351" actId="1076"/>
          <ac:spMkLst>
            <pc:docMk/>
            <pc:sldMk cId="1237748070" sldId="264"/>
            <ac:spMk id="15" creationId="{F19ED4EF-33E9-4F5A-AFD3-83AA35380AB2}"/>
          </ac:spMkLst>
        </pc:spChg>
        <pc:spChg chg="mod">
          <ac:chgData name="裴 熙隆" userId="d70ee545ee25833c" providerId="LiveId" clId="{BF174F5B-BA41-4F23-94C9-646968840646}" dt="2025-12-16T07:49:16.281" v="351" actId="1076"/>
          <ac:spMkLst>
            <pc:docMk/>
            <pc:sldMk cId="1237748070" sldId="264"/>
            <ac:spMk id="16" creationId="{3DD0DAFF-6D61-4909-A45A-29B1B6DF3F61}"/>
          </ac:spMkLst>
        </pc:spChg>
        <pc:spChg chg="mod">
          <ac:chgData name="裴 熙隆" userId="d70ee545ee25833c" providerId="LiveId" clId="{BF174F5B-BA41-4F23-94C9-646968840646}" dt="2025-12-16T07:49:16.281" v="351" actId="1076"/>
          <ac:spMkLst>
            <pc:docMk/>
            <pc:sldMk cId="1237748070" sldId="264"/>
            <ac:spMk id="17" creationId="{BEFF140B-6269-41D0-92C9-9091BC4C1797}"/>
          </ac:spMkLst>
        </pc:spChg>
        <pc:spChg chg="mod">
          <ac:chgData name="裴 熙隆" userId="d70ee545ee25833c" providerId="LiveId" clId="{BF174F5B-BA41-4F23-94C9-646968840646}" dt="2025-12-16T07:49:16.281" v="351" actId="1076"/>
          <ac:spMkLst>
            <pc:docMk/>
            <pc:sldMk cId="1237748070" sldId="264"/>
            <ac:spMk id="18" creationId="{A9AAB890-C04A-4BA8-A826-893EC2205834}"/>
          </ac:spMkLst>
        </pc:spChg>
        <pc:spChg chg="mod">
          <ac:chgData name="裴 熙隆" userId="d70ee545ee25833c" providerId="LiveId" clId="{BF174F5B-BA41-4F23-94C9-646968840646}" dt="2025-12-16T07:49:16.281" v="351" actId="1076"/>
          <ac:spMkLst>
            <pc:docMk/>
            <pc:sldMk cId="1237748070" sldId="264"/>
            <ac:spMk id="19" creationId="{F6A1F877-4133-44D4-8630-9765B45867D9}"/>
          </ac:spMkLst>
        </pc:spChg>
        <pc:spChg chg="mod">
          <ac:chgData name="裴 熙隆" userId="d70ee545ee25833c" providerId="LiveId" clId="{BF174F5B-BA41-4F23-94C9-646968840646}" dt="2025-12-16T08:02:50.015" v="464" actId="1076"/>
          <ac:spMkLst>
            <pc:docMk/>
            <pc:sldMk cId="1237748070" sldId="264"/>
            <ac:spMk id="20" creationId="{7BAB2BA8-ACED-478A-9B88-170CBBC39FB2}"/>
          </ac:spMkLst>
        </pc:spChg>
        <pc:spChg chg="mod ord">
          <ac:chgData name="裴 熙隆" userId="d70ee545ee25833c" providerId="LiveId" clId="{BF174F5B-BA41-4F23-94C9-646968840646}" dt="2025-12-16T07:50:03.854" v="358" actId="167"/>
          <ac:spMkLst>
            <pc:docMk/>
            <pc:sldMk cId="1237748070" sldId="264"/>
            <ac:spMk id="21" creationId="{6F19014C-114A-4ACD-99EC-00225608D3F9}"/>
          </ac:spMkLst>
        </pc:spChg>
        <pc:spChg chg="mod">
          <ac:chgData name="裴 熙隆" userId="d70ee545ee25833c" providerId="LiveId" clId="{BF174F5B-BA41-4F23-94C9-646968840646}" dt="2025-12-16T08:02:47.137" v="463" actId="1076"/>
          <ac:spMkLst>
            <pc:docMk/>
            <pc:sldMk cId="1237748070" sldId="264"/>
            <ac:spMk id="22" creationId="{C025D47E-5779-43D4-82AF-EA9265EEC401}"/>
          </ac:spMkLst>
        </pc:spChg>
        <pc:spChg chg="mod ord">
          <ac:chgData name="裴 熙隆" userId="d70ee545ee25833c" providerId="LiveId" clId="{BF174F5B-BA41-4F23-94C9-646968840646}" dt="2025-12-16T08:02:42.983" v="462" actId="1076"/>
          <ac:spMkLst>
            <pc:docMk/>
            <pc:sldMk cId="1237748070" sldId="264"/>
            <ac:spMk id="23" creationId="{DDF166BD-CE7D-492E-85FE-1B58A486371A}"/>
          </ac:spMkLst>
        </pc:spChg>
        <pc:spChg chg="mod">
          <ac:chgData name="裴 熙隆" userId="d70ee545ee25833c" providerId="LiveId" clId="{BF174F5B-BA41-4F23-94C9-646968840646}" dt="2025-12-16T08:03:46.354" v="492" actId="465"/>
          <ac:spMkLst>
            <pc:docMk/>
            <pc:sldMk cId="1237748070" sldId="264"/>
            <ac:spMk id="24" creationId="{297C0B62-865F-4E4F-A3A5-63ECAB0D9DEB}"/>
          </ac:spMkLst>
        </pc:spChg>
        <pc:spChg chg="mod ord">
          <ac:chgData name="裴 熙隆" userId="d70ee545ee25833c" providerId="LiveId" clId="{BF174F5B-BA41-4F23-94C9-646968840646}" dt="2025-12-16T08:04:22.961" v="495" actId="14100"/>
          <ac:spMkLst>
            <pc:docMk/>
            <pc:sldMk cId="1237748070" sldId="264"/>
            <ac:spMk id="25" creationId="{8D5348B6-BBE7-4A9A-AE26-AD3BBB3F8CB5}"/>
          </ac:spMkLst>
        </pc:spChg>
        <pc:spChg chg="mod">
          <ac:chgData name="裴 熙隆" userId="d70ee545ee25833c" providerId="LiveId" clId="{BF174F5B-BA41-4F23-94C9-646968840646}" dt="2025-12-16T08:03:44.648" v="491" actId="552"/>
          <ac:spMkLst>
            <pc:docMk/>
            <pc:sldMk cId="1237748070" sldId="264"/>
            <ac:spMk id="26" creationId="{18D3BFE1-2826-44B3-A82B-F2C358AF2070}"/>
          </ac:spMkLst>
        </pc:spChg>
        <pc:spChg chg="mod ord">
          <ac:chgData name="裴 熙隆" userId="d70ee545ee25833c" providerId="LiveId" clId="{BF174F5B-BA41-4F23-94C9-646968840646}" dt="2025-12-16T08:03:28.410" v="486" actId="14100"/>
          <ac:spMkLst>
            <pc:docMk/>
            <pc:sldMk cId="1237748070" sldId="264"/>
            <ac:spMk id="27" creationId="{F930BC3B-05CD-4201-B4CA-CC144AE23741}"/>
          </ac:spMkLst>
        </pc:spChg>
        <pc:spChg chg="add del mod">
          <ac:chgData name="裴 熙隆" userId="d70ee545ee25833c" providerId="LiveId" clId="{BF174F5B-BA41-4F23-94C9-646968840646}" dt="2025-12-16T07:25:45.211" v="155" actId="478"/>
          <ac:spMkLst>
            <pc:docMk/>
            <pc:sldMk cId="1237748070" sldId="264"/>
            <ac:spMk id="28" creationId="{62E3F687-EB0C-47FD-BF34-714AD550D6DC}"/>
          </ac:spMkLst>
        </pc:spChg>
        <pc:spChg chg="add mod">
          <ac:chgData name="裴 熙隆" userId="d70ee545ee25833c" providerId="LiveId" clId="{BF174F5B-BA41-4F23-94C9-646968840646}" dt="2025-12-16T07:49:16.281" v="351" actId="1076"/>
          <ac:spMkLst>
            <pc:docMk/>
            <pc:sldMk cId="1237748070" sldId="264"/>
            <ac:spMk id="29" creationId="{8755FBAD-C853-4A2D-9DB5-20C81BF7D17E}"/>
          </ac:spMkLst>
        </pc:spChg>
        <pc:spChg chg="add del mod">
          <ac:chgData name="裴 熙隆" userId="d70ee545ee25833c" providerId="LiveId" clId="{BF174F5B-BA41-4F23-94C9-646968840646}" dt="2025-12-16T07:41:06.229" v="257" actId="478"/>
          <ac:spMkLst>
            <pc:docMk/>
            <pc:sldMk cId="1237748070" sldId="264"/>
            <ac:spMk id="30" creationId="{375AD5DF-6008-4978-AB87-E1D6B52DD949}"/>
          </ac:spMkLst>
        </pc:spChg>
        <pc:spChg chg="add del mod">
          <ac:chgData name="裴 熙隆" userId="d70ee545ee25833c" providerId="LiveId" clId="{BF174F5B-BA41-4F23-94C9-646968840646}" dt="2025-12-16T07:48:39.206" v="348" actId="478"/>
          <ac:spMkLst>
            <pc:docMk/>
            <pc:sldMk cId="1237748070" sldId="264"/>
            <ac:spMk id="31" creationId="{71F13C0C-16A4-45DF-9471-E76B7B595B1B}"/>
          </ac:spMkLst>
        </pc:spChg>
        <pc:spChg chg="add del mod">
          <ac:chgData name="裴 熙隆" userId="d70ee545ee25833c" providerId="LiveId" clId="{BF174F5B-BA41-4F23-94C9-646968840646}" dt="2025-12-16T07:47:34.125" v="337" actId="478"/>
          <ac:spMkLst>
            <pc:docMk/>
            <pc:sldMk cId="1237748070" sldId="264"/>
            <ac:spMk id="32" creationId="{3FDC128A-F978-4630-860A-80B920462FD1}"/>
          </ac:spMkLst>
        </pc:spChg>
        <pc:spChg chg="add del mod ord">
          <ac:chgData name="裴 熙隆" userId="d70ee545ee25833c" providerId="LiveId" clId="{BF174F5B-BA41-4F23-94C9-646968840646}" dt="2025-12-16T07:51:32.703" v="371" actId="478"/>
          <ac:spMkLst>
            <pc:docMk/>
            <pc:sldMk cId="1237748070" sldId="264"/>
            <ac:spMk id="33" creationId="{DB481FE6-8BD7-4341-AF98-8FD1BEE52F3C}"/>
          </ac:spMkLst>
        </pc:spChg>
        <pc:spChg chg="add del mod">
          <ac:chgData name="裴 熙隆" userId="d70ee545ee25833c" providerId="LiveId" clId="{BF174F5B-BA41-4F23-94C9-646968840646}" dt="2025-12-16T07:51:31.821" v="370" actId="478"/>
          <ac:spMkLst>
            <pc:docMk/>
            <pc:sldMk cId="1237748070" sldId="264"/>
            <ac:spMk id="34" creationId="{E11CBA6F-5844-4E7E-8EA8-A1B5B5BCB643}"/>
          </ac:spMkLst>
        </pc:spChg>
        <pc:spChg chg="add del mod">
          <ac:chgData name="裴 熙隆" userId="d70ee545ee25833c" providerId="LiveId" clId="{BF174F5B-BA41-4F23-94C9-646968840646}" dt="2025-12-16T07:52:02.496" v="379"/>
          <ac:spMkLst>
            <pc:docMk/>
            <pc:sldMk cId="1237748070" sldId="264"/>
            <ac:spMk id="35" creationId="{74A5063D-2509-4173-8BA1-D6A73B1C7197}"/>
          </ac:spMkLst>
        </pc:spChg>
        <pc:spChg chg="add mod">
          <ac:chgData name="裴 熙隆" userId="d70ee545ee25833c" providerId="LiveId" clId="{BF174F5B-BA41-4F23-94C9-646968840646}" dt="2025-12-16T07:52:53.163" v="385" actId="207"/>
          <ac:spMkLst>
            <pc:docMk/>
            <pc:sldMk cId="1237748070" sldId="264"/>
            <ac:spMk id="36" creationId="{40CCEB29-D33F-412D-9DA5-6B2B16D28017}"/>
          </ac:spMkLst>
        </pc:spChg>
        <pc:spChg chg="add mod">
          <ac:chgData name="裴 熙隆" userId="d70ee545ee25833c" providerId="LiveId" clId="{BF174F5B-BA41-4F23-94C9-646968840646}" dt="2025-12-16T07:54:23.973" v="407" actId="571"/>
          <ac:spMkLst>
            <pc:docMk/>
            <pc:sldMk cId="1237748070" sldId="264"/>
            <ac:spMk id="37" creationId="{B1F9CFDF-C0B1-4EB3-806E-C22A3A402EF7}"/>
          </ac:spMkLst>
        </pc:spChg>
        <pc:spChg chg="add mod">
          <ac:chgData name="裴 熙隆" userId="d70ee545ee25833c" providerId="LiveId" clId="{BF174F5B-BA41-4F23-94C9-646968840646}" dt="2025-12-16T08:04:37.658" v="499" actId="14100"/>
          <ac:spMkLst>
            <pc:docMk/>
            <pc:sldMk cId="1237748070" sldId="264"/>
            <ac:spMk id="38" creationId="{81621C48-E3E0-4346-8257-A4B79CBF13EB}"/>
          </ac:spMkLst>
        </pc:spChg>
        <pc:spChg chg="add del">
          <ac:chgData name="裴 熙隆" userId="d70ee545ee25833c" providerId="LiveId" clId="{BF174F5B-BA41-4F23-94C9-646968840646}" dt="2025-12-16T08:03:11.739" v="474"/>
          <ac:spMkLst>
            <pc:docMk/>
            <pc:sldMk cId="1237748070" sldId="264"/>
            <ac:spMk id="40" creationId="{7262908B-F798-41A2-AB45-6FA9D06788F3}"/>
          </ac:spMkLst>
        </pc:spChg>
        <pc:spChg chg="add mod">
          <ac:chgData name="裴 熙隆" userId="d70ee545ee25833c" providerId="LiveId" clId="{BF174F5B-BA41-4F23-94C9-646968840646}" dt="2025-12-16T08:03:44.648" v="491" actId="552"/>
          <ac:spMkLst>
            <pc:docMk/>
            <pc:sldMk cId="1237748070" sldId="264"/>
            <ac:spMk id="41" creationId="{0038149E-EDAA-41E4-A032-D921E5051D6D}"/>
          </ac:spMkLst>
        </pc:spChg>
        <pc:grpChg chg="del mod">
          <ac:chgData name="裴 熙隆" userId="d70ee545ee25833c" providerId="LiveId" clId="{BF174F5B-BA41-4F23-94C9-646968840646}" dt="2025-12-16T07:22:31.231" v="125" actId="27803"/>
          <ac:grpSpMkLst>
            <pc:docMk/>
            <pc:sldMk cId="1237748070" sldId="264"/>
            <ac:grpSpMk id="4" creationId="{BCF7A947-8584-4208-A64A-43E618660F63}"/>
          </ac:grpSpMkLst>
        </pc:grpChg>
        <pc:picChg chg="add del mod">
          <ac:chgData name="裴 熙隆" userId="d70ee545ee25833c" providerId="LiveId" clId="{BF174F5B-BA41-4F23-94C9-646968840646}" dt="2025-12-16T07:22:31.231" v="125" actId="27803"/>
          <ac:picMkLst>
            <pc:docMk/>
            <pc:sldMk cId="1237748070" sldId="264"/>
            <ac:picMk id="3" creationId="{F55106B9-61CB-4B0F-B6DE-381368BA11AC}"/>
          </ac:picMkLst>
        </pc:picChg>
      </pc:sldChg>
      <pc:sldChg chg="addSp delSp modSp new del mod">
        <pc:chgData name="裴 熙隆" userId="d70ee545ee25833c" providerId="LiveId" clId="{BF174F5B-BA41-4F23-94C9-646968840646}" dt="2025-12-16T07:57:01.144" v="429" actId="47"/>
        <pc:sldMkLst>
          <pc:docMk/>
          <pc:sldMk cId="2338702099" sldId="265"/>
        </pc:sldMkLst>
        <pc:spChg chg="mod">
          <ac:chgData name="裴 熙隆" userId="d70ee545ee25833c" providerId="LiveId" clId="{BF174F5B-BA41-4F23-94C9-646968840646}" dt="2025-12-16T07:51:50.258" v="375" actId="27803"/>
          <ac:spMkLst>
            <pc:docMk/>
            <pc:sldMk cId="2338702099" sldId="265"/>
            <ac:spMk id="7" creationId="{27AF3C01-27A7-4777-A2E2-F465AA28C569}"/>
          </ac:spMkLst>
        </pc:spChg>
        <pc:spChg chg="mod">
          <ac:chgData name="裴 熙隆" userId="d70ee545ee25833c" providerId="LiveId" clId="{BF174F5B-BA41-4F23-94C9-646968840646}" dt="2025-12-16T07:51:50.258" v="375" actId="27803"/>
          <ac:spMkLst>
            <pc:docMk/>
            <pc:sldMk cId="2338702099" sldId="265"/>
            <ac:spMk id="8" creationId="{7048AA58-E638-4B33-8764-9F6722C0B02F}"/>
          </ac:spMkLst>
        </pc:spChg>
        <pc:spChg chg="mod">
          <ac:chgData name="裴 熙隆" userId="d70ee545ee25833c" providerId="LiveId" clId="{BF174F5B-BA41-4F23-94C9-646968840646}" dt="2025-12-16T07:51:50.258" v="375" actId="27803"/>
          <ac:spMkLst>
            <pc:docMk/>
            <pc:sldMk cId="2338702099" sldId="265"/>
            <ac:spMk id="9" creationId="{15AB8A33-2275-4ECC-86D8-2F25ACEC85D6}"/>
          </ac:spMkLst>
        </pc:spChg>
        <pc:spChg chg="mod">
          <ac:chgData name="裴 熙隆" userId="d70ee545ee25833c" providerId="LiveId" clId="{BF174F5B-BA41-4F23-94C9-646968840646}" dt="2025-12-16T07:51:50.258" v="375" actId="27803"/>
          <ac:spMkLst>
            <pc:docMk/>
            <pc:sldMk cId="2338702099" sldId="265"/>
            <ac:spMk id="10" creationId="{44CC6F98-BFEE-4A5E-98A0-9EA3B062EA61}"/>
          </ac:spMkLst>
        </pc:spChg>
        <pc:spChg chg="mod">
          <ac:chgData name="裴 熙隆" userId="d70ee545ee25833c" providerId="LiveId" clId="{BF174F5B-BA41-4F23-94C9-646968840646}" dt="2025-12-16T07:51:50.258" v="375" actId="27803"/>
          <ac:spMkLst>
            <pc:docMk/>
            <pc:sldMk cId="2338702099" sldId="265"/>
            <ac:spMk id="11" creationId="{ED1C7805-5883-435D-B3F7-4DAF3C1E27F4}"/>
          </ac:spMkLst>
        </pc:spChg>
        <pc:spChg chg="mod">
          <ac:chgData name="裴 熙隆" userId="d70ee545ee25833c" providerId="LiveId" clId="{BF174F5B-BA41-4F23-94C9-646968840646}" dt="2025-12-16T07:51:50.258" v="375" actId="27803"/>
          <ac:spMkLst>
            <pc:docMk/>
            <pc:sldMk cId="2338702099" sldId="265"/>
            <ac:spMk id="12" creationId="{B1384412-BFF6-4D2A-BB2C-0DA34E594DFC}"/>
          </ac:spMkLst>
        </pc:spChg>
        <pc:spChg chg="mod">
          <ac:chgData name="裴 熙隆" userId="d70ee545ee25833c" providerId="LiveId" clId="{BF174F5B-BA41-4F23-94C9-646968840646}" dt="2025-12-16T07:51:50.258" v="375" actId="27803"/>
          <ac:spMkLst>
            <pc:docMk/>
            <pc:sldMk cId="2338702099" sldId="265"/>
            <ac:spMk id="13" creationId="{FD0EFB58-71F9-437A-B748-BC56E4AE25E5}"/>
          </ac:spMkLst>
        </pc:spChg>
        <pc:spChg chg="mod">
          <ac:chgData name="裴 熙隆" userId="d70ee545ee25833c" providerId="LiveId" clId="{BF174F5B-BA41-4F23-94C9-646968840646}" dt="2025-12-16T07:51:50.258" v="375" actId="27803"/>
          <ac:spMkLst>
            <pc:docMk/>
            <pc:sldMk cId="2338702099" sldId="265"/>
            <ac:spMk id="14" creationId="{AF6B2A02-7684-4441-9A69-A1C8FB1550DE}"/>
          </ac:spMkLst>
        </pc:spChg>
        <pc:spChg chg="mod">
          <ac:chgData name="裴 熙隆" userId="d70ee545ee25833c" providerId="LiveId" clId="{BF174F5B-BA41-4F23-94C9-646968840646}" dt="2025-12-16T07:51:50.258" v="375" actId="27803"/>
          <ac:spMkLst>
            <pc:docMk/>
            <pc:sldMk cId="2338702099" sldId="265"/>
            <ac:spMk id="15" creationId="{2A1622CB-E73A-4EB1-9DA2-726BA3A5ED12}"/>
          </ac:spMkLst>
        </pc:spChg>
        <pc:spChg chg="mod">
          <ac:chgData name="裴 熙隆" userId="d70ee545ee25833c" providerId="LiveId" clId="{BF174F5B-BA41-4F23-94C9-646968840646}" dt="2025-12-16T07:51:50.258" v="375" actId="27803"/>
          <ac:spMkLst>
            <pc:docMk/>
            <pc:sldMk cId="2338702099" sldId="265"/>
            <ac:spMk id="16" creationId="{99A36251-8FBD-487F-A10A-E42EA2CD8372}"/>
          </ac:spMkLst>
        </pc:spChg>
        <pc:spChg chg="mod">
          <ac:chgData name="裴 熙隆" userId="d70ee545ee25833c" providerId="LiveId" clId="{BF174F5B-BA41-4F23-94C9-646968840646}" dt="2025-12-16T07:51:50.258" v="375" actId="27803"/>
          <ac:spMkLst>
            <pc:docMk/>
            <pc:sldMk cId="2338702099" sldId="265"/>
            <ac:spMk id="17" creationId="{FBD29503-EDE4-400D-A513-FB117332ABE0}"/>
          </ac:spMkLst>
        </pc:spChg>
        <pc:spChg chg="mod">
          <ac:chgData name="裴 熙隆" userId="d70ee545ee25833c" providerId="LiveId" clId="{BF174F5B-BA41-4F23-94C9-646968840646}" dt="2025-12-16T07:51:50.258" v="375" actId="27803"/>
          <ac:spMkLst>
            <pc:docMk/>
            <pc:sldMk cId="2338702099" sldId="265"/>
            <ac:spMk id="18" creationId="{5EB21187-B883-48D4-8402-86E1486C225F}"/>
          </ac:spMkLst>
        </pc:spChg>
        <pc:spChg chg="mod">
          <ac:chgData name="裴 熙隆" userId="d70ee545ee25833c" providerId="LiveId" clId="{BF174F5B-BA41-4F23-94C9-646968840646}" dt="2025-12-16T07:51:50.258" v="375" actId="27803"/>
          <ac:spMkLst>
            <pc:docMk/>
            <pc:sldMk cId="2338702099" sldId="265"/>
            <ac:spMk id="19" creationId="{568BA1DA-D7C7-4D3A-BB42-F5380565263D}"/>
          </ac:spMkLst>
        </pc:spChg>
        <pc:spChg chg="mod">
          <ac:chgData name="裴 熙隆" userId="d70ee545ee25833c" providerId="LiveId" clId="{BF174F5B-BA41-4F23-94C9-646968840646}" dt="2025-12-16T07:51:50.258" v="375" actId="27803"/>
          <ac:spMkLst>
            <pc:docMk/>
            <pc:sldMk cId="2338702099" sldId="265"/>
            <ac:spMk id="20" creationId="{74B3FFD2-3E3C-44FD-BAEC-F3FB7E5EF343}"/>
          </ac:spMkLst>
        </pc:spChg>
        <pc:spChg chg="mod">
          <ac:chgData name="裴 熙隆" userId="d70ee545ee25833c" providerId="LiveId" clId="{BF174F5B-BA41-4F23-94C9-646968840646}" dt="2025-12-16T07:51:50.258" v="375" actId="27803"/>
          <ac:spMkLst>
            <pc:docMk/>
            <pc:sldMk cId="2338702099" sldId="265"/>
            <ac:spMk id="21" creationId="{8563D36F-8CA9-47E8-821E-76099311AB2B}"/>
          </ac:spMkLst>
        </pc:spChg>
        <pc:spChg chg="mod">
          <ac:chgData name="裴 熙隆" userId="d70ee545ee25833c" providerId="LiveId" clId="{BF174F5B-BA41-4F23-94C9-646968840646}" dt="2025-12-16T07:51:50.258" v="375" actId="27803"/>
          <ac:spMkLst>
            <pc:docMk/>
            <pc:sldMk cId="2338702099" sldId="265"/>
            <ac:spMk id="22" creationId="{AC0948B8-CF85-440D-ABDE-BB7783879E59}"/>
          </ac:spMkLst>
        </pc:spChg>
        <pc:spChg chg="mod">
          <ac:chgData name="裴 熙隆" userId="d70ee545ee25833c" providerId="LiveId" clId="{BF174F5B-BA41-4F23-94C9-646968840646}" dt="2025-12-16T07:51:50.258" v="375" actId="27803"/>
          <ac:spMkLst>
            <pc:docMk/>
            <pc:sldMk cId="2338702099" sldId="265"/>
            <ac:spMk id="23" creationId="{52FAB964-A7D1-4557-9B32-A2A48990B9FB}"/>
          </ac:spMkLst>
        </pc:spChg>
        <pc:spChg chg="mod">
          <ac:chgData name="裴 熙隆" userId="d70ee545ee25833c" providerId="LiveId" clId="{BF174F5B-BA41-4F23-94C9-646968840646}" dt="2025-12-16T07:51:50.258" v="375" actId="27803"/>
          <ac:spMkLst>
            <pc:docMk/>
            <pc:sldMk cId="2338702099" sldId="265"/>
            <ac:spMk id="24" creationId="{88DBBA13-6AAF-4E50-924C-F94F2EE0B082}"/>
          </ac:spMkLst>
        </pc:spChg>
        <pc:spChg chg="mod">
          <ac:chgData name="裴 熙隆" userId="d70ee545ee25833c" providerId="LiveId" clId="{BF174F5B-BA41-4F23-94C9-646968840646}" dt="2025-12-16T07:51:50.258" v="375" actId="27803"/>
          <ac:spMkLst>
            <pc:docMk/>
            <pc:sldMk cId="2338702099" sldId="265"/>
            <ac:spMk id="25" creationId="{1167167A-7CD7-4A73-95A3-CB69822A0CE8}"/>
          </ac:spMkLst>
        </pc:spChg>
        <pc:spChg chg="mod">
          <ac:chgData name="裴 熙隆" userId="d70ee545ee25833c" providerId="LiveId" clId="{BF174F5B-BA41-4F23-94C9-646968840646}" dt="2025-12-16T07:51:50.258" v="375" actId="27803"/>
          <ac:spMkLst>
            <pc:docMk/>
            <pc:sldMk cId="2338702099" sldId="265"/>
            <ac:spMk id="26" creationId="{76E47600-4B75-4E22-AA31-7A6F9AC79724}"/>
          </ac:spMkLst>
        </pc:spChg>
        <pc:spChg chg="mod">
          <ac:chgData name="裴 熙隆" userId="d70ee545ee25833c" providerId="LiveId" clId="{BF174F5B-BA41-4F23-94C9-646968840646}" dt="2025-12-16T07:51:50.258" v="375" actId="27803"/>
          <ac:spMkLst>
            <pc:docMk/>
            <pc:sldMk cId="2338702099" sldId="265"/>
            <ac:spMk id="27" creationId="{CA04841D-2976-43AA-B017-4297FD983FD6}"/>
          </ac:spMkLst>
        </pc:spChg>
        <pc:spChg chg="mod">
          <ac:chgData name="裴 熙隆" userId="d70ee545ee25833c" providerId="LiveId" clId="{BF174F5B-BA41-4F23-94C9-646968840646}" dt="2025-12-16T07:51:50.258" v="375" actId="27803"/>
          <ac:spMkLst>
            <pc:docMk/>
            <pc:sldMk cId="2338702099" sldId="265"/>
            <ac:spMk id="28" creationId="{ACDF77C1-8E01-48CC-8F65-8E5D760D1D02}"/>
          </ac:spMkLst>
        </pc:spChg>
        <pc:spChg chg="mod">
          <ac:chgData name="裴 熙隆" userId="d70ee545ee25833c" providerId="LiveId" clId="{BF174F5B-BA41-4F23-94C9-646968840646}" dt="2025-12-16T07:51:50.258" v="375" actId="27803"/>
          <ac:spMkLst>
            <pc:docMk/>
            <pc:sldMk cId="2338702099" sldId="265"/>
            <ac:spMk id="29" creationId="{39786E80-94AF-4195-B7D8-51B31DB922C4}"/>
          </ac:spMkLst>
        </pc:spChg>
        <pc:grpChg chg="del mod">
          <ac:chgData name="裴 熙隆" userId="d70ee545ee25833c" providerId="LiveId" clId="{BF174F5B-BA41-4F23-94C9-646968840646}" dt="2025-12-16T07:51:50.258" v="375" actId="27803"/>
          <ac:grpSpMkLst>
            <pc:docMk/>
            <pc:sldMk cId="2338702099" sldId="265"/>
            <ac:grpSpMk id="6" creationId="{629F22E1-D99D-4942-A9CB-FFF3E1EB950F}"/>
          </ac:grpSpMkLst>
        </pc:grpChg>
        <pc:picChg chg="add del mod">
          <ac:chgData name="裴 熙隆" userId="d70ee545ee25833c" providerId="LiveId" clId="{BF174F5B-BA41-4F23-94C9-646968840646}" dt="2025-12-16T07:51:50.258" v="375" actId="27803"/>
          <ac:picMkLst>
            <pc:docMk/>
            <pc:sldMk cId="2338702099" sldId="265"/>
            <ac:picMk id="5" creationId="{7E692571-E519-4F7D-83CD-EEAA3433B7A9}"/>
          </ac:picMkLst>
        </pc:picChg>
      </pc:sldChg>
    </pc:docChg>
  </pc:docChgLst>
  <pc:docChgLst>
    <pc:chgData name="Rabbit AI" userId="d70ee545ee25833c" providerId="LiveId" clId="{8AEE6C01-8D16-45E4-B595-8E2846456CE4}"/>
    <pc:docChg chg="undo redo custSel addSld modSld">
      <pc:chgData name="Rabbit AI" userId="d70ee545ee25833c" providerId="LiveId" clId="{8AEE6C01-8D16-45E4-B595-8E2846456CE4}" dt="2025-11-29T15:26:58.090" v="343"/>
      <pc:docMkLst>
        <pc:docMk/>
      </pc:docMkLst>
      <pc:sldChg chg="addSp delSp modSp mod">
        <pc:chgData name="Rabbit AI" userId="d70ee545ee25833c" providerId="LiveId" clId="{8AEE6C01-8D16-45E4-B595-8E2846456CE4}" dt="2025-11-29T15:25:33.002" v="333" actId="1076"/>
        <pc:sldMkLst>
          <pc:docMk/>
          <pc:sldMk cId="2108633778" sldId="257"/>
        </pc:sldMkLst>
        <pc:spChg chg="add mod">
          <ac:chgData name="Rabbit AI" userId="d70ee545ee25833c" providerId="LiveId" clId="{8AEE6C01-8D16-45E4-B595-8E2846456CE4}" dt="2025-11-29T15:05:38.844" v="195" actId="1076"/>
          <ac:spMkLst>
            <pc:docMk/>
            <pc:sldMk cId="2108633778" sldId="257"/>
            <ac:spMk id="2" creationId="{50683775-26C5-4A15-7AC6-2CF402C569AC}"/>
          </ac:spMkLst>
        </pc:spChg>
        <pc:spChg chg="add mod">
          <ac:chgData name="Rabbit AI" userId="d70ee545ee25833c" providerId="LiveId" clId="{8AEE6C01-8D16-45E4-B595-8E2846456CE4}" dt="2025-11-29T15:25:33.002" v="333" actId="1076"/>
          <ac:spMkLst>
            <pc:docMk/>
            <pc:sldMk cId="2108633778" sldId="257"/>
            <ac:spMk id="3" creationId="{B589AED9-0D3C-6B63-79C2-C8ABFFB4C6D9}"/>
          </ac:spMkLst>
        </pc:spChg>
        <pc:spChg chg="add mod">
          <ac:chgData name="Rabbit AI" userId="d70ee545ee25833c" providerId="LiveId" clId="{8AEE6C01-8D16-45E4-B595-8E2846456CE4}" dt="2025-11-29T15:09:35.240" v="233" actId="14861"/>
          <ac:spMkLst>
            <pc:docMk/>
            <pc:sldMk cId="2108633778" sldId="257"/>
            <ac:spMk id="8" creationId="{46C4CABB-FB4F-B752-22EF-7B17F223A6E1}"/>
          </ac:spMkLst>
        </pc:spChg>
        <pc:spChg chg="add mod">
          <ac:chgData name="Rabbit AI" userId="d70ee545ee25833c" providerId="LiveId" clId="{8AEE6C01-8D16-45E4-B595-8E2846456CE4}" dt="2025-11-26T13:17:40.526" v="105" actId="207"/>
          <ac:spMkLst>
            <pc:docMk/>
            <pc:sldMk cId="2108633778" sldId="257"/>
            <ac:spMk id="10" creationId="{A36E958C-9B10-3F8A-C892-D50E08294BB2}"/>
          </ac:spMkLst>
        </pc:spChg>
        <pc:spChg chg="add mod">
          <ac:chgData name="Rabbit AI" userId="d70ee545ee25833c" providerId="LiveId" clId="{8AEE6C01-8D16-45E4-B595-8E2846456CE4}" dt="2025-11-29T15:22:22.360" v="241" actId="1076"/>
          <ac:spMkLst>
            <pc:docMk/>
            <pc:sldMk cId="2108633778" sldId="257"/>
            <ac:spMk id="13" creationId="{F17C2E74-CA37-FD0A-438A-5163C9D111F4}"/>
          </ac:spMkLst>
        </pc:spChg>
        <pc:spChg chg="add mod">
          <ac:chgData name="Rabbit AI" userId="d70ee545ee25833c" providerId="LiveId" clId="{8AEE6C01-8D16-45E4-B595-8E2846456CE4}" dt="2025-11-29T15:22:44.419" v="248" actId="1076"/>
          <ac:spMkLst>
            <pc:docMk/>
            <pc:sldMk cId="2108633778" sldId="257"/>
            <ac:spMk id="14" creationId="{4B819AA8-2797-CA39-20EF-862FCF2FE45B}"/>
          </ac:spMkLst>
        </pc:spChg>
        <pc:spChg chg="add mod">
          <ac:chgData name="Rabbit AI" userId="d70ee545ee25833c" providerId="LiveId" clId="{8AEE6C01-8D16-45E4-B595-8E2846456CE4}" dt="2025-11-29T15:23:05.587" v="259" actId="1076"/>
          <ac:spMkLst>
            <pc:docMk/>
            <pc:sldMk cId="2108633778" sldId="257"/>
            <ac:spMk id="15" creationId="{CCE884B6-9158-E6D5-4E46-83DBBAA4595E}"/>
          </ac:spMkLst>
        </pc:spChg>
        <pc:spChg chg="add del mod">
          <ac:chgData name="Rabbit AI" userId="d70ee545ee25833c" providerId="LiveId" clId="{8AEE6C01-8D16-45E4-B595-8E2846456CE4}" dt="2025-11-29T15:24:07.153" v="268" actId="478"/>
          <ac:spMkLst>
            <pc:docMk/>
            <pc:sldMk cId="2108633778" sldId="257"/>
            <ac:spMk id="16" creationId="{7206471E-A3D3-01FB-B703-75A8BE0702C3}"/>
          </ac:spMkLst>
        </pc:spChg>
        <pc:spChg chg="add mod">
          <ac:chgData name="Rabbit AI" userId="d70ee545ee25833c" providerId="LiveId" clId="{8AEE6C01-8D16-45E4-B595-8E2846456CE4}" dt="2025-11-29T15:24:51.759" v="307" actId="1076"/>
          <ac:spMkLst>
            <pc:docMk/>
            <pc:sldMk cId="2108633778" sldId="257"/>
            <ac:spMk id="17" creationId="{862D6032-5F83-E262-70F4-375FAB07D348}"/>
          </ac:spMkLst>
        </pc:spChg>
        <pc:spChg chg="add mod">
          <ac:chgData name="Rabbit AI" userId="d70ee545ee25833c" providerId="LiveId" clId="{8AEE6C01-8D16-45E4-B595-8E2846456CE4}" dt="2025-11-29T15:25:14.862" v="332" actId="1076"/>
          <ac:spMkLst>
            <pc:docMk/>
            <pc:sldMk cId="2108633778" sldId="257"/>
            <ac:spMk id="18" creationId="{07C22406-78E6-68EE-309C-3F49E582FD1E}"/>
          </ac:spMkLst>
        </pc:spChg>
        <pc:picChg chg="add mod">
          <ac:chgData name="Rabbit AI" userId="d70ee545ee25833c" providerId="LiveId" clId="{8AEE6C01-8D16-45E4-B595-8E2846456CE4}" dt="2025-11-29T15:08:02.307" v="212" actId="14861"/>
          <ac:picMkLst>
            <pc:docMk/>
            <pc:sldMk cId="2108633778" sldId="257"/>
            <ac:picMk id="5" creationId="{963B1C5C-E05F-F428-7ACD-0ADB215AE4FF}"/>
          </ac:picMkLst>
        </pc:picChg>
        <pc:picChg chg="add mod">
          <ac:chgData name="Rabbit AI" userId="d70ee545ee25833c" providerId="LiveId" clId="{8AEE6C01-8D16-45E4-B595-8E2846456CE4}" dt="2025-11-29T15:08:30.361" v="223" actId="1076"/>
          <ac:picMkLst>
            <pc:docMk/>
            <pc:sldMk cId="2108633778" sldId="257"/>
            <ac:picMk id="6" creationId="{0E09999A-AA3F-97FC-668D-6459CAFB6B00}"/>
          </ac:picMkLst>
        </pc:picChg>
        <pc:picChg chg="add mod">
          <ac:chgData name="Rabbit AI" userId="d70ee545ee25833c" providerId="LiveId" clId="{8AEE6C01-8D16-45E4-B595-8E2846456CE4}" dt="2025-11-29T15:08:52.673" v="226" actId="1076"/>
          <ac:picMkLst>
            <pc:docMk/>
            <pc:sldMk cId="2108633778" sldId="257"/>
            <ac:picMk id="7" creationId="{A3451A24-4CD6-4EA0-90D9-48D79DABD233}"/>
          </ac:picMkLst>
        </pc:picChg>
        <pc:picChg chg="add mod">
          <ac:chgData name="Rabbit AI" userId="d70ee545ee25833c" providerId="LiveId" clId="{8AEE6C01-8D16-45E4-B595-8E2846456CE4}" dt="2025-11-29T15:09:05.489" v="228" actId="1076"/>
          <ac:picMkLst>
            <pc:docMk/>
            <pc:sldMk cId="2108633778" sldId="257"/>
            <ac:picMk id="9" creationId="{7EEBC6F7-525D-9F1A-55B8-81E9EB2C0DD6}"/>
          </ac:picMkLst>
        </pc:picChg>
        <pc:picChg chg="add mod">
          <ac:chgData name="Rabbit AI" userId="d70ee545ee25833c" providerId="LiveId" clId="{8AEE6C01-8D16-45E4-B595-8E2846456CE4}" dt="2025-11-29T15:08:48.035" v="225" actId="1076"/>
          <ac:picMkLst>
            <pc:docMk/>
            <pc:sldMk cId="2108633778" sldId="257"/>
            <ac:picMk id="11" creationId="{E8584B18-C924-BFDA-8C98-CF87542C953B}"/>
          </ac:picMkLst>
        </pc:picChg>
        <pc:picChg chg="add mod">
          <ac:chgData name="Rabbit AI" userId="d70ee545ee25833c" providerId="LiveId" clId="{8AEE6C01-8D16-45E4-B595-8E2846456CE4}" dt="2025-11-29T15:08:38.888" v="224" actId="1076"/>
          <ac:picMkLst>
            <pc:docMk/>
            <pc:sldMk cId="2108633778" sldId="257"/>
            <ac:picMk id="12" creationId="{B2DE58A1-713B-C959-91A0-1EAB90633BC8}"/>
          </ac:picMkLst>
        </pc:picChg>
      </pc:sldChg>
      <pc:sldChg chg="addSp delSp modSp new mod">
        <pc:chgData name="Rabbit AI" userId="d70ee545ee25833c" providerId="LiveId" clId="{8AEE6C01-8D16-45E4-B595-8E2846456CE4}" dt="2025-11-29T15:26:58.090" v="343"/>
        <pc:sldMkLst>
          <pc:docMk/>
          <pc:sldMk cId="1237748070" sldId="264"/>
        </pc:sldMkLst>
        <pc:spChg chg="del">
          <ac:chgData name="Rabbit AI" userId="d70ee545ee25833c" providerId="LiveId" clId="{8AEE6C01-8D16-45E4-B595-8E2846456CE4}" dt="2025-11-29T15:26:23.535" v="336" actId="478"/>
          <ac:spMkLst>
            <pc:docMk/>
            <pc:sldMk cId="1237748070" sldId="264"/>
            <ac:spMk id="2" creationId="{6934BF23-9276-F500-9647-69E3AC3088D1}"/>
          </ac:spMkLst>
        </pc:spChg>
        <pc:spChg chg="del">
          <ac:chgData name="Rabbit AI" userId="d70ee545ee25833c" providerId="LiveId" clId="{8AEE6C01-8D16-45E4-B595-8E2846456CE4}" dt="2025-11-29T15:26:22.952" v="335" actId="478"/>
          <ac:spMkLst>
            <pc:docMk/>
            <pc:sldMk cId="1237748070" sldId="264"/>
            <ac:spMk id="3" creationId="{F0333211-E51E-0C91-0324-E4D67380CA1E}"/>
          </ac:spMkLst>
        </pc:spChg>
        <pc:spChg chg="add del mod">
          <ac:chgData name="Rabbit AI" userId="d70ee545ee25833c" providerId="LiveId" clId="{8AEE6C01-8D16-45E4-B595-8E2846456CE4}" dt="2025-11-29T15:26:34.880" v="339" actId="478"/>
          <ac:spMkLst>
            <pc:docMk/>
            <pc:sldMk cId="1237748070" sldId="264"/>
            <ac:spMk id="4" creationId="{7995408B-2B62-9F1D-BBD1-A477D1E48040}"/>
          </ac:spMkLst>
        </pc:spChg>
        <pc:spChg chg="add del mod">
          <ac:chgData name="Rabbit AI" userId="d70ee545ee25833c" providerId="LiveId" clId="{8AEE6C01-8D16-45E4-B595-8E2846456CE4}" dt="2025-11-29T15:26:58.090" v="343"/>
          <ac:spMkLst>
            <pc:docMk/>
            <pc:sldMk cId="1237748070" sldId="264"/>
            <ac:spMk id="5" creationId="{0CA4C3AD-D6E1-1B89-7F3C-24E06826825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C6EE50-13D0-4423-9397-42D14EC9BF84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020E19-C99F-488C-8EB6-127FA15D58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235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1438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16" y="1767462"/>
            <a:ext cx="12240181" cy="3759917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5672376"/>
            <a:ext cx="10800160" cy="2607442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99" indent="0" algn="ctr">
              <a:buNone/>
              <a:defRPr sz="3150"/>
            </a:lvl2pPr>
            <a:lvl3pPr marL="1439997" indent="0" algn="ctr">
              <a:buNone/>
              <a:defRPr sz="2835"/>
            </a:lvl3pPr>
            <a:lvl4pPr marL="2159996" indent="0" algn="ctr">
              <a:buNone/>
              <a:defRPr sz="2520"/>
            </a:lvl4pPr>
            <a:lvl5pPr marL="2879994" indent="0" algn="ctr">
              <a:buNone/>
              <a:defRPr sz="2520"/>
            </a:lvl5pPr>
            <a:lvl6pPr marL="3599993" indent="0" algn="ctr">
              <a:buNone/>
              <a:defRPr sz="2520"/>
            </a:lvl6pPr>
            <a:lvl7pPr marL="4319991" indent="0" algn="ctr">
              <a:buNone/>
              <a:defRPr sz="2520"/>
            </a:lvl7pPr>
            <a:lvl8pPr marL="5039990" indent="0" algn="ctr">
              <a:buNone/>
              <a:defRPr sz="2520"/>
            </a:lvl8pPr>
            <a:lvl9pPr marL="5759988" indent="0" algn="ctr">
              <a:buNone/>
              <a:defRPr sz="252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785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409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5" y="2692444"/>
            <a:ext cx="12420184" cy="4492401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5" y="7227345"/>
            <a:ext cx="12420184" cy="2362447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/>
                </a:solidFill>
              </a:defRPr>
            </a:lvl1pPr>
            <a:lvl2pPr marL="719999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2pPr>
            <a:lvl3pPr marL="1439997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3pPr>
            <a:lvl4pPr marL="2159996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4pPr>
            <a:lvl5pPr marL="2879994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5pPr>
            <a:lvl6pPr marL="3599993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6pPr>
            <a:lvl7pPr marL="4319991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7pPr>
            <a:lvl8pPr marL="503999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8pPr>
            <a:lvl9pPr marL="5759988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606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2874937"/>
            <a:ext cx="6120091" cy="68523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2874937"/>
            <a:ext cx="6120091" cy="68523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7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574990"/>
            <a:ext cx="12420184" cy="208745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2" y="2647443"/>
            <a:ext cx="6091964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2" y="3944914"/>
            <a:ext cx="6091964" cy="58023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9" y="2647443"/>
            <a:ext cx="6121966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9" y="3944914"/>
            <a:ext cx="6121966" cy="58023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510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070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705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719984"/>
            <a:ext cx="4644444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1554968"/>
            <a:ext cx="7290108" cy="7674832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3239929"/>
            <a:ext cx="4644444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04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719984"/>
            <a:ext cx="4644444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1554968"/>
            <a:ext cx="7290108" cy="7674832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99" indent="0">
              <a:buNone/>
              <a:defRPr sz="4409"/>
            </a:lvl2pPr>
            <a:lvl3pPr marL="1439997" indent="0">
              <a:buNone/>
              <a:defRPr sz="3780"/>
            </a:lvl3pPr>
            <a:lvl4pPr marL="2159996" indent="0">
              <a:buNone/>
              <a:defRPr sz="3150"/>
            </a:lvl4pPr>
            <a:lvl5pPr marL="2879994" indent="0">
              <a:buNone/>
              <a:defRPr sz="3150"/>
            </a:lvl5pPr>
            <a:lvl6pPr marL="3599993" indent="0">
              <a:buNone/>
              <a:defRPr sz="3150"/>
            </a:lvl6pPr>
            <a:lvl7pPr marL="4319991" indent="0">
              <a:buNone/>
              <a:defRPr sz="3150"/>
            </a:lvl7pPr>
            <a:lvl8pPr marL="5039990" indent="0">
              <a:buNone/>
              <a:defRPr sz="3150"/>
            </a:lvl8pPr>
            <a:lvl9pPr marL="5759988" indent="0">
              <a:buNone/>
              <a:defRPr sz="315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3239929"/>
            <a:ext cx="4644444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852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836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3" y="574987"/>
            <a:ext cx="3105046" cy="91523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574987"/>
            <a:ext cx="9135135" cy="91523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787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574990"/>
            <a:ext cx="12420184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2874937"/>
            <a:ext cx="12420184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10009783"/>
            <a:ext cx="3240048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10009783"/>
            <a:ext cx="4860072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10009783"/>
            <a:ext cx="3240048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669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1439997" rtl="0" eaLnBrk="1" latinLnBrk="0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9" indent="-359999" algn="l" defTabSz="1439997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73DB83DE-27A7-4DD9-BF9A-2F7AADF0A4AB}"/>
              </a:ext>
            </a:extLst>
          </p:cNvPr>
          <p:cNvSpPr/>
          <p:nvPr/>
        </p:nvSpPr>
        <p:spPr>
          <a:xfrm>
            <a:off x="2360028" y="3265637"/>
            <a:ext cx="2160000" cy="90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DMA</a:t>
            </a:r>
            <a:r>
              <a:rPr lang="zh-CN" altLang="en-US" sz="1400" dirty="0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幅相耦合与波导衰减下的容量极限与波束赋形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1576E52-DF32-448F-9038-E74A0D3652EE}"/>
              </a:ext>
            </a:extLst>
          </p:cNvPr>
          <p:cNvSpPr/>
          <p:nvPr/>
        </p:nvSpPr>
        <p:spPr>
          <a:xfrm>
            <a:off x="4866747" y="3265637"/>
            <a:ext cx="2160000" cy="90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DMA</a:t>
            </a:r>
            <a:r>
              <a:rPr lang="zh-CN" altLang="en-US" sz="1400" dirty="0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低精度任意离散量化约束下的性能分析与全局寻优机制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F3BE023-2708-4F60-9118-C2A449FF7D2F}"/>
              </a:ext>
            </a:extLst>
          </p:cNvPr>
          <p:cNvSpPr/>
          <p:nvPr/>
        </p:nvSpPr>
        <p:spPr>
          <a:xfrm>
            <a:off x="7373468" y="3265637"/>
            <a:ext cx="2160000" cy="90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PASS</a:t>
            </a:r>
            <a:r>
              <a:rPr lang="zh-CN" altLang="en-US" sz="1400" dirty="0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大尺度空间重构下的通感几何优化与高精度定位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E0DE6A2-3382-408F-B082-C2F3D80E123B}"/>
              </a:ext>
            </a:extLst>
          </p:cNvPr>
          <p:cNvSpPr/>
          <p:nvPr/>
        </p:nvSpPr>
        <p:spPr>
          <a:xfrm>
            <a:off x="9877214" y="3265637"/>
            <a:ext cx="2160000" cy="90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大阵列</a:t>
            </a:r>
            <a:r>
              <a:rPr lang="en-US" altLang="zh-CN" sz="1400" dirty="0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RIS</a:t>
            </a:r>
            <a:r>
              <a:rPr lang="zh-CN" altLang="en-US" sz="1400" dirty="0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的在线盲波束赋形与真实环境部署测试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6ECF8EA-ACF8-4C56-B88A-5ABB8FB5F4F4}"/>
              </a:ext>
            </a:extLst>
          </p:cNvPr>
          <p:cNvSpPr/>
          <p:nvPr/>
        </p:nvSpPr>
        <p:spPr>
          <a:xfrm>
            <a:off x="4499313" y="246380"/>
            <a:ext cx="5400000" cy="360000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第一章：绪论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30C81EA-3D23-40D3-8683-AE51BD00DEDA}"/>
              </a:ext>
            </a:extLst>
          </p:cNvPr>
          <p:cNvGrpSpPr/>
          <p:nvPr/>
        </p:nvGrpSpPr>
        <p:grpSpPr>
          <a:xfrm>
            <a:off x="2360028" y="1978274"/>
            <a:ext cx="9677186" cy="905259"/>
            <a:chOff x="2360028" y="1978274"/>
            <a:chExt cx="9677186" cy="905259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BD3E57CC-4130-4549-A70E-ABA5362BD5DC}"/>
                </a:ext>
              </a:extLst>
            </p:cNvPr>
            <p:cNvSpPr/>
            <p:nvPr/>
          </p:nvSpPr>
          <p:spPr>
            <a:xfrm>
              <a:off x="2360028" y="1978274"/>
              <a:ext cx="2160000" cy="900000"/>
            </a:xfrm>
            <a:prstGeom prst="roundRect">
              <a:avLst>
                <a:gd name="adj" fmla="val 27422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rPr>
                <a:t>第二章：</a:t>
              </a:r>
            </a:p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rPr>
                <a:t>连续相移</a:t>
              </a:r>
              <a:r>
                <a:rPr lang="en-US" altLang="zh-CN" sz="1400" dirty="0">
                  <a:solidFill>
                    <a:schemeClr val="tx1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rPr>
                <a:t>DMA</a:t>
              </a:r>
              <a:r>
                <a:rPr lang="zh-CN" altLang="en-US" sz="1400" dirty="0">
                  <a:solidFill>
                    <a:schemeClr val="tx1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rPr>
                <a:t>波束赋形性能分析与相位对齐算法</a:t>
              </a:r>
            </a:p>
          </p:txBody>
        </p: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1AA9D92A-EA1B-4BDB-9E0C-146C1BD6CBB6}"/>
                </a:ext>
              </a:extLst>
            </p:cNvPr>
            <p:cNvSpPr/>
            <p:nvPr/>
          </p:nvSpPr>
          <p:spPr>
            <a:xfrm>
              <a:off x="4866747" y="1983533"/>
              <a:ext cx="2160000" cy="900000"/>
            </a:xfrm>
            <a:prstGeom prst="roundRect">
              <a:avLst>
                <a:gd name="adj" fmla="val 27422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rPr>
                <a:t>第三章：</a:t>
              </a:r>
            </a:p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rPr>
                <a:t>离散相移</a:t>
              </a:r>
              <a:r>
                <a:rPr lang="en-US" altLang="zh-CN" sz="1400" dirty="0">
                  <a:solidFill>
                    <a:schemeClr val="tx1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rPr>
                <a:t>DMA</a:t>
              </a:r>
              <a:r>
                <a:rPr lang="zh-CN" altLang="en-US" sz="1400" dirty="0">
                  <a:solidFill>
                    <a:schemeClr val="tx1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rPr>
                <a:t>波束赋形性能分析与角域分划算法</a:t>
              </a:r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4C2E1FC5-F471-4566-9EF7-F1B3F1AAA862}"/>
                </a:ext>
              </a:extLst>
            </p:cNvPr>
            <p:cNvSpPr/>
            <p:nvPr/>
          </p:nvSpPr>
          <p:spPr>
            <a:xfrm>
              <a:off x="7373466" y="1983533"/>
              <a:ext cx="2160000" cy="900000"/>
            </a:xfrm>
            <a:prstGeom prst="roundRect">
              <a:avLst>
                <a:gd name="adj" fmla="val 27422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rPr>
                <a:t>第四章：</a:t>
              </a:r>
            </a:p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rPr>
                <a:t>PASS</a:t>
              </a:r>
              <a:r>
                <a:rPr lang="zh-CN" altLang="en-US" sz="1400" dirty="0">
                  <a:solidFill>
                    <a:schemeClr val="tx1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rPr>
                <a:t>波束赋形性能分析与几何辅助定位算法</a:t>
              </a:r>
            </a:p>
          </p:txBody>
        </p:sp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CA643AFF-2538-4397-93D6-64027ED850B7}"/>
                </a:ext>
              </a:extLst>
            </p:cNvPr>
            <p:cNvSpPr/>
            <p:nvPr/>
          </p:nvSpPr>
          <p:spPr>
            <a:xfrm>
              <a:off x="9877214" y="1978274"/>
              <a:ext cx="2160000" cy="900000"/>
            </a:xfrm>
            <a:prstGeom prst="roundRect">
              <a:avLst>
                <a:gd name="adj" fmla="val 27422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rPr>
                <a:t>第五章：</a:t>
              </a:r>
            </a:p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rPr>
                <a:t>RIS</a:t>
              </a:r>
              <a:r>
                <a:rPr lang="zh-CN" altLang="en-US" sz="1400" dirty="0">
                  <a:solidFill>
                    <a:schemeClr val="tx1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rPr>
                <a:t>自适应波束赋形算法与原型系统实测</a:t>
              </a:r>
            </a:p>
          </p:txBody>
        </p:sp>
      </p:grp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9A24293B-961D-48E5-9259-473F078095C2}"/>
              </a:ext>
            </a:extLst>
          </p:cNvPr>
          <p:cNvSpPr/>
          <p:nvPr/>
        </p:nvSpPr>
        <p:spPr>
          <a:xfrm>
            <a:off x="4499313" y="8985589"/>
            <a:ext cx="5400000" cy="360000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第六章：总结与展望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E5A6396F-9D9F-4170-8280-AC4435C7735D}"/>
              </a:ext>
            </a:extLst>
          </p:cNvPr>
          <p:cNvSpPr/>
          <p:nvPr/>
        </p:nvSpPr>
        <p:spPr>
          <a:xfrm>
            <a:off x="393307" y="3265637"/>
            <a:ext cx="1620000" cy="900000"/>
          </a:xfrm>
          <a:prstGeom prst="roundRect">
            <a:avLst>
              <a:gd name="adj" fmla="val 3984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关键科学问题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30911F4-6D9A-4D20-8A47-EC45FBCA7C71}"/>
              </a:ext>
            </a:extLst>
          </p:cNvPr>
          <p:cNvSpPr/>
          <p:nvPr/>
        </p:nvSpPr>
        <p:spPr>
          <a:xfrm>
            <a:off x="2360028" y="4547741"/>
            <a:ext cx="2160000" cy="90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洛伦兹约束导致传统松弛法存在相位失配，衰减与耦合使得闭式分析困难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77CE3DF-D4CA-4080-AE88-1528FAE9CA68}"/>
              </a:ext>
            </a:extLst>
          </p:cNvPr>
          <p:cNvSpPr/>
          <p:nvPr/>
        </p:nvSpPr>
        <p:spPr>
          <a:xfrm>
            <a:off x="4866747" y="4547741"/>
            <a:ext cx="2160000" cy="90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离散控制与极化率受限导致相移非均匀，就近投影法性能退化，离散约束寻优呈指数级复杂度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88E6217-E853-4546-A714-DCD82F661FD8}"/>
              </a:ext>
            </a:extLst>
          </p:cNvPr>
          <p:cNvSpPr/>
          <p:nvPr/>
        </p:nvSpPr>
        <p:spPr>
          <a:xfrm>
            <a:off x="7373468" y="4547741"/>
            <a:ext cx="2160000" cy="90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通信最优与感知最优在物理构型上存在矛盾，缺乏最优定位几何构型的理论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D3FAFC6-146C-4F1A-8223-383590C0A47F}"/>
              </a:ext>
            </a:extLst>
          </p:cNvPr>
          <p:cNvSpPr/>
          <p:nvPr/>
        </p:nvSpPr>
        <p:spPr>
          <a:xfrm>
            <a:off x="9877214" y="4547741"/>
            <a:ext cx="2160000" cy="90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现有盲赋形算法面临非视距失效、采样开销过大及寻优阻断通信等瓶颈，缺乏大规模原型与现网实测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0B05936-58A9-42C6-BD3B-FA154BE1A969}"/>
              </a:ext>
            </a:extLst>
          </p:cNvPr>
          <p:cNvSpPr/>
          <p:nvPr/>
        </p:nvSpPr>
        <p:spPr>
          <a:xfrm>
            <a:off x="2360028" y="5829845"/>
            <a:ext cx="2160000" cy="90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推导满足洛伦兹约束的连续最优相位闭式解，建立性能分析框架，设计基于</a:t>
            </a:r>
            <a:r>
              <a:rPr lang="en-US" altLang="zh-CN" sz="1400" dirty="0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RSSI</a:t>
            </a:r>
            <a:r>
              <a:rPr lang="zh-CN" altLang="en-US" sz="1400" dirty="0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的相位对齐算法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0D172C4-728B-4F16-826A-2678E51E692A}"/>
              </a:ext>
            </a:extLst>
          </p:cNvPr>
          <p:cNvSpPr/>
          <p:nvPr/>
        </p:nvSpPr>
        <p:spPr>
          <a:xfrm>
            <a:off x="4866747" y="5829845"/>
            <a:ext cx="2160000" cy="90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推导任意量化损失闭式解，提出基于多路归并的角域排序分划搜索算法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13A21714-92B5-47CC-9D06-C8CC51EBBBBC}"/>
              </a:ext>
            </a:extLst>
          </p:cNvPr>
          <p:cNvSpPr/>
          <p:nvPr/>
        </p:nvSpPr>
        <p:spPr>
          <a:xfrm>
            <a:off x="7373468" y="5829845"/>
            <a:ext cx="2160000" cy="90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推导</a:t>
            </a:r>
            <a:r>
              <a:rPr lang="en-US" altLang="zh-CN" sz="1400" dirty="0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PASS</a:t>
            </a:r>
            <a:r>
              <a:rPr lang="zh-CN" altLang="en-US" sz="1400" dirty="0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的通信信噪比与中断概率闭式解，提出基于圆形几何的交替天线配置定位算法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305A6D6-20FC-4C35-8132-F0697DE76610}"/>
              </a:ext>
            </a:extLst>
          </p:cNvPr>
          <p:cNvSpPr/>
          <p:nvPr/>
        </p:nvSpPr>
        <p:spPr>
          <a:xfrm>
            <a:off x="9877214" y="5829845"/>
            <a:ext cx="2160000" cy="90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提出快速贪婪与自适应步长盲赋形算法，研制大规模</a:t>
            </a:r>
            <a:r>
              <a:rPr lang="en-US" altLang="zh-CN" sz="1400" dirty="0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RIS</a:t>
            </a:r>
            <a:r>
              <a:rPr lang="zh-CN" altLang="en-US" sz="1400" dirty="0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原型系统并开展多场景实测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3092520B-0C28-413E-8FB8-9F36792AF51C}"/>
              </a:ext>
            </a:extLst>
          </p:cNvPr>
          <p:cNvSpPr/>
          <p:nvPr/>
        </p:nvSpPr>
        <p:spPr>
          <a:xfrm>
            <a:off x="2360028" y="7111949"/>
            <a:ext cx="2160000" cy="90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揭示阵列规模与容量的非单调规律，实现高效波束赋形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3D6C120B-2D98-40BF-B0F2-11613D22DAC4}"/>
              </a:ext>
            </a:extLst>
          </p:cNvPr>
          <p:cNvSpPr/>
          <p:nvPr/>
        </p:nvSpPr>
        <p:spPr>
          <a:xfrm>
            <a:off x="4866747" y="7111949"/>
            <a:ext cx="2160000" cy="90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波束赋形算法复杂度降至多项式级，在任意离散量化下保证全局最优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3914A35F-33FC-4234-958B-0A25E4F7DDB9}"/>
              </a:ext>
            </a:extLst>
          </p:cNvPr>
          <p:cNvSpPr/>
          <p:nvPr/>
        </p:nvSpPr>
        <p:spPr>
          <a:xfrm>
            <a:off x="7373468" y="7111949"/>
            <a:ext cx="2160000" cy="90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打破固定阵列定位精度瓶颈，实现毫米级高精度自适应定位与通感几何重构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86F3D2F-471C-474F-B2F4-CEAA6590DC70}"/>
              </a:ext>
            </a:extLst>
          </p:cNvPr>
          <p:cNvSpPr/>
          <p:nvPr/>
        </p:nvSpPr>
        <p:spPr>
          <a:xfrm>
            <a:off x="9877214" y="7111949"/>
            <a:ext cx="2160000" cy="90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实现边传输边优化，验证大规模</a:t>
            </a:r>
            <a:r>
              <a:rPr lang="en-US" altLang="zh-CN" sz="1400" dirty="0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RIS</a:t>
            </a:r>
            <a:r>
              <a:rPr lang="zh-CN" altLang="en-US" sz="1400" dirty="0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的现网部署</a:t>
            </a: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D4EA005B-7A2E-4EC0-A83D-2F5F38C39BF7}"/>
              </a:ext>
            </a:extLst>
          </p:cNvPr>
          <p:cNvSpPr/>
          <p:nvPr/>
        </p:nvSpPr>
        <p:spPr>
          <a:xfrm>
            <a:off x="393307" y="4547741"/>
            <a:ext cx="1620000" cy="900000"/>
          </a:xfrm>
          <a:prstGeom prst="roundRect">
            <a:avLst>
              <a:gd name="adj" fmla="val 3984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研究挑战</a:t>
            </a: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0C51FB6F-B28F-45BD-8F4D-872FDA1A9FF8}"/>
              </a:ext>
            </a:extLst>
          </p:cNvPr>
          <p:cNvSpPr/>
          <p:nvPr/>
        </p:nvSpPr>
        <p:spPr>
          <a:xfrm>
            <a:off x="393307" y="5829845"/>
            <a:ext cx="1620000" cy="900000"/>
          </a:xfrm>
          <a:prstGeom prst="roundRect">
            <a:avLst>
              <a:gd name="adj" fmla="val 3984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研究内容</a:t>
            </a: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374783EB-3D1F-4749-B9B7-C0B77A185035}"/>
              </a:ext>
            </a:extLst>
          </p:cNvPr>
          <p:cNvSpPr/>
          <p:nvPr/>
        </p:nvSpPr>
        <p:spPr>
          <a:xfrm>
            <a:off x="393307" y="7111949"/>
            <a:ext cx="1620000" cy="900000"/>
          </a:xfrm>
          <a:prstGeom prst="roundRect">
            <a:avLst>
              <a:gd name="adj" fmla="val 3984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研究目标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568A16F2-DC75-4933-BA24-75C7E1822C50}"/>
              </a:ext>
            </a:extLst>
          </p:cNvPr>
          <p:cNvCxnSpPr>
            <a:stCxn id="30" idx="2"/>
            <a:endCxn id="34" idx="0"/>
          </p:cNvCxnSpPr>
          <p:nvPr/>
        </p:nvCxnSpPr>
        <p:spPr>
          <a:xfrm>
            <a:off x="3440028" y="2878274"/>
            <a:ext cx="0" cy="38736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4CA06820-95F5-4136-A79C-0BE3C285E8D8}"/>
              </a:ext>
            </a:extLst>
          </p:cNvPr>
          <p:cNvCxnSpPr>
            <a:cxnSpLocks/>
            <a:stCxn id="34" idx="2"/>
            <a:endCxn id="42" idx="0"/>
          </p:cNvCxnSpPr>
          <p:nvPr/>
        </p:nvCxnSpPr>
        <p:spPr>
          <a:xfrm>
            <a:off x="3440028" y="4165637"/>
            <a:ext cx="0" cy="3821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FD7107EA-430C-4C5C-9F11-68EBD320FE91}"/>
              </a:ext>
            </a:extLst>
          </p:cNvPr>
          <p:cNvCxnSpPr>
            <a:stCxn id="42" idx="2"/>
            <a:endCxn id="46" idx="0"/>
          </p:cNvCxnSpPr>
          <p:nvPr/>
        </p:nvCxnSpPr>
        <p:spPr>
          <a:xfrm>
            <a:off x="3440028" y="5447741"/>
            <a:ext cx="0" cy="3821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517B4F18-C7B7-45C1-AF6A-8B108C74163A}"/>
              </a:ext>
            </a:extLst>
          </p:cNvPr>
          <p:cNvCxnSpPr>
            <a:cxnSpLocks/>
            <a:stCxn id="46" idx="2"/>
            <a:endCxn id="50" idx="0"/>
          </p:cNvCxnSpPr>
          <p:nvPr/>
        </p:nvCxnSpPr>
        <p:spPr>
          <a:xfrm>
            <a:off x="3440028" y="6729845"/>
            <a:ext cx="0" cy="3821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B8D655C7-C87F-433D-85DE-0CCAE9D5A79E}"/>
              </a:ext>
            </a:extLst>
          </p:cNvPr>
          <p:cNvCxnSpPr>
            <a:stCxn id="28" idx="2"/>
            <a:endCxn id="11" idx="0"/>
          </p:cNvCxnSpPr>
          <p:nvPr/>
        </p:nvCxnSpPr>
        <p:spPr>
          <a:xfrm>
            <a:off x="5946747" y="2883533"/>
            <a:ext cx="0" cy="3821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EBF097C9-C4F6-4DD2-BA72-1E85CD5463B0}"/>
              </a:ext>
            </a:extLst>
          </p:cNvPr>
          <p:cNvCxnSpPr>
            <a:cxnSpLocks/>
            <a:stCxn id="11" idx="2"/>
            <a:endCxn id="43" idx="0"/>
          </p:cNvCxnSpPr>
          <p:nvPr/>
        </p:nvCxnSpPr>
        <p:spPr>
          <a:xfrm>
            <a:off x="5946747" y="4165637"/>
            <a:ext cx="0" cy="3821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D45953C4-AB75-45F4-8B8B-DBD9715AD47D}"/>
              </a:ext>
            </a:extLst>
          </p:cNvPr>
          <p:cNvCxnSpPr>
            <a:stCxn id="43" idx="2"/>
            <a:endCxn id="47" idx="0"/>
          </p:cNvCxnSpPr>
          <p:nvPr/>
        </p:nvCxnSpPr>
        <p:spPr>
          <a:xfrm>
            <a:off x="5946747" y="5447741"/>
            <a:ext cx="0" cy="3821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5C5A4D59-D46F-4349-B69F-9B9A90BFC15C}"/>
              </a:ext>
            </a:extLst>
          </p:cNvPr>
          <p:cNvCxnSpPr>
            <a:stCxn id="47" idx="2"/>
            <a:endCxn id="51" idx="0"/>
          </p:cNvCxnSpPr>
          <p:nvPr/>
        </p:nvCxnSpPr>
        <p:spPr>
          <a:xfrm>
            <a:off x="5946747" y="6729845"/>
            <a:ext cx="0" cy="3821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FE6CBA89-5191-4C40-92C8-9D0BB8EF83A0}"/>
              </a:ext>
            </a:extLst>
          </p:cNvPr>
          <p:cNvCxnSpPr>
            <a:stCxn id="29" idx="2"/>
            <a:endCxn id="16" idx="0"/>
          </p:cNvCxnSpPr>
          <p:nvPr/>
        </p:nvCxnSpPr>
        <p:spPr>
          <a:xfrm>
            <a:off x="8453466" y="2883533"/>
            <a:ext cx="2" cy="3821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27004BC4-F3F7-465A-B94D-B2BC0B8C8546}"/>
              </a:ext>
            </a:extLst>
          </p:cNvPr>
          <p:cNvCxnSpPr>
            <a:stCxn id="16" idx="2"/>
            <a:endCxn id="44" idx="0"/>
          </p:cNvCxnSpPr>
          <p:nvPr/>
        </p:nvCxnSpPr>
        <p:spPr>
          <a:xfrm>
            <a:off x="8453468" y="4165637"/>
            <a:ext cx="0" cy="3821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B17DF02E-D54F-4D40-9635-D47C5B4BDEA2}"/>
              </a:ext>
            </a:extLst>
          </p:cNvPr>
          <p:cNvCxnSpPr>
            <a:stCxn id="44" idx="2"/>
            <a:endCxn id="48" idx="0"/>
          </p:cNvCxnSpPr>
          <p:nvPr/>
        </p:nvCxnSpPr>
        <p:spPr>
          <a:xfrm>
            <a:off x="8453468" y="5447741"/>
            <a:ext cx="0" cy="3821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B3F04BA4-0BAA-4C02-A3A2-8C4EAD7A5358}"/>
              </a:ext>
            </a:extLst>
          </p:cNvPr>
          <p:cNvCxnSpPr>
            <a:stCxn id="48" idx="2"/>
            <a:endCxn id="52" idx="0"/>
          </p:cNvCxnSpPr>
          <p:nvPr/>
        </p:nvCxnSpPr>
        <p:spPr>
          <a:xfrm>
            <a:off x="8453468" y="6729845"/>
            <a:ext cx="0" cy="3821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0F283262-C3E9-4A13-86C3-5D8F5FE15B22}"/>
              </a:ext>
            </a:extLst>
          </p:cNvPr>
          <p:cNvCxnSpPr>
            <a:stCxn id="33" idx="2"/>
            <a:endCxn id="21" idx="0"/>
          </p:cNvCxnSpPr>
          <p:nvPr/>
        </p:nvCxnSpPr>
        <p:spPr>
          <a:xfrm>
            <a:off x="10957214" y="2878274"/>
            <a:ext cx="0" cy="38736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9EB7ED97-B6FF-4451-A3AC-E1FE51B47E6B}"/>
              </a:ext>
            </a:extLst>
          </p:cNvPr>
          <p:cNvCxnSpPr>
            <a:stCxn id="21" idx="2"/>
            <a:endCxn id="45" idx="0"/>
          </p:cNvCxnSpPr>
          <p:nvPr/>
        </p:nvCxnSpPr>
        <p:spPr>
          <a:xfrm>
            <a:off x="10957214" y="4165637"/>
            <a:ext cx="0" cy="3821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AA28DC5E-FA61-4F60-9C28-36EDB5E8F40E}"/>
              </a:ext>
            </a:extLst>
          </p:cNvPr>
          <p:cNvCxnSpPr>
            <a:stCxn id="45" idx="2"/>
            <a:endCxn id="49" idx="0"/>
          </p:cNvCxnSpPr>
          <p:nvPr/>
        </p:nvCxnSpPr>
        <p:spPr>
          <a:xfrm>
            <a:off x="10957214" y="5447741"/>
            <a:ext cx="0" cy="3821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FEEACA5B-FE90-462F-ACBF-D24D575FA272}"/>
              </a:ext>
            </a:extLst>
          </p:cNvPr>
          <p:cNvCxnSpPr>
            <a:stCxn id="49" idx="2"/>
            <a:endCxn id="53" idx="0"/>
          </p:cNvCxnSpPr>
          <p:nvPr/>
        </p:nvCxnSpPr>
        <p:spPr>
          <a:xfrm>
            <a:off x="10957214" y="6729845"/>
            <a:ext cx="0" cy="3821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矩形: 圆角 93">
            <a:extLst>
              <a:ext uri="{FF2B5EF4-FFF2-40B4-BE49-F238E27FC236}">
                <a16:creationId xmlns:a16="http://schemas.microsoft.com/office/drawing/2014/main" id="{D7382CC4-60D1-4F2E-9A6D-A99E419313F6}"/>
              </a:ext>
            </a:extLst>
          </p:cNvPr>
          <p:cNvSpPr/>
          <p:nvPr/>
        </p:nvSpPr>
        <p:spPr>
          <a:xfrm>
            <a:off x="3996463" y="988746"/>
            <a:ext cx="1440000" cy="540000"/>
          </a:xfrm>
          <a:prstGeom prst="roundRect">
            <a:avLst>
              <a:gd name="adj" fmla="val 3984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动态超表面天线</a:t>
            </a:r>
          </a:p>
        </p:txBody>
      </p:sp>
      <p:sp>
        <p:nvSpPr>
          <p:cNvPr id="95" name="矩形: 圆角 94">
            <a:extLst>
              <a:ext uri="{FF2B5EF4-FFF2-40B4-BE49-F238E27FC236}">
                <a16:creationId xmlns:a16="http://schemas.microsoft.com/office/drawing/2014/main" id="{6AA5D19B-A675-41CE-8DFE-0D00538E2235}"/>
              </a:ext>
            </a:extLst>
          </p:cNvPr>
          <p:cNvSpPr/>
          <p:nvPr/>
        </p:nvSpPr>
        <p:spPr>
          <a:xfrm>
            <a:off x="393307" y="998275"/>
            <a:ext cx="1620001" cy="540000"/>
          </a:xfrm>
          <a:prstGeom prst="roundRect">
            <a:avLst>
              <a:gd name="adj" fmla="val 3984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可重构天线系统</a:t>
            </a:r>
          </a:p>
        </p:txBody>
      </p: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580EABC8-A326-4FBB-91AD-7DF6D36BB4CD}"/>
              </a:ext>
            </a:extLst>
          </p:cNvPr>
          <p:cNvCxnSpPr>
            <a:stCxn id="94" idx="2"/>
            <a:endCxn id="30" idx="0"/>
          </p:cNvCxnSpPr>
          <p:nvPr/>
        </p:nvCxnSpPr>
        <p:spPr>
          <a:xfrm flipH="1">
            <a:off x="3440028" y="1528746"/>
            <a:ext cx="1276435" cy="449528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D3267FC6-7F4E-44BE-A969-C05317014D88}"/>
              </a:ext>
            </a:extLst>
          </p:cNvPr>
          <p:cNvCxnSpPr>
            <a:stCxn id="94" idx="2"/>
            <a:endCxn id="28" idx="0"/>
          </p:cNvCxnSpPr>
          <p:nvPr/>
        </p:nvCxnSpPr>
        <p:spPr>
          <a:xfrm>
            <a:off x="4716463" y="1528746"/>
            <a:ext cx="1230284" cy="454787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2FA14FB9-8A81-4E41-991B-0CD7306C050A}"/>
              </a:ext>
            </a:extLst>
          </p:cNvPr>
          <p:cNvCxnSpPr>
            <a:stCxn id="95" idx="3"/>
            <a:endCxn id="94" idx="1"/>
          </p:cNvCxnSpPr>
          <p:nvPr/>
        </p:nvCxnSpPr>
        <p:spPr>
          <a:xfrm flipV="1">
            <a:off x="2013308" y="1258746"/>
            <a:ext cx="1983155" cy="9529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04F8B08C-39D9-4521-8325-3FB453A738DC}"/>
              </a:ext>
            </a:extLst>
          </p:cNvPr>
          <p:cNvSpPr/>
          <p:nvPr/>
        </p:nvSpPr>
        <p:spPr>
          <a:xfrm>
            <a:off x="7733466" y="993513"/>
            <a:ext cx="1440000" cy="540000"/>
          </a:xfrm>
          <a:prstGeom prst="roundRect">
            <a:avLst>
              <a:gd name="adj" fmla="val 3984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捏合天线系统</a:t>
            </a:r>
          </a:p>
        </p:txBody>
      </p:sp>
      <p:sp>
        <p:nvSpPr>
          <p:cNvPr id="106" name="矩形: 圆角 105">
            <a:extLst>
              <a:ext uri="{FF2B5EF4-FFF2-40B4-BE49-F238E27FC236}">
                <a16:creationId xmlns:a16="http://schemas.microsoft.com/office/drawing/2014/main" id="{ECFDB742-6564-4D02-9DCA-443C89601159}"/>
              </a:ext>
            </a:extLst>
          </p:cNvPr>
          <p:cNvSpPr/>
          <p:nvPr/>
        </p:nvSpPr>
        <p:spPr>
          <a:xfrm>
            <a:off x="10237214" y="998275"/>
            <a:ext cx="1440000" cy="540000"/>
          </a:xfrm>
          <a:prstGeom prst="roundRect">
            <a:avLst>
              <a:gd name="adj" fmla="val 3984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可重构智能表面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F8B0DB5F-FCDE-4D79-9092-8F0F284ADA31}"/>
              </a:ext>
            </a:extLst>
          </p:cNvPr>
          <p:cNvSpPr txBox="1"/>
          <p:nvPr/>
        </p:nvSpPr>
        <p:spPr>
          <a:xfrm>
            <a:off x="2990850" y="1573403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连续相移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182F8118-BAF1-421C-A8D0-18079349B6D4}"/>
              </a:ext>
            </a:extLst>
          </p:cNvPr>
          <p:cNvSpPr txBox="1"/>
          <p:nvPr/>
        </p:nvSpPr>
        <p:spPr>
          <a:xfrm>
            <a:off x="5490196" y="1573403"/>
            <a:ext cx="10214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离散相移</a:t>
            </a:r>
          </a:p>
        </p:txBody>
      </p: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6B8BF71B-33BD-4889-94EB-FCE3C05EFC70}"/>
              </a:ext>
            </a:extLst>
          </p:cNvPr>
          <p:cNvCxnSpPr>
            <a:cxnSpLocks/>
            <a:stCxn id="94" idx="3"/>
            <a:endCxn id="105" idx="1"/>
          </p:cNvCxnSpPr>
          <p:nvPr/>
        </p:nvCxnSpPr>
        <p:spPr>
          <a:xfrm>
            <a:off x="5436463" y="1258746"/>
            <a:ext cx="2297003" cy="4767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2407F508-0E97-4B3D-8B04-1A33B9E2507E}"/>
              </a:ext>
            </a:extLst>
          </p:cNvPr>
          <p:cNvCxnSpPr>
            <a:cxnSpLocks/>
            <a:stCxn id="105" idx="3"/>
            <a:endCxn id="106" idx="1"/>
          </p:cNvCxnSpPr>
          <p:nvPr/>
        </p:nvCxnSpPr>
        <p:spPr>
          <a:xfrm>
            <a:off x="9173466" y="1263513"/>
            <a:ext cx="1063748" cy="4762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id="{4DF75BA2-B0DD-444D-8AD7-0D196FD52E15}"/>
              </a:ext>
            </a:extLst>
          </p:cNvPr>
          <p:cNvCxnSpPr>
            <a:cxnSpLocks/>
            <a:stCxn id="105" idx="2"/>
            <a:endCxn id="29" idx="0"/>
          </p:cNvCxnSpPr>
          <p:nvPr/>
        </p:nvCxnSpPr>
        <p:spPr>
          <a:xfrm>
            <a:off x="8453466" y="1533513"/>
            <a:ext cx="0" cy="450020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直接箭头连接符 122">
            <a:extLst>
              <a:ext uri="{FF2B5EF4-FFF2-40B4-BE49-F238E27FC236}">
                <a16:creationId xmlns:a16="http://schemas.microsoft.com/office/drawing/2014/main" id="{E273294B-8601-44D8-891E-64D3B55ABD03}"/>
              </a:ext>
            </a:extLst>
          </p:cNvPr>
          <p:cNvCxnSpPr>
            <a:cxnSpLocks/>
            <a:stCxn id="106" idx="2"/>
            <a:endCxn id="33" idx="0"/>
          </p:cNvCxnSpPr>
          <p:nvPr/>
        </p:nvCxnSpPr>
        <p:spPr>
          <a:xfrm>
            <a:off x="10957214" y="1538275"/>
            <a:ext cx="0" cy="439999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8" name="文本框 127">
            <a:extLst>
              <a:ext uri="{FF2B5EF4-FFF2-40B4-BE49-F238E27FC236}">
                <a16:creationId xmlns:a16="http://schemas.microsoft.com/office/drawing/2014/main" id="{8FFED123-BA91-4113-81E3-D90E87E65458}"/>
              </a:ext>
            </a:extLst>
          </p:cNvPr>
          <p:cNvSpPr txBox="1"/>
          <p:nvPr/>
        </p:nvSpPr>
        <p:spPr>
          <a:xfrm>
            <a:off x="2194406" y="927340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发射机架构重构</a:t>
            </a: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704F57DE-9058-4A62-91A8-BC29D13ED1B3}"/>
              </a:ext>
            </a:extLst>
          </p:cNvPr>
          <p:cNvSpPr txBox="1"/>
          <p:nvPr/>
        </p:nvSpPr>
        <p:spPr>
          <a:xfrm>
            <a:off x="5774485" y="918173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空间大尺度重构</a:t>
            </a: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8CB6E16D-E976-46E0-8E71-B5060ABE6649}"/>
              </a:ext>
            </a:extLst>
          </p:cNvPr>
          <p:cNvSpPr txBox="1"/>
          <p:nvPr/>
        </p:nvSpPr>
        <p:spPr>
          <a:xfrm>
            <a:off x="9290856" y="971015"/>
            <a:ext cx="828843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信道环境重构</a:t>
            </a:r>
          </a:p>
        </p:txBody>
      </p:sp>
      <p:grpSp>
        <p:nvGrpSpPr>
          <p:cNvPr id="150" name="组合 149">
            <a:extLst>
              <a:ext uri="{FF2B5EF4-FFF2-40B4-BE49-F238E27FC236}">
                <a16:creationId xmlns:a16="http://schemas.microsoft.com/office/drawing/2014/main" id="{150F9E54-0C28-4AC2-9805-1CBE390DBC71}"/>
              </a:ext>
            </a:extLst>
          </p:cNvPr>
          <p:cNvGrpSpPr/>
          <p:nvPr/>
        </p:nvGrpSpPr>
        <p:grpSpPr>
          <a:xfrm>
            <a:off x="3213809" y="8313483"/>
            <a:ext cx="7971007" cy="365286"/>
            <a:chOff x="3214603" y="8394053"/>
            <a:chExt cx="7971007" cy="365286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132" name="矩形: 圆角 131">
              <a:extLst>
                <a:ext uri="{FF2B5EF4-FFF2-40B4-BE49-F238E27FC236}">
                  <a16:creationId xmlns:a16="http://schemas.microsoft.com/office/drawing/2014/main" id="{DE9E1AA3-B393-40D1-89CE-5492A31473BD}"/>
                </a:ext>
              </a:extLst>
            </p:cNvPr>
            <p:cNvSpPr/>
            <p:nvPr/>
          </p:nvSpPr>
          <p:spPr>
            <a:xfrm>
              <a:off x="3214603" y="8394053"/>
              <a:ext cx="1620001" cy="360000"/>
            </a:xfrm>
            <a:prstGeom prst="roundRect">
              <a:avLst>
                <a:gd name="adj" fmla="val 39840"/>
              </a:avLst>
            </a:prstGeom>
            <a:grpFill/>
            <a:ln>
              <a:solidFill>
                <a:schemeClr val="bg1">
                  <a:lumMod val="8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rPr>
                <a:t>理论建模</a:t>
              </a:r>
            </a:p>
          </p:txBody>
        </p:sp>
        <p:sp>
          <p:nvSpPr>
            <p:cNvPr id="133" name="矩形: 圆角 132">
              <a:extLst>
                <a:ext uri="{FF2B5EF4-FFF2-40B4-BE49-F238E27FC236}">
                  <a16:creationId xmlns:a16="http://schemas.microsoft.com/office/drawing/2014/main" id="{1C6F8E78-B0DB-4250-8989-5E80DD59DC54}"/>
                </a:ext>
              </a:extLst>
            </p:cNvPr>
            <p:cNvSpPr/>
            <p:nvPr/>
          </p:nvSpPr>
          <p:spPr>
            <a:xfrm>
              <a:off x="5331605" y="8394053"/>
              <a:ext cx="1620001" cy="360000"/>
            </a:xfrm>
            <a:prstGeom prst="roundRect">
              <a:avLst>
                <a:gd name="adj" fmla="val 39840"/>
              </a:avLst>
            </a:prstGeom>
            <a:grpFill/>
            <a:ln>
              <a:solidFill>
                <a:schemeClr val="bg1">
                  <a:lumMod val="8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rPr>
                <a:t>性能分析</a:t>
              </a:r>
            </a:p>
          </p:txBody>
        </p:sp>
        <p:sp>
          <p:nvSpPr>
            <p:cNvPr id="134" name="矩形: 圆角 133">
              <a:extLst>
                <a:ext uri="{FF2B5EF4-FFF2-40B4-BE49-F238E27FC236}">
                  <a16:creationId xmlns:a16="http://schemas.microsoft.com/office/drawing/2014/main" id="{43ED8CB6-914B-4E77-BAD6-BC3285853EF4}"/>
                </a:ext>
              </a:extLst>
            </p:cNvPr>
            <p:cNvSpPr/>
            <p:nvPr/>
          </p:nvSpPr>
          <p:spPr>
            <a:xfrm>
              <a:off x="7448607" y="8399339"/>
              <a:ext cx="1620001" cy="360000"/>
            </a:xfrm>
            <a:prstGeom prst="roundRect">
              <a:avLst>
                <a:gd name="adj" fmla="val 39840"/>
              </a:avLst>
            </a:prstGeom>
            <a:grpFill/>
            <a:ln>
              <a:solidFill>
                <a:schemeClr val="bg1">
                  <a:lumMod val="8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rPr>
                <a:t>算法设计</a:t>
              </a:r>
            </a:p>
          </p:txBody>
        </p:sp>
        <p:sp>
          <p:nvSpPr>
            <p:cNvPr id="135" name="矩形: 圆角 134">
              <a:extLst>
                <a:ext uri="{FF2B5EF4-FFF2-40B4-BE49-F238E27FC236}">
                  <a16:creationId xmlns:a16="http://schemas.microsoft.com/office/drawing/2014/main" id="{3E6B8456-1916-45FD-8E73-0C6D25575C3E}"/>
                </a:ext>
              </a:extLst>
            </p:cNvPr>
            <p:cNvSpPr/>
            <p:nvPr/>
          </p:nvSpPr>
          <p:spPr>
            <a:xfrm>
              <a:off x="9565609" y="8394577"/>
              <a:ext cx="1620001" cy="360000"/>
            </a:xfrm>
            <a:prstGeom prst="roundRect">
              <a:avLst>
                <a:gd name="adj" fmla="val 39840"/>
              </a:avLst>
            </a:prstGeom>
            <a:grpFill/>
            <a:ln>
              <a:solidFill>
                <a:schemeClr val="bg1">
                  <a:lumMod val="8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rPr>
                <a:t>实测验证</a:t>
              </a:r>
            </a:p>
          </p:txBody>
        </p:sp>
        <p:cxnSp>
          <p:nvCxnSpPr>
            <p:cNvPr id="136" name="直接箭头连接符 135">
              <a:extLst>
                <a:ext uri="{FF2B5EF4-FFF2-40B4-BE49-F238E27FC236}">
                  <a16:creationId xmlns:a16="http://schemas.microsoft.com/office/drawing/2014/main" id="{7755FBF0-62EF-4338-A151-5392E1D67D89}"/>
                </a:ext>
              </a:extLst>
            </p:cNvPr>
            <p:cNvCxnSpPr>
              <a:cxnSpLocks/>
              <a:stCxn id="132" idx="3"/>
              <a:endCxn id="133" idx="1"/>
            </p:cNvCxnSpPr>
            <p:nvPr/>
          </p:nvCxnSpPr>
          <p:spPr>
            <a:xfrm>
              <a:off x="4834604" y="8574053"/>
              <a:ext cx="497001" cy="0"/>
            </a:xfrm>
            <a:prstGeom prst="straightConnector1">
              <a:avLst/>
            </a:prstGeom>
            <a:grpFill/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9" name="直接箭头连接符 138">
              <a:extLst>
                <a:ext uri="{FF2B5EF4-FFF2-40B4-BE49-F238E27FC236}">
                  <a16:creationId xmlns:a16="http://schemas.microsoft.com/office/drawing/2014/main" id="{4E6FDEDF-9C4D-449A-ADB4-32B91A425F4B}"/>
                </a:ext>
              </a:extLst>
            </p:cNvPr>
            <p:cNvCxnSpPr>
              <a:cxnSpLocks/>
              <a:stCxn id="134" idx="3"/>
              <a:endCxn id="135" idx="1"/>
            </p:cNvCxnSpPr>
            <p:nvPr/>
          </p:nvCxnSpPr>
          <p:spPr>
            <a:xfrm flipV="1">
              <a:off x="9068608" y="8574577"/>
              <a:ext cx="497001" cy="4762"/>
            </a:xfrm>
            <a:prstGeom prst="straightConnector1">
              <a:avLst/>
            </a:prstGeom>
            <a:grpFill/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0" name="直接箭头连接符 139">
              <a:extLst>
                <a:ext uri="{FF2B5EF4-FFF2-40B4-BE49-F238E27FC236}">
                  <a16:creationId xmlns:a16="http://schemas.microsoft.com/office/drawing/2014/main" id="{354C8C99-72E3-452C-9DB2-643A13AF0D48}"/>
                </a:ext>
              </a:extLst>
            </p:cNvPr>
            <p:cNvCxnSpPr>
              <a:cxnSpLocks/>
              <a:stCxn id="133" idx="3"/>
              <a:endCxn id="134" idx="1"/>
            </p:cNvCxnSpPr>
            <p:nvPr/>
          </p:nvCxnSpPr>
          <p:spPr>
            <a:xfrm>
              <a:off x="6951606" y="8574053"/>
              <a:ext cx="497001" cy="5286"/>
            </a:xfrm>
            <a:prstGeom prst="straightConnector1">
              <a:avLst/>
            </a:prstGeom>
            <a:grpFill/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37748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DD4F00D6-0FD8-42A2-9914-ABA9140F8213}"/>
              </a:ext>
            </a:extLst>
          </p:cNvPr>
          <p:cNvSpPr/>
          <p:nvPr/>
        </p:nvSpPr>
        <p:spPr>
          <a:xfrm>
            <a:off x="2913856" y="2351881"/>
            <a:ext cx="8572500" cy="571500"/>
          </a:xfrm>
          <a:custGeom>
            <a:avLst/>
            <a:gdLst>
              <a:gd name="connsiteX0" fmla="*/ 8524875 w 8572500"/>
              <a:gd name="connsiteY0" fmla="*/ 0 h 571500"/>
              <a:gd name="connsiteX1" fmla="*/ 8572500 w 8572500"/>
              <a:gd name="connsiteY1" fmla="*/ 47625 h 571500"/>
              <a:gd name="connsiteX2" fmla="*/ 8572500 w 8572500"/>
              <a:gd name="connsiteY2" fmla="*/ 523875 h 571500"/>
              <a:gd name="connsiteX3" fmla="*/ 8524875 w 8572500"/>
              <a:gd name="connsiteY3" fmla="*/ 571500 h 571500"/>
              <a:gd name="connsiteX4" fmla="*/ 47625 w 8572500"/>
              <a:gd name="connsiteY4" fmla="*/ 571500 h 571500"/>
              <a:gd name="connsiteX5" fmla="*/ 0 w 8572500"/>
              <a:gd name="connsiteY5" fmla="*/ 523875 h 571500"/>
              <a:gd name="connsiteX6" fmla="*/ 0 w 8572500"/>
              <a:gd name="connsiteY6" fmla="*/ 47625 h 571500"/>
              <a:gd name="connsiteX7" fmla="*/ 47625 w 8572500"/>
              <a:gd name="connsiteY7" fmla="*/ 0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2500" h="571500">
                <a:moveTo>
                  <a:pt x="8524875" y="0"/>
                </a:moveTo>
                <a:cubicBezTo>
                  <a:pt x="8551177" y="0"/>
                  <a:pt x="8572500" y="21322"/>
                  <a:pt x="8572500" y="47625"/>
                </a:cubicBezTo>
                <a:lnTo>
                  <a:pt x="8572500" y="523875"/>
                </a:lnTo>
                <a:cubicBezTo>
                  <a:pt x="8572500" y="550178"/>
                  <a:pt x="8551177" y="571500"/>
                  <a:pt x="8524875" y="571500"/>
                </a:cubicBezTo>
                <a:lnTo>
                  <a:pt x="47625" y="571500"/>
                </a:lnTo>
                <a:cubicBezTo>
                  <a:pt x="21322" y="571500"/>
                  <a:pt x="0" y="550178"/>
                  <a:pt x="0" y="52387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4A90E2"/>
          </a:solidFill>
          <a:ln w="19050" cap="flat">
            <a:solidFill>
              <a:srgbClr val="333333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75CF7F6-652E-4677-B5EE-8F9982691C5E}"/>
              </a:ext>
            </a:extLst>
          </p:cNvPr>
          <p:cNvSpPr txBox="1"/>
          <p:nvPr/>
        </p:nvSpPr>
        <p:spPr>
          <a:xfrm>
            <a:off x="6565741" y="2401411"/>
            <a:ext cx="122341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b="1">
                <a:solidFill>
                  <a:srgbClr val="FFFFFF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黑体"/>
                <a:rtl val="0"/>
              </a:rPr>
              <a:t>关键科学问题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4417E0-D143-48E7-A8BF-706DEB2E8CE8}"/>
              </a:ext>
            </a:extLst>
          </p:cNvPr>
          <p:cNvSpPr txBox="1"/>
          <p:nvPr/>
        </p:nvSpPr>
        <p:spPr>
          <a:xfrm>
            <a:off x="4374993" y="2668111"/>
            <a:ext cx="566853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50">
                <a:solidFill>
                  <a:srgbClr val="FFFFFF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黑体"/>
                <a:rtl val="0"/>
              </a:rPr>
              <a:t>如何利用可重构天线系统突破传统MIMO功耗与成本瓶颈，实现“智能电磁环境”的高效重构？</a:t>
            </a:r>
          </a:p>
        </p:txBody>
      </p:sp>
      <p:grpSp>
        <p:nvGrpSpPr>
          <p:cNvPr id="11" name="图形 4">
            <a:extLst>
              <a:ext uri="{FF2B5EF4-FFF2-40B4-BE49-F238E27FC236}">
                <a16:creationId xmlns:a16="http://schemas.microsoft.com/office/drawing/2014/main" id="{6DD07548-BAAF-430C-9099-EC06C60646FA}"/>
              </a:ext>
            </a:extLst>
          </p:cNvPr>
          <p:cNvGrpSpPr/>
          <p:nvPr/>
        </p:nvGrpSpPr>
        <p:grpSpPr>
          <a:xfrm>
            <a:off x="2913856" y="3209131"/>
            <a:ext cx="1143000" cy="5238750"/>
            <a:chOff x="1809750" y="1238250"/>
            <a:chExt cx="1143000" cy="5238750"/>
          </a:xfrm>
        </p:grpSpPr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DD797F05-7D92-4CDB-9C98-D547BF0C8F28}"/>
                </a:ext>
              </a:extLst>
            </p:cNvPr>
            <p:cNvSpPr/>
            <p:nvPr/>
          </p:nvSpPr>
          <p:spPr>
            <a:xfrm>
              <a:off x="1809750" y="1238250"/>
              <a:ext cx="1143000" cy="5238750"/>
            </a:xfrm>
            <a:custGeom>
              <a:avLst/>
              <a:gdLst>
                <a:gd name="connsiteX0" fmla="*/ 1095425 w 1143000"/>
                <a:gd name="connsiteY0" fmla="*/ 120 h 5238750"/>
                <a:gd name="connsiteX1" fmla="*/ 1143050 w 1143000"/>
                <a:gd name="connsiteY1" fmla="*/ 47745 h 5238750"/>
                <a:gd name="connsiteX2" fmla="*/ 1143050 w 1143000"/>
                <a:gd name="connsiteY2" fmla="*/ 5191245 h 5238750"/>
                <a:gd name="connsiteX3" fmla="*/ 1095425 w 1143000"/>
                <a:gd name="connsiteY3" fmla="*/ 5238870 h 5238750"/>
                <a:gd name="connsiteX4" fmla="*/ 47675 w 1143000"/>
                <a:gd name="connsiteY4" fmla="*/ 5238870 h 5238750"/>
                <a:gd name="connsiteX5" fmla="*/ 50 w 1143000"/>
                <a:gd name="connsiteY5" fmla="*/ 5191245 h 5238750"/>
                <a:gd name="connsiteX6" fmla="*/ 50 w 1143000"/>
                <a:gd name="connsiteY6" fmla="*/ 47745 h 5238750"/>
                <a:gd name="connsiteX7" fmla="*/ 47675 w 1143000"/>
                <a:gd name="connsiteY7" fmla="*/ 120 h 523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43000" h="5238750">
                  <a:moveTo>
                    <a:pt x="1095425" y="120"/>
                  </a:moveTo>
                  <a:cubicBezTo>
                    <a:pt x="1121728" y="120"/>
                    <a:pt x="1143050" y="21442"/>
                    <a:pt x="1143050" y="47745"/>
                  </a:cubicBezTo>
                  <a:lnTo>
                    <a:pt x="1143050" y="5191245"/>
                  </a:lnTo>
                  <a:cubicBezTo>
                    <a:pt x="1143050" y="5217548"/>
                    <a:pt x="1121728" y="5238870"/>
                    <a:pt x="1095425" y="5238870"/>
                  </a:cubicBezTo>
                  <a:lnTo>
                    <a:pt x="47675" y="5238870"/>
                  </a:lnTo>
                  <a:cubicBezTo>
                    <a:pt x="21372" y="5238870"/>
                    <a:pt x="50" y="5217548"/>
                    <a:pt x="50" y="5191245"/>
                  </a:cubicBezTo>
                  <a:lnTo>
                    <a:pt x="50" y="47745"/>
                  </a:lnTo>
                  <a:cubicBezTo>
                    <a:pt x="50" y="21442"/>
                    <a:pt x="21372" y="120"/>
                    <a:pt x="47675" y="120"/>
                  </a:cubicBezTo>
                  <a:close/>
                </a:path>
              </a:pathLst>
            </a:custGeom>
            <a:solidFill>
              <a:srgbClr val="E1F5FE"/>
            </a:solidFill>
            <a:ln w="9525" cap="flat">
              <a:solidFill>
                <a:srgbClr val="4A90E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0CF3EA23-8A41-49D8-B7F3-72FDE120A46C}"/>
                </a:ext>
              </a:extLst>
            </p:cNvPr>
            <p:cNvSpPr txBox="1"/>
            <p:nvPr/>
          </p:nvSpPr>
          <p:spPr>
            <a:xfrm>
              <a:off x="2236708" y="1725930"/>
              <a:ext cx="369332" cy="765594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l"/>
              <a:r>
                <a:rPr lang="zh-CN" altLang="en-US" sz="1200">
                  <a:solidFill>
                    <a:srgbClr val="0277BD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研 究 挑 战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E812E06A-1749-45E9-91A9-B384243408CA}"/>
                </a:ext>
              </a:extLst>
            </p:cNvPr>
            <p:cNvSpPr txBox="1"/>
            <p:nvPr/>
          </p:nvSpPr>
          <p:spPr>
            <a:xfrm>
              <a:off x="2236708" y="3392805"/>
              <a:ext cx="369332" cy="765594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l"/>
              <a:r>
                <a:rPr lang="zh-CN" altLang="en-US" sz="1200">
                  <a:solidFill>
                    <a:srgbClr val="0277BD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研 究 内 容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3487B97B-E057-48A0-AB48-99AA5823127F}"/>
                </a:ext>
              </a:extLst>
            </p:cNvPr>
            <p:cNvSpPr txBox="1"/>
            <p:nvPr/>
          </p:nvSpPr>
          <p:spPr>
            <a:xfrm>
              <a:off x="2236708" y="4983480"/>
              <a:ext cx="369332" cy="924292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l"/>
              <a:r>
                <a:rPr lang="zh-CN" altLang="en-US" sz="1200">
                  <a:solidFill>
                    <a:srgbClr val="0277BD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目 标 &amp; 章 节</a:t>
              </a:r>
            </a:p>
          </p:txBody>
        </p:sp>
      </p:grpSp>
      <p:grpSp>
        <p:nvGrpSpPr>
          <p:cNvPr id="16" name="图形 4">
            <a:extLst>
              <a:ext uri="{FF2B5EF4-FFF2-40B4-BE49-F238E27FC236}">
                <a16:creationId xmlns:a16="http://schemas.microsoft.com/office/drawing/2014/main" id="{7E199DDD-64B5-45C9-9F37-46AF130200B3}"/>
              </a:ext>
            </a:extLst>
          </p:cNvPr>
          <p:cNvGrpSpPr/>
          <p:nvPr/>
        </p:nvGrpSpPr>
        <p:grpSpPr>
          <a:xfrm>
            <a:off x="4152106" y="3066256"/>
            <a:ext cx="2286000" cy="5326596"/>
            <a:chOff x="3048000" y="1095375"/>
            <a:chExt cx="2286000" cy="5326596"/>
          </a:xfrm>
        </p:grpSpPr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EC4968E-0E25-4EFF-9B55-4C86ABDEAAC8}"/>
                </a:ext>
              </a:extLst>
            </p:cNvPr>
            <p:cNvSpPr/>
            <p:nvPr/>
          </p:nvSpPr>
          <p:spPr>
            <a:xfrm>
              <a:off x="3048000" y="1095375"/>
              <a:ext cx="2286000" cy="285750"/>
            </a:xfrm>
            <a:custGeom>
              <a:avLst/>
              <a:gdLst>
                <a:gd name="connsiteX0" fmla="*/ 2238555 w 2286000"/>
                <a:gd name="connsiteY0" fmla="*/ 120 h 285750"/>
                <a:gd name="connsiteX1" fmla="*/ 2286180 w 2286000"/>
                <a:gd name="connsiteY1" fmla="*/ 47745 h 285750"/>
                <a:gd name="connsiteX2" fmla="*/ 2286180 w 2286000"/>
                <a:gd name="connsiteY2" fmla="*/ 238245 h 285750"/>
                <a:gd name="connsiteX3" fmla="*/ 2238555 w 2286000"/>
                <a:gd name="connsiteY3" fmla="*/ 285870 h 285750"/>
                <a:gd name="connsiteX4" fmla="*/ 47805 w 2286000"/>
                <a:gd name="connsiteY4" fmla="*/ 285870 h 285750"/>
                <a:gd name="connsiteX5" fmla="*/ 180 w 2286000"/>
                <a:gd name="connsiteY5" fmla="*/ 238245 h 285750"/>
                <a:gd name="connsiteX6" fmla="*/ 180 w 2286000"/>
                <a:gd name="connsiteY6" fmla="*/ 47745 h 285750"/>
                <a:gd name="connsiteX7" fmla="*/ 47805 w 2286000"/>
                <a:gd name="connsiteY7" fmla="*/ 120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86000" h="285750">
                  <a:moveTo>
                    <a:pt x="2238555" y="120"/>
                  </a:moveTo>
                  <a:cubicBezTo>
                    <a:pt x="2264858" y="120"/>
                    <a:pt x="2286180" y="21442"/>
                    <a:pt x="2286180" y="47745"/>
                  </a:cubicBezTo>
                  <a:lnTo>
                    <a:pt x="2286180" y="238245"/>
                  </a:lnTo>
                  <a:cubicBezTo>
                    <a:pt x="2286180" y="264548"/>
                    <a:pt x="2264858" y="285870"/>
                    <a:pt x="2238555" y="285870"/>
                  </a:cubicBezTo>
                  <a:lnTo>
                    <a:pt x="47805" y="285870"/>
                  </a:lnTo>
                  <a:cubicBezTo>
                    <a:pt x="21502" y="285870"/>
                    <a:pt x="180" y="264548"/>
                    <a:pt x="180" y="238245"/>
                  </a:cubicBezTo>
                  <a:lnTo>
                    <a:pt x="180" y="47745"/>
                  </a:lnTo>
                  <a:cubicBezTo>
                    <a:pt x="180" y="21442"/>
                    <a:pt x="21502" y="120"/>
                    <a:pt x="47805" y="120"/>
                  </a:cubicBezTo>
                  <a:close/>
                </a:path>
              </a:pathLst>
            </a:custGeom>
            <a:solidFill>
              <a:srgbClr val="FFECB3"/>
            </a:solidFill>
            <a:ln w="9525" cap="flat">
              <a:solidFill>
                <a:srgbClr val="FF8F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2686FC50-8126-4DEA-BCD5-CE8D6A8CDDA2}"/>
                </a:ext>
              </a:extLst>
            </p:cNvPr>
            <p:cNvSpPr txBox="1"/>
            <p:nvPr/>
          </p:nvSpPr>
          <p:spPr>
            <a:xfrm>
              <a:off x="3370897" y="1125855"/>
              <a:ext cx="157286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50" b="1" dirty="0">
                  <a:solidFill>
                    <a:srgbClr val="333333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发射机架构重构 (DMA)</a:t>
              </a:r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E43B8146-C127-4A96-9E82-1C63537AD422}"/>
                </a:ext>
              </a:extLst>
            </p:cNvPr>
            <p:cNvSpPr/>
            <p:nvPr/>
          </p:nvSpPr>
          <p:spPr>
            <a:xfrm>
              <a:off x="3143250" y="1524000"/>
              <a:ext cx="2095500" cy="1143000"/>
            </a:xfrm>
            <a:custGeom>
              <a:avLst/>
              <a:gdLst>
                <a:gd name="connsiteX0" fmla="*/ 2048055 w 2095500"/>
                <a:gd name="connsiteY0" fmla="*/ 120 h 1143000"/>
                <a:gd name="connsiteX1" fmla="*/ 2095680 w 2095500"/>
                <a:gd name="connsiteY1" fmla="*/ 47745 h 1143000"/>
                <a:gd name="connsiteX2" fmla="*/ 2095680 w 2095500"/>
                <a:gd name="connsiteY2" fmla="*/ 1095495 h 1143000"/>
                <a:gd name="connsiteX3" fmla="*/ 2048055 w 2095500"/>
                <a:gd name="connsiteY3" fmla="*/ 1143120 h 1143000"/>
                <a:gd name="connsiteX4" fmla="*/ 47805 w 2095500"/>
                <a:gd name="connsiteY4" fmla="*/ 1143120 h 1143000"/>
                <a:gd name="connsiteX5" fmla="*/ 180 w 2095500"/>
                <a:gd name="connsiteY5" fmla="*/ 1095495 h 1143000"/>
                <a:gd name="connsiteX6" fmla="*/ 180 w 2095500"/>
                <a:gd name="connsiteY6" fmla="*/ 47745 h 1143000"/>
                <a:gd name="connsiteX7" fmla="*/ 47805 w 2095500"/>
                <a:gd name="connsiteY7" fmla="*/ 12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95500" h="1143000">
                  <a:moveTo>
                    <a:pt x="2048055" y="120"/>
                  </a:moveTo>
                  <a:cubicBezTo>
                    <a:pt x="2074358" y="120"/>
                    <a:pt x="2095680" y="21442"/>
                    <a:pt x="2095680" y="47745"/>
                  </a:cubicBezTo>
                  <a:lnTo>
                    <a:pt x="2095680" y="1095495"/>
                  </a:lnTo>
                  <a:cubicBezTo>
                    <a:pt x="2095680" y="1121798"/>
                    <a:pt x="2074358" y="1143120"/>
                    <a:pt x="2048055" y="1143120"/>
                  </a:cubicBezTo>
                  <a:lnTo>
                    <a:pt x="47805" y="1143120"/>
                  </a:lnTo>
                  <a:cubicBezTo>
                    <a:pt x="21502" y="1143120"/>
                    <a:pt x="180" y="1121798"/>
                    <a:pt x="180" y="1095495"/>
                  </a:cubicBezTo>
                  <a:lnTo>
                    <a:pt x="180" y="47745"/>
                  </a:lnTo>
                  <a:cubicBezTo>
                    <a:pt x="180" y="21442"/>
                    <a:pt x="21502" y="120"/>
                    <a:pt x="47805" y="12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custDash>
                <a:ds d="375000" sp="375000"/>
              </a:custDash>
              <a:miter/>
            </a:ln>
          </p:spPr>
          <p:txBody>
            <a:bodyPr rtlCol="0" anchor="ctr"/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AF337785-FEF8-45CC-B390-55A0FD6598A8}"/>
                </a:ext>
              </a:extLst>
            </p:cNvPr>
            <p:cNvSpPr txBox="1"/>
            <p:nvPr/>
          </p:nvSpPr>
          <p:spPr>
            <a:xfrm>
              <a:off x="3585210" y="1621155"/>
              <a:ext cx="122341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>
                  <a:solidFill>
                    <a:srgbClr val="333333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理想连续相位假设与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610183EC-F15E-4F0F-B02C-E06EAD7E4248}"/>
                </a:ext>
              </a:extLst>
            </p:cNvPr>
            <p:cNvSpPr txBox="1"/>
            <p:nvPr/>
          </p:nvSpPr>
          <p:spPr>
            <a:xfrm>
              <a:off x="3413760" y="1811655"/>
              <a:ext cx="156966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>
                  <a:solidFill>
                    <a:srgbClr val="333333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实际离散硬件约束的鸿沟；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34D51978-2DFA-4BCE-A067-50C3EDEF9B4D}"/>
                </a:ext>
              </a:extLst>
            </p:cNvPr>
            <p:cNvSpPr txBox="1"/>
            <p:nvPr/>
          </p:nvSpPr>
          <p:spPr>
            <a:xfrm>
              <a:off x="3613785" y="2002155"/>
              <a:ext cx="117211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>
                  <a:solidFill>
                    <a:srgbClr val="333333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传统CSI获取困难；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20CB335A-86AA-4483-947E-E2C4104C72CD}"/>
                </a:ext>
              </a:extLst>
            </p:cNvPr>
            <p:cNvSpPr txBox="1"/>
            <p:nvPr/>
          </p:nvSpPr>
          <p:spPr>
            <a:xfrm>
              <a:off x="3585210" y="2192655"/>
              <a:ext cx="122341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>
                  <a:solidFill>
                    <a:srgbClr val="333333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洛伦兹谐振约束限制</a:t>
              </a:r>
            </a:p>
          </p:txBody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3BB4A7D6-A7B7-4460-87F8-72C04884DD27}"/>
                </a:ext>
              </a:extLst>
            </p:cNvPr>
            <p:cNvSpPr/>
            <p:nvPr/>
          </p:nvSpPr>
          <p:spPr>
            <a:xfrm>
              <a:off x="4191000" y="2667000"/>
              <a:ext cx="9525" cy="285750"/>
            </a:xfrm>
            <a:custGeom>
              <a:avLst/>
              <a:gdLst>
                <a:gd name="connsiteX0" fmla="*/ 180 w 9525"/>
                <a:gd name="connsiteY0" fmla="*/ 120 h 285750"/>
                <a:gd name="connsiteX1" fmla="*/ 180 w 9525"/>
                <a:gd name="connsiteY1" fmla="*/ 285870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85750">
                  <a:moveTo>
                    <a:pt x="180" y="120"/>
                  </a:moveTo>
                  <a:lnTo>
                    <a:pt x="180" y="285870"/>
                  </a:lnTo>
                </a:path>
              </a:pathLst>
            </a:custGeom>
            <a:ln w="19050" cap="flat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A296D40F-9E0C-4B27-9909-6FC296E8805F}"/>
                </a:ext>
              </a:extLst>
            </p:cNvPr>
            <p:cNvSpPr/>
            <p:nvPr/>
          </p:nvSpPr>
          <p:spPr>
            <a:xfrm>
              <a:off x="3143250" y="2952750"/>
              <a:ext cx="2095500" cy="1714500"/>
            </a:xfrm>
            <a:custGeom>
              <a:avLst/>
              <a:gdLst>
                <a:gd name="connsiteX0" fmla="*/ 2048055 w 2095500"/>
                <a:gd name="connsiteY0" fmla="*/ 120 h 1714500"/>
                <a:gd name="connsiteX1" fmla="*/ 2095680 w 2095500"/>
                <a:gd name="connsiteY1" fmla="*/ 47745 h 1714500"/>
                <a:gd name="connsiteX2" fmla="*/ 2095680 w 2095500"/>
                <a:gd name="connsiteY2" fmla="*/ 1666995 h 1714500"/>
                <a:gd name="connsiteX3" fmla="*/ 2048055 w 2095500"/>
                <a:gd name="connsiteY3" fmla="*/ 1714620 h 1714500"/>
                <a:gd name="connsiteX4" fmla="*/ 47805 w 2095500"/>
                <a:gd name="connsiteY4" fmla="*/ 1714620 h 1714500"/>
                <a:gd name="connsiteX5" fmla="*/ 180 w 2095500"/>
                <a:gd name="connsiteY5" fmla="*/ 1666995 h 1714500"/>
                <a:gd name="connsiteX6" fmla="*/ 180 w 2095500"/>
                <a:gd name="connsiteY6" fmla="*/ 47745 h 1714500"/>
                <a:gd name="connsiteX7" fmla="*/ 47805 w 2095500"/>
                <a:gd name="connsiteY7" fmla="*/ 12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95500" h="1714500">
                  <a:moveTo>
                    <a:pt x="2048055" y="120"/>
                  </a:moveTo>
                  <a:cubicBezTo>
                    <a:pt x="2074358" y="120"/>
                    <a:pt x="2095680" y="21442"/>
                    <a:pt x="2095680" y="47745"/>
                  </a:cubicBezTo>
                  <a:lnTo>
                    <a:pt x="2095680" y="1666995"/>
                  </a:lnTo>
                  <a:cubicBezTo>
                    <a:pt x="2095680" y="1693298"/>
                    <a:pt x="2074358" y="1714620"/>
                    <a:pt x="2048055" y="1714620"/>
                  </a:cubicBezTo>
                  <a:lnTo>
                    <a:pt x="47805" y="1714620"/>
                  </a:lnTo>
                  <a:cubicBezTo>
                    <a:pt x="21502" y="1714620"/>
                    <a:pt x="180" y="1693298"/>
                    <a:pt x="180" y="1666995"/>
                  </a:cubicBezTo>
                  <a:lnTo>
                    <a:pt x="180" y="47745"/>
                  </a:lnTo>
                  <a:cubicBezTo>
                    <a:pt x="180" y="21442"/>
                    <a:pt x="21502" y="120"/>
                    <a:pt x="47805" y="120"/>
                  </a:cubicBezTo>
                  <a:close/>
                </a:path>
              </a:pathLst>
            </a:custGeom>
            <a:solidFill>
              <a:srgbClr val="FFFFFF"/>
            </a:solidFill>
            <a:ln w="19050" cap="flat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E293D61E-9120-41CD-99DD-06195FA78C20}"/>
                </a:ext>
              </a:extLst>
            </p:cNvPr>
            <p:cNvSpPr txBox="1"/>
            <p:nvPr/>
          </p:nvSpPr>
          <p:spPr>
            <a:xfrm>
              <a:off x="3313747" y="3040380"/>
              <a:ext cx="1560042" cy="242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75" b="1">
                  <a:solidFill>
                    <a:srgbClr val="333333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理论极限推导与离散算法</a:t>
              </a:r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B6CCB70E-BCD2-4C73-9D89-40D5436F227F}"/>
                </a:ext>
              </a:extLst>
            </p:cNvPr>
            <p:cNvSpPr/>
            <p:nvPr/>
          </p:nvSpPr>
          <p:spPr>
            <a:xfrm>
              <a:off x="3238500" y="3286125"/>
              <a:ext cx="1905000" cy="9525"/>
            </a:xfrm>
            <a:custGeom>
              <a:avLst/>
              <a:gdLst>
                <a:gd name="connsiteX0" fmla="*/ 180 w 1905000"/>
                <a:gd name="connsiteY0" fmla="*/ 120 h 9525"/>
                <a:gd name="connsiteX1" fmla="*/ 1905180 w 1905000"/>
                <a:gd name="connsiteY1" fmla="*/ 12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05000" h="9525">
                  <a:moveTo>
                    <a:pt x="180" y="120"/>
                  </a:moveTo>
                  <a:lnTo>
                    <a:pt x="1905180" y="120"/>
                  </a:lnTo>
                </a:path>
              </a:pathLst>
            </a:custGeom>
            <a:ln w="9525" cap="flat">
              <a:solidFill>
                <a:srgbClr val="CCCCCC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EBF989B9-15F9-473A-9DA7-04CD6A1987AC}"/>
                </a:ext>
              </a:extLst>
            </p:cNvPr>
            <p:cNvSpPr txBox="1"/>
            <p:nvPr/>
          </p:nvSpPr>
          <p:spPr>
            <a:xfrm>
              <a:off x="3470910" y="3335655"/>
              <a:ext cx="149271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>
                  <a:solidFill>
                    <a:srgbClr val="333333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1. 连续DMA性能极限分析</a:t>
              </a: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D6A687E2-979B-4589-994B-15FD4D83A494}"/>
                </a:ext>
              </a:extLst>
            </p:cNvPr>
            <p:cNvSpPr txBox="1"/>
            <p:nvPr/>
          </p:nvSpPr>
          <p:spPr>
            <a:xfrm>
              <a:off x="3504247" y="3488055"/>
              <a:ext cx="135485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750">
                  <a:solidFill>
                    <a:srgbClr val="666666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(SNR/中断概率/容量闭式解)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993CCC94-0F68-48F1-8C9B-997ACC3631AE}"/>
                </a:ext>
              </a:extLst>
            </p:cNvPr>
            <p:cNvSpPr txBox="1"/>
            <p:nvPr/>
          </p:nvSpPr>
          <p:spPr>
            <a:xfrm>
              <a:off x="3499485" y="3669030"/>
              <a:ext cx="135165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>
                  <a:solidFill>
                    <a:srgbClr val="333333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2. 基于RSSI的相位对齐</a:t>
              </a: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3FA3CB0D-46B2-4BC2-8C59-CCBDAA1598E2}"/>
                </a:ext>
              </a:extLst>
            </p:cNvPr>
            <p:cNvSpPr txBox="1"/>
            <p:nvPr/>
          </p:nvSpPr>
          <p:spPr>
            <a:xfrm>
              <a:off x="3442335" y="3907155"/>
              <a:ext cx="145424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>
                  <a:solidFill>
                    <a:srgbClr val="333333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3. 离散相位波束赋形算法</a:t>
              </a: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37381F26-44CE-4FF6-BE2E-AC80806508B3}"/>
                </a:ext>
              </a:extLst>
            </p:cNvPr>
            <p:cNvSpPr txBox="1"/>
            <p:nvPr/>
          </p:nvSpPr>
          <p:spPr>
            <a:xfrm>
              <a:off x="3432810" y="4059555"/>
              <a:ext cx="1582484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750">
                  <a:solidFill>
                    <a:srgbClr val="666666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(CPP投影算法 &amp; OMPB最优算法)</a:t>
              </a: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D4D7CC96-C445-42FF-8D91-EBFE319DC01A}"/>
                </a:ext>
              </a:extLst>
            </p:cNvPr>
            <p:cNvSpPr txBox="1"/>
            <p:nvPr/>
          </p:nvSpPr>
          <p:spPr>
            <a:xfrm>
              <a:off x="3499485" y="4240530"/>
              <a:ext cx="133882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>
                  <a:solidFill>
                    <a:srgbClr val="333333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4. 量化损耗理论界分析</a:t>
              </a:r>
            </a:p>
          </p:txBody>
        </p:sp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EBD7B8D1-2FF7-4FE5-90EC-FD739F83D63D}"/>
                </a:ext>
              </a:extLst>
            </p:cNvPr>
            <p:cNvSpPr/>
            <p:nvPr/>
          </p:nvSpPr>
          <p:spPr>
            <a:xfrm>
              <a:off x="4191000" y="4667250"/>
              <a:ext cx="9525" cy="285750"/>
            </a:xfrm>
            <a:custGeom>
              <a:avLst/>
              <a:gdLst>
                <a:gd name="connsiteX0" fmla="*/ 180 w 9525"/>
                <a:gd name="connsiteY0" fmla="*/ 120 h 285750"/>
                <a:gd name="connsiteX1" fmla="*/ 180 w 9525"/>
                <a:gd name="connsiteY1" fmla="*/ 285870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85750">
                  <a:moveTo>
                    <a:pt x="180" y="120"/>
                  </a:moveTo>
                  <a:lnTo>
                    <a:pt x="180" y="285870"/>
                  </a:lnTo>
                </a:path>
              </a:pathLst>
            </a:custGeom>
            <a:ln w="19050" cap="flat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A91BE379-A7CE-4B6C-8500-D73F2C29B36C}"/>
                </a:ext>
              </a:extLst>
            </p:cNvPr>
            <p:cNvSpPr/>
            <p:nvPr/>
          </p:nvSpPr>
          <p:spPr>
            <a:xfrm>
              <a:off x="3143250" y="4953000"/>
              <a:ext cx="2095500" cy="1333500"/>
            </a:xfrm>
            <a:custGeom>
              <a:avLst/>
              <a:gdLst>
                <a:gd name="connsiteX0" fmla="*/ 2048055 w 2095500"/>
                <a:gd name="connsiteY0" fmla="*/ 120 h 1333500"/>
                <a:gd name="connsiteX1" fmla="*/ 2095680 w 2095500"/>
                <a:gd name="connsiteY1" fmla="*/ 47745 h 1333500"/>
                <a:gd name="connsiteX2" fmla="*/ 2095680 w 2095500"/>
                <a:gd name="connsiteY2" fmla="*/ 1285995 h 1333500"/>
                <a:gd name="connsiteX3" fmla="*/ 2048055 w 2095500"/>
                <a:gd name="connsiteY3" fmla="*/ 1333620 h 1333500"/>
                <a:gd name="connsiteX4" fmla="*/ 47805 w 2095500"/>
                <a:gd name="connsiteY4" fmla="*/ 1333620 h 1333500"/>
                <a:gd name="connsiteX5" fmla="*/ 180 w 2095500"/>
                <a:gd name="connsiteY5" fmla="*/ 1285995 h 1333500"/>
                <a:gd name="connsiteX6" fmla="*/ 180 w 2095500"/>
                <a:gd name="connsiteY6" fmla="*/ 47745 h 1333500"/>
                <a:gd name="connsiteX7" fmla="*/ 47805 w 2095500"/>
                <a:gd name="connsiteY7" fmla="*/ 120 h 133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95500" h="1333500">
                  <a:moveTo>
                    <a:pt x="2048055" y="120"/>
                  </a:moveTo>
                  <a:cubicBezTo>
                    <a:pt x="2074358" y="120"/>
                    <a:pt x="2095680" y="21443"/>
                    <a:pt x="2095680" y="47745"/>
                  </a:cubicBezTo>
                  <a:lnTo>
                    <a:pt x="2095680" y="1285995"/>
                  </a:lnTo>
                  <a:cubicBezTo>
                    <a:pt x="2095680" y="1312298"/>
                    <a:pt x="2074358" y="1333620"/>
                    <a:pt x="2048055" y="1333620"/>
                  </a:cubicBezTo>
                  <a:lnTo>
                    <a:pt x="47805" y="1333620"/>
                  </a:lnTo>
                  <a:cubicBezTo>
                    <a:pt x="21502" y="1333620"/>
                    <a:pt x="180" y="1312298"/>
                    <a:pt x="180" y="1285995"/>
                  </a:cubicBezTo>
                  <a:lnTo>
                    <a:pt x="180" y="47745"/>
                  </a:lnTo>
                  <a:cubicBezTo>
                    <a:pt x="180" y="21443"/>
                    <a:pt x="21502" y="120"/>
                    <a:pt x="47805" y="120"/>
                  </a:cubicBezTo>
                  <a:close/>
                </a:path>
              </a:pathLst>
            </a:custGeom>
            <a:solidFill>
              <a:srgbClr val="D1C4E9"/>
            </a:solidFill>
            <a:ln w="9525" cap="flat">
              <a:solidFill>
                <a:srgbClr val="673AB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9EFB0452-5BCC-4072-B0BC-080D4C3E5666}"/>
                </a:ext>
              </a:extLst>
            </p:cNvPr>
            <p:cNvSpPr txBox="1"/>
            <p:nvPr/>
          </p:nvSpPr>
          <p:spPr>
            <a:xfrm>
              <a:off x="3789997" y="5050155"/>
              <a:ext cx="7617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b="1">
                  <a:solidFill>
                    <a:srgbClr val="333333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研究目标：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F459B042-4C48-4D9E-ACA4-732BB807B389}"/>
                </a:ext>
              </a:extLst>
            </p:cNvPr>
            <p:cNvSpPr txBox="1"/>
            <p:nvPr/>
          </p:nvSpPr>
          <p:spPr>
            <a:xfrm>
              <a:off x="3356610" y="5250180"/>
              <a:ext cx="1560042" cy="2192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825">
                  <a:solidFill>
                    <a:srgbClr val="333333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探明性能上限，解决离散难题</a:t>
              </a:r>
            </a:p>
          </p:txBody>
        </p:sp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AB29CA02-C182-4F06-ADFF-E293D7AD954B}"/>
                </a:ext>
              </a:extLst>
            </p:cNvPr>
            <p:cNvSpPr/>
            <p:nvPr/>
          </p:nvSpPr>
          <p:spPr>
            <a:xfrm>
              <a:off x="3333750" y="5524500"/>
              <a:ext cx="1714500" cy="9525"/>
            </a:xfrm>
            <a:custGeom>
              <a:avLst/>
              <a:gdLst>
                <a:gd name="connsiteX0" fmla="*/ 180 w 1714500"/>
                <a:gd name="connsiteY0" fmla="*/ 120 h 9525"/>
                <a:gd name="connsiteX1" fmla="*/ 1714680 w 1714500"/>
                <a:gd name="connsiteY1" fmla="*/ 12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14500" h="9525">
                  <a:moveTo>
                    <a:pt x="180" y="120"/>
                  </a:moveTo>
                  <a:lnTo>
                    <a:pt x="1714680" y="120"/>
                  </a:lnTo>
                </a:path>
              </a:pathLst>
            </a:custGeom>
            <a:ln w="9525" cap="flat">
              <a:solidFill>
                <a:srgbClr val="673AB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306BD330-BF55-44B5-9FC1-951E3A5A173A}"/>
                </a:ext>
              </a:extLst>
            </p:cNvPr>
            <p:cNvSpPr txBox="1"/>
            <p:nvPr/>
          </p:nvSpPr>
          <p:spPr>
            <a:xfrm>
              <a:off x="3885247" y="5612130"/>
              <a:ext cx="559769" cy="242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75" b="1">
                  <a:solidFill>
                    <a:srgbClr val="673AB7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第二章</a:t>
              </a: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9239147E-247E-429C-B366-99BAC6CE6701}"/>
                </a:ext>
              </a:extLst>
            </p:cNvPr>
            <p:cNvSpPr txBox="1"/>
            <p:nvPr/>
          </p:nvSpPr>
          <p:spPr>
            <a:xfrm>
              <a:off x="3728085" y="5821680"/>
              <a:ext cx="926857" cy="2192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825">
                  <a:solidFill>
                    <a:srgbClr val="673AB7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(连续DMA理论)</a:t>
              </a: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052D19E1-7833-4D48-8DEF-E01C2E690980}"/>
                </a:ext>
              </a:extLst>
            </p:cNvPr>
            <p:cNvSpPr txBox="1"/>
            <p:nvPr/>
          </p:nvSpPr>
          <p:spPr>
            <a:xfrm>
              <a:off x="3885247" y="5993130"/>
              <a:ext cx="559769" cy="242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75" b="1">
                  <a:solidFill>
                    <a:srgbClr val="673AB7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第三章</a:t>
              </a: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08A65202-B1CA-4304-997A-F22245273A52}"/>
                </a:ext>
              </a:extLst>
            </p:cNvPr>
            <p:cNvSpPr txBox="1"/>
            <p:nvPr/>
          </p:nvSpPr>
          <p:spPr>
            <a:xfrm>
              <a:off x="3728085" y="6202680"/>
              <a:ext cx="926857" cy="2192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825">
                  <a:solidFill>
                    <a:srgbClr val="673AB7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(离散DMA算法)</a:t>
              </a:r>
            </a:p>
          </p:txBody>
        </p:sp>
      </p:grpSp>
      <p:grpSp>
        <p:nvGrpSpPr>
          <p:cNvPr id="43" name="图形 4">
            <a:extLst>
              <a:ext uri="{FF2B5EF4-FFF2-40B4-BE49-F238E27FC236}">
                <a16:creationId xmlns:a16="http://schemas.microsoft.com/office/drawing/2014/main" id="{7CF25C1C-93D2-40AA-A30B-F4FF2D30B1A6}"/>
              </a:ext>
            </a:extLst>
          </p:cNvPr>
          <p:cNvGrpSpPr/>
          <p:nvPr/>
        </p:nvGrpSpPr>
        <p:grpSpPr>
          <a:xfrm>
            <a:off x="6533356" y="3066258"/>
            <a:ext cx="2286000" cy="5191125"/>
            <a:chOff x="5429250" y="1095375"/>
            <a:chExt cx="2286000" cy="5191125"/>
          </a:xfrm>
        </p:grpSpPr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0838FB7-012F-4E25-8F2D-9BA2830E890E}"/>
                </a:ext>
              </a:extLst>
            </p:cNvPr>
            <p:cNvSpPr/>
            <p:nvPr/>
          </p:nvSpPr>
          <p:spPr>
            <a:xfrm>
              <a:off x="5429250" y="1095375"/>
              <a:ext cx="2286000" cy="285750"/>
            </a:xfrm>
            <a:custGeom>
              <a:avLst/>
              <a:gdLst>
                <a:gd name="connsiteX0" fmla="*/ 2238805 w 2286000"/>
                <a:gd name="connsiteY0" fmla="*/ 120 h 285750"/>
                <a:gd name="connsiteX1" fmla="*/ 2286430 w 2286000"/>
                <a:gd name="connsiteY1" fmla="*/ 47745 h 285750"/>
                <a:gd name="connsiteX2" fmla="*/ 2286430 w 2286000"/>
                <a:gd name="connsiteY2" fmla="*/ 238245 h 285750"/>
                <a:gd name="connsiteX3" fmla="*/ 2238805 w 2286000"/>
                <a:gd name="connsiteY3" fmla="*/ 285870 h 285750"/>
                <a:gd name="connsiteX4" fmla="*/ 48055 w 2286000"/>
                <a:gd name="connsiteY4" fmla="*/ 285870 h 285750"/>
                <a:gd name="connsiteX5" fmla="*/ 430 w 2286000"/>
                <a:gd name="connsiteY5" fmla="*/ 238245 h 285750"/>
                <a:gd name="connsiteX6" fmla="*/ 430 w 2286000"/>
                <a:gd name="connsiteY6" fmla="*/ 47745 h 285750"/>
                <a:gd name="connsiteX7" fmla="*/ 48055 w 2286000"/>
                <a:gd name="connsiteY7" fmla="*/ 120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86000" h="285750">
                  <a:moveTo>
                    <a:pt x="2238805" y="120"/>
                  </a:moveTo>
                  <a:cubicBezTo>
                    <a:pt x="2265108" y="120"/>
                    <a:pt x="2286430" y="21442"/>
                    <a:pt x="2286430" y="47745"/>
                  </a:cubicBezTo>
                  <a:lnTo>
                    <a:pt x="2286430" y="238245"/>
                  </a:lnTo>
                  <a:cubicBezTo>
                    <a:pt x="2286430" y="264548"/>
                    <a:pt x="2265108" y="285870"/>
                    <a:pt x="2238805" y="285870"/>
                  </a:cubicBezTo>
                  <a:lnTo>
                    <a:pt x="48055" y="285870"/>
                  </a:lnTo>
                  <a:cubicBezTo>
                    <a:pt x="21752" y="285870"/>
                    <a:pt x="430" y="264548"/>
                    <a:pt x="430" y="238245"/>
                  </a:cubicBezTo>
                  <a:lnTo>
                    <a:pt x="430" y="47745"/>
                  </a:lnTo>
                  <a:cubicBezTo>
                    <a:pt x="430" y="21442"/>
                    <a:pt x="21752" y="120"/>
                    <a:pt x="48055" y="120"/>
                  </a:cubicBezTo>
                  <a:close/>
                </a:path>
              </a:pathLst>
            </a:custGeom>
            <a:solidFill>
              <a:srgbClr val="C8E6C9"/>
            </a:solidFill>
            <a:ln w="9525" cap="flat">
              <a:solidFill>
                <a:srgbClr val="2E7D3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FC886D78-BDFB-49A7-920C-A8926C7C52C1}"/>
                </a:ext>
              </a:extLst>
            </p:cNvPr>
            <p:cNvSpPr txBox="1"/>
            <p:nvPr/>
          </p:nvSpPr>
          <p:spPr>
            <a:xfrm>
              <a:off x="5785485" y="1125855"/>
              <a:ext cx="144623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50" b="1">
                  <a:solidFill>
                    <a:srgbClr val="333333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天线位置重构 (PASS)</a:t>
              </a:r>
            </a:p>
          </p:txBody>
        </p:sp>
        <p:sp>
          <p:nvSpPr>
            <p:cNvPr id="46" name="任意多边形: 形状 45">
              <a:extLst>
                <a:ext uri="{FF2B5EF4-FFF2-40B4-BE49-F238E27FC236}">
                  <a16:creationId xmlns:a16="http://schemas.microsoft.com/office/drawing/2014/main" id="{9C479D1E-B0D4-412F-B7B6-1BE26B96B7F9}"/>
                </a:ext>
              </a:extLst>
            </p:cNvPr>
            <p:cNvSpPr/>
            <p:nvPr/>
          </p:nvSpPr>
          <p:spPr>
            <a:xfrm>
              <a:off x="5524500" y="1524000"/>
              <a:ext cx="2095500" cy="1143000"/>
            </a:xfrm>
            <a:custGeom>
              <a:avLst/>
              <a:gdLst>
                <a:gd name="connsiteX0" fmla="*/ 2048305 w 2095500"/>
                <a:gd name="connsiteY0" fmla="*/ 120 h 1143000"/>
                <a:gd name="connsiteX1" fmla="*/ 2095930 w 2095500"/>
                <a:gd name="connsiteY1" fmla="*/ 47745 h 1143000"/>
                <a:gd name="connsiteX2" fmla="*/ 2095930 w 2095500"/>
                <a:gd name="connsiteY2" fmla="*/ 1095495 h 1143000"/>
                <a:gd name="connsiteX3" fmla="*/ 2048305 w 2095500"/>
                <a:gd name="connsiteY3" fmla="*/ 1143120 h 1143000"/>
                <a:gd name="connsiteX4" fmla="*/ 48055 w 2095500"/>
                <a:gd name="connsiteY4" fmla="*/ 1143120 h 1143000"/>
                <a:gd name="connsiteX5" fmla="*/ 430 w 2095500"/>
                <a:gd name="connsiteY5" fmla="*/ 1095495 h 1143000"/>
                <a:gd name="connsiteX6" fmla="*/ 430 w 2095500"/>
                <a:gd name="connsiteY6" fmla="*/ 47745 h 1143000"/>
                <a:gd name="connsiteX7" fmla="*/ 48055 w 2095500"/>
                <a:gd name="connsiteY7" fmla="*/ 12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95500" h="1143000">
                  <a:moveTo>
                    <a:pt x="2048305" y="120"/>
                  </a:moveTo>
                  <a:cubicBezTo>
                    <a:pt x="2074608" y="120"/>
                    <a:pt x="2095930" y="21442"/>
                    <a:pt x="2095930" y="47745"/>
                  </a:cubicBezTo>
                  <a:lnTo>
                    <a:pt x="2095930" y="1095495"/>
                  </a:lnTo>
                  <a:cubicBezTo>
                    <a:pt x="2095930" y="1121798"/>
                    <a:pt x="2074608" y="1143120"/>
                    <a:pt x="2048305" y="1143120"/>
                  </a:cubicBezTo>
                  <a:lnTo>
                    <a:pt x="48055" y="1143120"/>
                  </a:lnTo>
                  <a:cubicBezTo>
                    <a:pt x="21752" y="1143120"/>
                    <a:pt x="430" y="1121798"/>
                    <a:pt x="430" y="1095495"/>
                  </a:cubicBezTo>
                  <a:lnTo>
                    <a:pt x="430" y="47745"/>
                  </a:lnTo>
                  <a:cubicBezTo>
                    <a:pt x="430" y="21442"/>
                    <a:pt x="21752" y="120"/>
                    <a:pt x="48055" y="12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custDash>
                <a:ds d="375000" sp="375000"/>
              </a:custDash>
              <a:miter/>
            </a:ln>
          </p:spPr>
          <p:txBody>
            <a:bodyPr rtlCol="0" anchor="ctr"/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DA37CB19-E677-4999-8334-E132D8706428}"/>
                </a:ext>
              </a:extLst>
            </p:cNvPr>
            <p:cNvSpPr txBox="1"/>
            <p:nvPr/>
          </p:nvSpPr>
          <p:spPr>
            <a:xfrm>
              <a:off x="5680710" y="1621155"/>
              <a:ext cx="180049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>
                  <a:solidFill>
                    <a:srgbClr val="333333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非理想波导损耗限制系统容量；</a:t>
              </a: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4068D7D2-B9E4-4545-9813-5ECED75BC557}"/>
                </a:ext>
              </a:extLst>
            </p:cNvPr>
            <p:cNvSpPr txBox="1"/>
            <p:nvPr/>
          </p:nvSpPr>
          <p:spPr>
            <a:xfrm>
              <a:off x="5795010" y="1811655"/>
              <a:ext cx="156966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>
                  <a:solidFill>
                    <a:srgbClr val="333333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通信与定位资源分配矛盾；</a:t>
              </a: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E86844DD-0621-4BFA-A20B-B307BDD686DD}"/>
                </a:ext>
              </a:extLst>
            </p:cNvPr>
            <p:cNvSpPr txBox="1"/>
            <p:nvPr/>
          </p:nvSpPr>
          <p:spPr>
            <a:xfrm>
              <a:off x="5795010" y="2002155"/>
              <a:ext cx="156966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>
                  <a:solidFill>
                    <a:srgbClr val="333333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最优天线位置与损耗的权衡</a:t>
              </a:r>
            </a:p>
          </p:txBody>
        </p:sp>
        <p:sp>
          <p:nvSpPr>
            <p:cNvPr id="50" name="任意多边形: 形状 49">
              <a:extLst>
                <a:ext uri="{FF2B5EF4-FFF2-40B4-BE49-F238E27FC236}">
                  <a16:creationId xmlns:a16="http://schemas.microsoft.com/office/drawing/2014/main" id="{3526E244-0D91-4CC7-AC01-4BFB4B18BFB3}"/>
                </a:ext>
              </a:extLst>
            </p:cNvPr>
            <p:cNvSpPr/>
            <p:nvPr/>
          </p:nvSpPr>
          <p:spPr>
            <a:xfrm>
              <a:off x="6572250" y="2667000"/>
              <a:ext cx="9525" cy="285750"/>
            </a:xfrm>
            <a:custGeom>
              <a:avLst/>
              <a:gdLst>
                <a:gd name="connsiteX0" fmla="*/ 430 w 9525"/>
                <a:gd name="connsiteY0" fmla="*/ 120 h 285750"/>
                <a:gd name="connsiteX1" fmla="*/ 430 w 9525"/>
                <a:gd name="connsiteY1" fmla="*/ 285870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85750">
                  <a:moveTo>
                    <a:pt x="430" y="120"/>
                  </a:moveTo>
                  <a:lnTo>
                    <a:pt x="430" y="285870"/>
                  </a:lnTo>
                </a:path>
              </a:pathLst>
            </a:custGeom>
            <a:ln w="19050" cap="flat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1" name="任意多边形: 形状 50">
              <a:extLst>
                <a:ext uri="{FF2B5EF4-FFF2-40B4-BE49-F238E27FC236}">
                  <a16:creationId xmlns:a16="http://schemas.microsoft.com/office/drawing/2014/main" id="{DF544D02-1501-4DEC-AE89-2CE88E1A2B0B}"/>
                </a:ext>
              </a:extLst>
            </p:cNvPr>
            <p:cNvSpPr/>
            <p:nvPr/>
          </p:nvSpPr>
          <p:spPr>
            <a:xfrm>
              <a:off x="5524500" y="2952750"/>
              <a:ext cx="2095500" cy="1714500"/>
            </a:xfrm>
            <a:custGeom>
              <a:avLst/>
              <a:gdLst>
                <a:gd name="connsiteX0" fmla="*/ 2048305 w 2095500"/>
                <a:gd name="connsiteY0" fmla="*/ 120 h 1714500"/>
                <a:gd name="connsiteX1" fmla="*/ 2095930 w 2095500"/>
                <a:gd name="connsiteY1" fmla="*/ 47745 h 1714500"/>
                <a:gd name="connsiteX2" fmla="*/ 2095930 w 2095500"/>
                <a:gd name="connsiteY2" fmla="*/ 1666995 h 1714500"/>
                <a:gd name="connsiteX3" fmla="*/ 2048305 w 2095500"/>
                <a:gd name="connsiteY3" fmla="*/ 1714620 h 1714500"/>
                <a:gd name="connsiteX4" fmla="*/ 48055 w 2095500"/>
                <a:gd name="connsiteY4" fmla="*/ 1714620 h 1714500"/>
                <a:gd name="connsiteX5" fmla="*/ 430 w 2095500"/>
                <a:gd name="connsiteY5" fmla="*/ 1666995 h 1714500"/>
                <a:gd name="connsiteX6" fmla="*/ 430 w 2095500"/>
                <a:gd name="connsiteY6" fmla="*/ 47745 h 1714500"/>
                <a:gd name="connsiteX7" fmla="*/ 48055 w 2095500"/>
                <a:gd name="connsiteY7" fmla="*/ 12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95500" h="1714500">
                  <a:moveTo>
                    <a:pt x="2048305" y="120"/>
                  </a:moveTo>
                  <a:cubicBezTo>
                    <a:pt x="2074608" y="120"/>
                    <a:pt x="2095930" y="21442"/>
                    <a:pt x="2095930" y="47745"/>
                  </a:cubicBezTo>
                  <a:lnTo>
                    <a:pt x="2095930" y="1666995"/>
                  </a:lnTo>
                  <a:cubicBezTo>
                    <a:pt x="2095930" y="1693298"/>
                    <a:pt x="2074608" y="1714620"/>
                    <a:pt x="2048305" y="1714620"/>
                  </a:cubicBezTo>
                  <a:lnTo>
                    <a:pt x="48055" y="1714620"/>
                  </a:lnTo>
                  <a:cubicBezTo>
                    <a:pt x="21752" y="1714620"/>
                    <a:pt x="430" y="1693298"/>
                    <a:pt x="430" y="1666995"/>
                  </a:cubicBezTo>
                  <a:lnTo>
                    <a:pt x="430" y="47745"/>
                  </a:lnTo>
                  <a:cubicBezTo>
                    <a:pt x="430" y="21442"/>
                    <a:pt x="21752" y="120"/>
                    <a:pt x="48055" y="120"/>
                  </a:cubicBezTo>
                  <a:close/>
                </a:path>
              </a:pathLst>
            </a:custGeom>
            <a:solidFill>
              <a:srgbClr val="FFFFFF"/>
            </a:solidFill>
            <a:ln w="19050" cap="flat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8AB42AE1-91E9-4416-9F44-798D1A215ED5}"/>
                </a:ext>
              </a:extLst>
            </p:cNvPr>
            <p:cNvSpPr txBox="1"/>
            <p:nvPr/>
          </p:nvSpPr>
          <p:spPr>
            <a:xfrm>
              <a:off x="5694997" y="3040380"/>
              <a:ext cx="1560042" cy="242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75" b="1">
                  <a:solidFill>
                    <a:srgbClr val="333333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有损分析与位置辅助通信</a:t>
              </a:r>
            </a:p>
          </p:txBody>
        </p:sp>
        <p:sp>
          <p:nvSpPr>
            <p:cNvPr id="53" name="任意多边形: 形状 52">
              <a:extLst>
                <a:ext uri="{FF2B5EF4-FFF2-40B4-BE49-F238E27FC236}">
                  <a16:creationId xmlns:a16="http://schemas.microsoft.com/office/drawing/2014/main" id="{55B42E61-79B0-41BE-8418-B9A962BD3CC4}"/>
                </a:ext>
              </a:extLst>
            </p:cNvPr>
            <p:cNvSpPr/>
            <p:nvPr/>
          </p:nvSpPr>
          <p:spPr>
            <a:xfrm>
              <a:off x="5619750" y="3286125"/>
              <a:ext cx="1905000" cy="9525"/>
            </a:xfrm>
            <a:custGeom>
              <a:avLst/>
              <a:gdLst>
                <a:gd name="connsiteX0" fmla="*/ 430 w 1905000"/>
                <a:gd name="connsiteY0" fmla="*/ 120 h 9525"/>
                <a:gd name="connsiteX1" fmla="*/ 1905430 w 1905000"/>
                <a:gd name="connsiteY1" fmla="*/ 12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05000" h="9525">
                  <a:moveTo>
                    <a:pt x="430" y="120"/>
                  </a:moveTo>
                  <a:lnTo>
                    <a:pt x="1905430" y="120"/>
                  </a:lnTo>
                </a:path>
              </a:pathLst>
            </a:custGeom>
            <a:ln w="9525" cap="flat">
              <a:solidFill>
                <a:srgbClr val="CCCCCC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C1532D61-DB26-48C1-8AB0-7419876E35CD}"/>
                </a:ext>
              </a:extLst>
            </p:cNvPr>
            <p:cNvSpPr txBox="1"/>
            <p:nvPr/>
          </p:nvSpPr>
          <p:spPr>
            <a:xfrm>
              <a:off x="5823585" y="3335655"/>
              <a:ext cx="149912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>
                  <a:solidFill>
                    <a:srgbClr val="333333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1. 有损PASS通信性能分析</a:t>
              </a: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93DF800F-5A09-4B88-9293-BC919663F2BA}"/>
                </a:ext>
              </a:extLst>
            </p:cNvPr>
            <p:cNvSpPr txBox="1"/>
            <p:nvPr/>
          </p:nvSpPr>
          <p:spPr>
            <a:xfrm>
              <a:off x="5933122" y="3488055"/>
              <a:ext cx="1237839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750">
                  <a:solidFill>
                    <a:srgbClr val="666666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(波导损耗/系统容量推导)</a:t>
              </a: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DB2471F0-5DF3-4102-AEDB-FE8537C542EA}"/>
                </a:ext>
              </a:extLst>
            </p:cNvPr>
            <p:cNvSpPr txBox="1"/>
            <p:nvPr/>
          </p:nvSpPr>
          <p:spPr>
            <a:xfrm>
              <a:off x="5995035" y="3669030"/>
              <a:ext cx="110799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>
                  <a:solidFill>
                    <a:srgbClr val="333333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2. 高精度定位算法</a:t>
              </a: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E2D8DA51-D319-455D-BEE7-7E040C73A751}"/>
                </a:ext>
              </a:extLst>
            </p:cNvPr>
            <p:cNvSpPr txBox="1"/>
            <p:nvPr/>
          </p:nvSpPr>
          <p:spPr>
            <a:xfrm>
              <a:off x="5933122" y="3821430"/>
              <a:ext cx="1326004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750">
                  <a:solidFill>
                    <a:srgbClr val="666666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(FIM推导/MUSIC联合算法)</a:t>
              </a: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EEE14F28-3BA3-4DCE-A870-020D39AC39EA}"/>
                </a:ext>
              </a:extLst>
            </p:cNvPr>
            <p:cNvSpPr txBox="1"/>
            <p:nvPr/>
          </p:nvSpPr>
          <p:spPr>
            <a:xfrm>
              <a:off x="5937885" y="4050030"/>
              <a:ext cx="122341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>
                  <a:solidFill>
                    <a:srgbClr val="333333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3. 位置辅助波束赋形</a:t>
              </a: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9DDF1234-7BF6-4098-8028-ABB3232CFB2D}"/>
                </a:ext>
              </a:extLst>
            </p:cNvPr>
            <p:cNvSpPr txBox="1"/>
            <p:nvPr/>
          </p:nvSpPr>
          <p:spPr>
            <a:xfrm>
              <a:off x="5823585" y="4240530"/>
              <a:ext cx="148630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>
                  <a:solidFill>
                    <a:srgbClr val="333333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4. 参数权衡与最优PA配置</a:t>
              </a:r>
            </a:p>
          </p:txBody>
        </p:sp>
        <p:sp>
          <p:nvSpPr>
            <p:cNvPr id="60" name="任意多边形: 形状 59">
              <a:extLst>
                <a:ext uri="{FF2B5EF4-FFF2-40B4-BE49-F238E27FC236}">
                  <a16:creationId xmlns:a16="http://schemas.microsoft.com/office/drawing/2014/main" id="{7B5897F0-1027-412B-B7D9-DBB06DC51534}"/>
                </a:ext>
              </a:extLst>
            </p:cNvPr>
            <p:cNvSpPr/>
            <p:nvPr/>
          </p:nvSpPr>
          <p:spPr>
            <a:xfrm>
              <a:off x="6572250" y="4667250"/>
              <a:ext cx="9525" cy="285750"/>
            </a:xfrm>
            <a:custGeom>
              <a:avLst/>
              <a:gdLst>
                <a:gd name="connsiteX0" fmla="*/ 430 w 9525"/>
                <a:gd name="connsiteY0" fmla="*/ 120 h 285750"/>
                <a:gd name="connsiteX1" fmla="*/ 430 w 9525"/>
                <a:gd name="connsiteY1" fmla="*/ 285870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85750">
                  <a:moveTo>
                    <a:pt x="430" y="120"/>
                  </a:moveTo>
                  <a:lnTo>
                    <a:pt x="430" y="285870"/>
                  </a:lnTo>
                </a:path>
              </a:pathLst>
            </a:custGeom>
            <a:ln w="19050" cap="flat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1" name="任意多边形: 形状 60">
              <a:extLst>
                <a:ext uri="{FF2B5EF4-FFF2-40B4-BE49-F238E27FC236}">
                  <a16:creationId xmlns:a16="http://schemas.microsoft.com/office/drawing/2014/main" id="{FB344F76-2E2D-4E2D-A5DB-045DDB8F0C36}"/>
                </a:ext>
              </a:extLst>
            </p:cNvPr>
            <p:cNvSpPr/>
            <p:nvPr/>
          </p:nvSpPr>
          <p:spPr>
            <a:xfrm>
              <a:off x="5524500" y="4953000"/>
              <a:ext cx="2095500" cy="1333500"/>
            </a:xfrm>
            <a:custGeom>
              <a:avLst/>
              <a:gdLst>
                <a:gd name="connsiteX0" fmla="*/ 2048305 w 2095500"/>
                <a:gd name="connsiteY0" fmla="*/ 120 h 1333500"/>
                <a:gd name="connsiteX1" fmla="*/ 2095930 w 2095500"/>
                <a:gd name="connsiteY1" fmla="*/ 47745 h 1333500"/>
                <a:gd name="connsiteX2" fmla="*/ 2095930 w 2095500"/>
                <a:gd name="connsiteY2" fmla="*/ 1285995 h 1333500"/>
                <a:gd name="connsiteX3" fmla="*/ 2048305 w 2095500"/>
                <a:gd name="connsiteY3" fmla="*/ 1333620 h 1333500"/>
                <a:gd name="connsiteX4" fmla="*/ 48055 w 2095500"/>
                <a:gd name="connsiteY4" fmla="*/ 1333620 h 1333500"/>
                <a:gd name="connsiteX5" fmla="*/ 430 w 2095500"/>
                <a:gd name="connsiteY5" fmla="*/ 1285995 h 1333500"/>
                <a:gd name="connsiteX6" fmla="*/ 430 w 2095500"/>
                <a:gd name="connsiteY6" fmla="*/ 47745 h 1333500"/>
                <a:gd name="connsiteX7" fmla="*/ 48055 w 2095500"/>
                <a:gd name="connsiteY7" fmla="*/ 120 h 133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95500" h="1333500">
                  <a:moveTo>
                    <a:pt x="2048305" y="120"/>
                  </a:moveTo>
                  <a:cubicBezTo>
                    <a:pt x="2074608" y="120"/>
                    <a:pt x="2095930" y="21443"/>
                    <a:pt x="2095930" y="47745"/>
                  </a:cubicBezTo>
                  <a:lnTo>
                    <a:pt x="2095930" y="1285995"/>
                  </a:lnTo>
                  <a:cubicBezTo>
                    <a:pt x="2095930" y="1312298"/>
                    <a:pt x="2074608" y="1333620"/>
                    <a:pt x="2048305" y="1333620"/>
                  </a:cubicBezTo>
                  <a:lnTo>
                    <a:pt x="48055" y="1333620"/>
                  </a:lnTo>
                  <a:cubicBezTo>
                    <a:pt x="21752" y="1333620"/>
                    <a:pt x="430" y="1312298"/>
                    <a:pt x="430" y="1285995"/>
                  </a:cubicBezTo>
                  <a:lnTo>
                    <a:pt x="430" y="47745"/>
                  </a:lnTo>
                  <a:cubicBezTo>
                    <a:pt x="430" y="21443"/>
                    <a:pt x="21752" y="120"/>
                    <a:pt x="48055" y="120"/>
                  </a:cubicBezTo>
                  <a:close/>
                </a:path>
              </a:pathLst>
            </a:custGeom>
            <a:solidFill>
              <a:srgbClr val="E1BEE7"/>
            </a:solidFill>
            <a:ln w="9525" cap="flat">
              <a:solidFill>
                <a:srgbClr val="8E24A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F300F837-53B8-4831-987A-B78DB87B3457}"/>
                </a:ext>
              </a:extLst>
            </p:cNvPr>
            <p:cNvSpPr txBox="1"/>
            <p:nvPr/>
          </p:nvSpPr>
          <p:spPr>
            <a:xfrm>
              <a:off x="6171247" y="5050155"/>
              <a:ext cx="7617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b="1">
                  <a:solidFill>
                    <a:srgbClr val="333333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研究目标：</a:t>
              </a:r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893E6BC3-218B-47DE-A2C7-94E6CA99BB57}"/>
                </a:ext>
              </a:extLst>
            </p:cNvPr>
            <p:cNvSpPr txBox="1"/>
            <p:nvPr/>
          </p:nvSpPr>
          <p:spPr>
            <a:xfrm>
              <a:off x="5737860" y="5250180"/>
              <a:ext cx="1560042" cy="2192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825">
                  <a:solidFill>
                    <a:srgbClr val="333333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定量刻画损耗，实现通感一体</a:t>
              </a:r>
            </a:p>
          </p:txBody>
        </p:sp>
        <p:sp>
          <p:nvSpPr>
            <p:cNvPr id="64" name="任意多边形: 形状 63">
              <a:extLst>
                <a:ext uri="{FF2B5EF4-FFF2-40B4-BE49-F238E27FC236}">
                  <a16:creationId xmlns:a16="http://schemas.microsoft.com/office/drawing/2014/main" id="{8161E1C9-96A5-4F81-9CF2-5283F910992F}"/>
                </a:ext>
              </a:extLst>
            </p:cNvPr>
            <p:cNvSpPr/>
            <p:nvPr/>
          </p:nvSpPr>
          <p:spPr>
            <a:xfrm>
              <a:off x="5715000" y="5524500"/>
              <a:ext cx="1714500" cy="9525"/>
            </a:xfrm>
            <a:custGeom>
              <a:avLst/>
              <a:gdLst>
                <a:gd name="connsiteX0" fmla="*/ 430 w 1714500"/>
                <a:gd name="connsiteY0" fmla="*/ 120 h 9525"/>
                <a:gd name="connsiteX1" fmla="*/ 1714930 w 1714500"/>
                <a:gd name="connsiteY1" fmla="*/ 12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14500" h="9525">
                  <a:moveTo>
                    <a:pt x="430" y="120"/>
                  </a:moveTo>
                  <a:lnTo>
                    <a:pt x="1714930" y="120"/>
                  </a:lnTo>
                </a:path>
              </a:pathLst>
            </a:custGeom>
            <a:ln w="9525" cap="flat">
              <a:solidFill>
                <a:srgbClr val="8E24A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9F8D0AB8-AA8A-41A6-8C9A-B4B9A98F0EEB}"/>
                </a:ext>
              </a:extLst>
            </p:cNvPr>
            <p:cNvSpPr txBox="1"/>
            <p:nvPr/>
          </p:nvSpPr>
          <p:spPr>
            <a:xfrm>
              <a:off x="6266497" y="5802630"/>
              <a:ext cx="559769" cy="242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75" b="1">
                  <a:solidFill>
                    <a:srgbClr val="8E24AA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第四章</a:t>
              </a:r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EA37E668-346E-459E-BD76-50C3A08C1C7D}"/>
                </a:ext>
              </a:extLst>
            </p:cNvPr>
            <p:cNvSpPr txBox="1"/>
            <p:nvPr/>
          </p:nvSpPr>
          <p:spPr>
            <a:xfrm>
              <a:off x="5795010" y="6012180"/>
              <a:ext cx="1418978" cy="2192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825">
                  <a:solidFill>
                    <a:srgbClr val="8E24AA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(有损分析与位置辅助通信)</a:t>
              </a:r>
            </a:p>
          </p:txBody>
        </p:sp>
      </p:grpSp>
      <p:grpSp>
        <p:nvGrpSpPr>
          <p:cNvPr id="67" name="图形 4">
            <a:extLst>
              <a:ext uri="{FF2B5EF4-FFF2-40B4-BE49-F238E27FC236}">
                <a16:creationId xmlns:a16="http://schemas.microsoft.com/office/drawing/2014/main" id="{F2A9AA2C-B4E2-43D3-8A36-5A26134EC347}"/>
              </a:ext>
            </a:extLst>
          </p:cNvPr>
          <p:cNvGrpSpPr/>
          <p:nvPr/>
        </p:nvGrpSpPr>
        <p:grpSpPr>
          <a:xfrm>
            <a:off x="8914606" y="3066256"/>
            <a:ext cx="2286000" cy="5326596"/>
            <a:chOff x="7810500" y="1095375"/>
            <a:chExt cx="2286000" cy="5326596"/>
          </a:xfrm>
        </p:grpSpPr>
        <p:sp>
          <p:nvSpPr>
            <p:cNvPr id="68" name="任意多边形: 形状 67">
              <a:extLst>
                <a:ext uri="{FF2B5EF4-FFF2-40B4-BE49-F238E27FC236}">
                  <a16:creationId xmlns:a16="http://schemas.microsoft.com/office/drawing/2014/main" id="{9F7BD573-7502-410C-AA7B-7346AFEC0358}"/>
                </a:ext>
              </a:extLst>
            </p:cNvPr>
            <p:cNvSpPr/>
            <p:nvPr/>
          </p:nvSpPr>
          <p:spPr>
            <a:xfrm>
              <a:off x="7810500" y="1095375"/>
              <a:ext cx="2286000" cy="285750"/>
            </a:xfrm>
            <a:custGeom>
              <a:avLst/>
              <a:gdLst>
                <a:gd name="connsiteX0" fmla="*/ 2239055 w 2286000"/>
                <a:gd name="connsiteY0" fmla="*/ 120 h 285750"/>
                <a:gd name="connsiteX1" fmla="*/ 2286680 w 2286000"/>
                <a:gd name="connsiteY1" fmla="*/ 47745 h 285750"/>
                <a:gd name="connsiteX2" fmla="*/ 2286680 w 2286000"/>
                <a:gd name="connsiteY2" fmla="*/ 238245 h 285750"/>
                <a:gd name="connsiteX3" fmla="*/ 2239055 w 2286000"/>
                <a:gd name="connsiteY3" fmla="*/ 285870 h 285750"/>
                <a:gd name="connsiteX4" fmla="*/ 48305 w 2286000"/>
                <a:gd name="connsiteY4" fmla="*/ 285870 h 285750"/>
                <a:gd name="connsiteX5" fmla="*/ 680 w 2286000"/>
                <a:gd name="connsiteY5" fmla="*/ 238245 h 285750"/>
                <a:gd name="connsiteX6" fmla="*/ 680 w 2286000"/>
                <a:gd name="connsiteY6" fmla="*/ 47745 h 285750"/>
                <a:gd name="connsiteX7" fmla="*/ 48305 w 2286000"/>
                <a:gd name="connsiteY7" fmla="*/ 120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86000" h="285750">
                  <a:moveTo>
                    <a:pt x="2239055" y="120"/>
                  </a:moveTo>
                  <a:cubicBezTo>
                    <a:pt x="2265358" y="120"/>
                    <a:pt x="2286680" y="21442"/>
                    <a:pt x="2286680" y="47745"/>
                  </a:cubicBezTo>
                  <a:lnTo>
                    <a:pt x="2286680" y="238245"/>
                  </a:lnTo>
                  <a:cubicBezTo>
                    <a:pt x="2286680" y="264548"/>
                    <a:pt x="2265358" y="285870"/>
                    <a:pt x="2239055" y="285870"/>
                  </a:cubicBezTo>
                  <a:lnTo>
                    <a:pt x="48305" y="285870"/>
                  </a:lnTo>
                  <a:cubicBezTo>
                    <a:pt x="22002" y="285870"/>
                    <a:pt x="680" y="264548"/>
                    <a:pt x="680" y="238245"/>
                  </a:cubicBezTo>
                  <a:lnTo>
                    <a:pt x="680" y="47745"/>
                  </a:lnTo>
                  <a:cubicBezTo>
                    <a:pt x="680" y="21442"/>
                    <a:pt x="22002" y="120"/>
                    <a:pt x="48305" y="120"/>
                  </a:cubicBezTo>
                  <a:close/>
                </a:path>
              </a:pathLst>
            </a:custGeom>
            <a:solidFill>
              <a:srgbClr val="BBDEFB"/>
            </a:solidFill>
            <a:ln w="9525" cap="flat">
              <a:solidFill>
                <a:srgbClr val="1976D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789FD05D-04D6-4A4E-83E2-76B460038633}"/>
                </a:ext>
              </a:extLst>
            </p:cNvPr>
            <p:cNvSpPr txBox="1"/>
            <p:nvPr/>
          </p:nvSpPr>
          <p:spPr>
            <a:xfrm>
              <a:off x="8204835" y="1125855"/>
              <a:ext cx="134203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50" b="1">
                  <a:solidFill>
                    <a:srgbClr val="333333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信道环境重构 (RIS)</a:t>
              </a:r>
            </a:p>
          </p:txBody>
        </p:sp>
        <p:sp>
          <p:nvSpPr>
            <p:cNvPr id="70" name="任意多边形: 形状 69">
              <a:extLst>
                <a:ext uri="{FF2B5EF4-FFF2-40B4-BE49-F238E27FC236}">
                  <a16:creationId xmlns:a16="http://schemas.microsoft.com/office/drawing/2014/main" id="{BFBB1B85-5061-4C4E-AA47-7E931D4E0335}"/>
                </a:ext>
              </a:extLst>
            </p:cNvPr>
            <p:cNvSpPr/>
            <p:nvPr/>
          </p:nvSpPr>
          <p:spPr>
            <a:xfrm>
              <a:off x="7905750" y="1524000"/>
              <a:ext cx="2095500" cy="1143000"/>
            </a:xfrm>
            <a:custGeom>
              <a:avLst/>
              <a:gdLst>
                <a:gd name="connsiteX0" fmla="*/ 2048555 w 2095500"/>
                <a:gd name="connsiteY0" fmla="*/ 120 h 1143000"/>
                <a:gd name="connsiteX1" fmla="*/ 2096180 w 2095500"/>
                <a:gd name="connsiteY1" fmla="*/ 47745 h 1143000"/>
                <a:gd name="connsiteX2" fmla="*/ 2096180 w 2095500"/>
                <a:gd name="connsiteY2" fmla="*/ 1095495 h 1143000"/>
                <a:gd name="connsiteX3" fmla="*/ 2048555 w 2095500"/>
                <a:gd name="connsiteY3" fmla="*/ 1143120 h 1143000"/>
                <a:gd name="connsiteX4" fmla="*/ 48305 w 2095500"/>
                <a:gd name="connsiteY4" fmla="*/ 1143120 h 1143000"/>
                <a:gd name="connsiteX5" fmla="*/ 680 w 2095500"/>
                <a:gd name="connsiteY5" fmla="*/ 1095495 h 1143000"/>
                <a:gd name="connsiteX6" fmla="*/ 680 w 2095500"/>
                <a:gd name="connsiteY6" fmla="*/ 47745 h 1143000"/>
                <a:gd name="connsiteX7" fmla="*/ 48305 w 2095500"/>
                <a:gd name="connsiteY7" fmla="*/ 12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95500" h="1143000">
                  <a:moveTo>
                    <a:pt x="2048555" y="120"/>
                  </a:moveTo>
                  <a:cubicBezTo>
                    <a:pt x="2074858" y="120"/>
                    <a:pt x="2096180" y="21442"/>
                    <a:pt x="2096180" y="47745"/>
                  </a:cubicBezTo>
                  <a:lnTo>
                    <a:pt x="2096180" y="1095495"/>
                  </a:lnTo>
                  <a:cubicBezTo>
                    <a:pt x="2096180" y="1121798"/>
                    <a:pt x="2074858" y="1143120"/>
                    <a:pt x="2048555" y="1143120"/>
                  </a:cubicBezTo>
                  <a:lnTo>
                    <a:pt x="48305" y="1143120"/>
                  </a:lnTo>
                  <a:cubicBezTo>
                    <a:pt x="22002" y="1143120"/>
                    <a:pt x="680" y="1121798"/>
                    <a:pt x="680" y="1095495"/>
                  </a:cubicBezTo>
                  <a:lnTo>
                    <a:pt x="680" y="47745"/>
                  </a:lnTo>
                  <a:cubicBezTo>
                    <a:pt x="680" y="21442"/>
                    <a:pt x="22002" y="120"/>
                    <a:pt x="48305" y="12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custDash>
                <a:ds d="375000" sp="375000"/>
              </a:custDash>
              <a:miter/>
            </a:ln>
          </p:spPr>
          <p:txBody>
            <a:bodyPr rtlCol="0" anchor="ctr"/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82F9C3B6-3848-4EF5-A163-F3798E00BA5C}"/>
                </a:ext>
              </a:extLst>
            </p:cNvPr>
            <p:cNvSpPr txBox="1"/>
            <p:nvPr/>
          </p:nvSpPr>
          <p:spPr>
            <a:xfrm>
              <a:off x="8119110" y="1621155"/>
              <a:ext cx="168507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>
                  <a:solidFill>
                    <a:srgbClr val="333333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无射频链路导致信道估计难；</a:t>
              </a:r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561B6931-FA60-491F-A692-66F73E61709D}"/>
                </a:ext>
              </a:extLst>
            </p:cNvPr>
            <p:cNvSpPr txBox="1"/>
            <p:nvPr/>
          </p:nvSpPr>
          <p:spPr>
            <a:xfrm>
              <a:off x="8119110" y="1811655"/>
              <a:ext cx="168507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>
                  <a:solidFill>
                    <a:srgbClr val="333333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大规模阵列配置计算开销大；</a:t>
              </a: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E71CD2D9-5AA7-4A0E-BDC7-8E501B29C905}"/>
                </a:ext>
              </a:extLst>
            </p:cNvPr>
            <p:cNvSpPr txBox="1"/>
            <p:nvPr/>
          </p:nvSpPr>
          <p:spPr>
            <a:xfrm>
              <a:off x="8233410" y="2002155"/>
              <a:ext cx="145424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>
                  <a:solidFill>
                    <a:srgbClr val="333333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理论研究与工程部署脱节</a:t>
              </a:r>
            </a:p>
          </p:txBody>
        </p:sp>
        <p:sp>
          <p:nvSpPr>
            <p:cNvPr id="74" name="任意多边形: 形状 73">
              <a:extLst>
                <a:ext uri="{FF2B5EF4-FFF2-40B4-BE49-F238E27FC236}">
                  <a16:creationId xmlns:a16="http://schemas.microsoft.com/office/drawing/2014/main" id="{0A54E547-6203-4621-9EBE-54C56288E622}"/>
                </a:ext>
              </a:extLst>
            </p:cNvPr>
            <p:cNvSpPr/>
            <p:nvPr/>
          </p:nvSpPr>
          <p:spPr>
            <a:xfrm>
              <a:off x="8953500" y="2667000"/>
              <a:ext cx="9525" cy="285750"/>
            </a:xfrm>
            <a:custGeom>
              <a:avLst/>
              <a:gdLst>
                <a:gd name="connsiteX0" fmla="*/ 680 w 9525"/>
                <a:gd name="connsiteY0" fmla="*/ 120 h 285750"/>
                <a:gd name="connsiteX1" fmla="*/ 680 w 9525"/>
                <a:gd name="connsiteY1" fmla="*/ 285870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85750">
                  <a:moveTo>
                    <a:pt x="680" y="120"/>
                  </a:moveTo>
                  <a:lnTo>
                    <a:pt x="680" y="285870"/>
                  </a:lnTo>
                </a:path>
              </a:pathLst>
            </a:custGeom>
            <a:ln w="19050" cap="flat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5" name="任意多边形: 形状 74">
              <a:extLst>
                <a:ext uri="{FF2B5EF4-FFF2-40B4-BE49-F238E27FC236}">
                  <a16:creationId xmlns:a16="http://schemas.microsoft.com/office/drawing/2014/main" id="{470ACB79-119B-410B-8BAD-A23AA40D4630}"/>
                </a:ext>
              </a:extLst>
            </p:cNvPr>
            <p:cNvSpPr/>
            <p:nvPr/>
          </p:nvSpPr>
          <p:spPr>
            <a:xfrm>
              <a:off x="7905750" y="2952750"/>
              <a:ext cx="2095500" cy="1714500"/>
            </a:xfrm>
            <a:custGeom>
              <a:avLst/>
              <a:gdLst>
                <a:gd name="connsiteX0" fmla="*/ 2048555 w 2095500"/>
                <a:gd name="connsiteY0" fmla="*/ 120 h 1714500"/>
                <a:gd name="connsiteX1" fmla="*/ 2096180 w 2095500"/>
                <a:gd name="connsiteY1" fmla="*/ 47745 h 1714500"/>
                <a:gd name="connsiteX2" fmla="*/ 2096180 w 2095500"/>
                <a:gd name="connsiteY2" fmla="*/ 1666995 h 1714500"/>
                <a:gd name="connsiteX3" fmla="*/ 2048555 w 2095500"/>
                <a:gd name="connsiteY3" fmla="*/ 1714620 h 1714500"/>
                <a:gd name="connsiteX4" fmla="*/ 48305 w 2095500"/>
                <a:gd name="connsiteY4" fmla="*/ 1714620 h 1714500"/>
                <a:gd name="connsiteX5" fmla="*/ 680 w 2095500"/>
                <a:gd name="connsiteY5" fmla="*/ 1666995 h 1714500"/>
                <a:gd name="connsiteX6" fmla="*/ 680 w 2095500"/>
                <a:gd name="connsiteY6" fmla="*/ 47745 h 1714500"/>
                <a:gd name="connsiteX7" fmla="*/ 48305 w 2095500"/>
                <a:gd name="connsiteY7" fmla="*/ 12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95500" h="1714500">
                  <a:moveTo>
                    <a:pt x="2048555" y="120"/>
                  </a:moveTo>
                  <a:cubicBezTo>
                    <a:pt x="2074858" y="120"/>
                    <a:pt x="2096180" y="21442"/>
                    <a:pt x="2096180" y="47745"/>
                  </a:cubicBezTo>
                  <a:lnTo>
                    <a:pt x="2096180" y="1666995"/>
                  </a:lnTo>
                  <a:cubicBezTo>
                    <a:pt x="2096180" y="1693298"/>
                    <a:pt x="2074858" y="1714620"/>
                    <a:pt x="2048555" y="1714620"/>
                  </a:cubicBezTo>
                  <a:lnTo>
                    <a:pt x="48305" y="1714620"/>
                  </a:lnTo>
                  <a:cubicBezTo>
                    <a:pt x="22002" y="1714620"/>
                    <a:pt x="680" y="1693298"/>
                    <a:pt x="680" y="1666995"/>
                  </a:cubicBezTo>
                  <a:lnTo>
                    <a:pt x="680" y="47745"/>
                  </a:lnTo>
                  <a:cubicBezTo>
                    <a:pt x="680" y="21442"/>
                    <a:pt x="22002" y="120"/>
                    <a:pt x="48305" y="120"/>
                  </a:cubicBezTo>
                  <a:close/>
                </a:path>
              </a:pathLst>
            </a:custGeom>
            <a:solidFill>
              <a:srgbClr val="FFFFFF"/>
            </a:solidFill>
            <a:ln w="19050" cap="flat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3BE8873F-F74A-475C-8D6D-6E9BDAAD7FCA}"/>
                </a:ext>
              </a:extLst>
            </p:cNvPr>
            <p:cNvSpPr txBox="1"/>
            <p:nvPr/>
          </p:nvSpPr>
          <p:spPr>
            <a:xfrm>
              <a:off x="8076247" y="3040380"/>
              <a:ext cx="1560042" cy="242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75" b="1">
                  <a:solidFill>
                    <a:srgbClr val="333333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低复杂度算法与原型系统</a:t>
              </a:r>
            </a:p>
          </p:txBody>
        </p:sp>
        <p:sp>
          <p:nvSpPr>
            <p:cNvPr id="77" name="任意多边形: 形状 76">
              <a:extLst>
                <a:ext uri="{FF2B5EF4-FFF2-40B4-BE49-F238E27FC236}">
                  <a16:creationId xmlns:a16="http://schemas.microsoft.com/office/drawing/2014/main" id="{FE5D5D80-E55C-4793-BD5F-D7C9BD432B05}"/>
                </a:ext>
              </a:extLst>
            </p:cNvPr>
            <p:cNvSpPr/>
            <p:nvPr/>
          </p:nvSpPr>
          <p:spPr>
            <a:xfrm>
              <a:off x="8001000" y="3286125"/>
              <a:ext cx="1905000" cy="9525"/>
            </a:xfrm>
            <a:custGeom>
              <a:avLst/>
              <a:gdLst>
                <a:gd name="connsiteX0" fmla="*/ 680 w 1905000"/>
                <a:gd name="connsiteY0" fmla="*/ 120 h 9525"/>
                <a:gd name="connsiteX1" fmla="*/ 1905680 w 1905000"/>
                <a:gd name="connsiteY1" fmla="*/ 12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05000" h="9525">
                  <a:moveTo>
                    <a:pt x="680" y="120"/>
                  </a:moveTo>
                  <a:lnTo>
                    <a:pt x="1905680" y="120"/>
                  </a:lnTo>
                </a:path>
              </a:pathLst>
            </a:custGeom>
            <a:ln w="9525" cap="flat">
              <a:solidFill>
                <a:srgbClr val="CCCCCC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10CFFBFA-F6E2-4D44-AB51-D9546BD9CB6E}"/>
                </a:ext>
              </a:extLst>
            </p:cNvPr>
            <p:cNvSpPr txBox="1"/>
            <p:nvPr/>
          </p:nvSpPr>
          <p:spPr>
            <a:xfrm>
              <a:off x="8204835" y="3335655"/>
              <a:ext cx="145424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dirty="0">
                  <a:solidFill>
                    <a:srgbClr val="333333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1. 两阶段角度域码本算法</a:t>
              </a:r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D638D8FA-70DA-439F-B78D-A83EAD6DD8C7}"/>
                </a:ext>
              </a:extLst>
            </p:cNvPr>
            <p:cNvSpPr txBox="1"/>
            <p:nvPr/>
          </p:nvSpPr>
          <p:spPr>
            <a:xfrm>
              <a:off x="8204835" y="3526155"/>
              <a:ext cx="145424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>
                  <a:solidFill>
                    <a:srgbClr val="333333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2. 改进贪婪波束赋形算法</a:t>
              </a: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B9CE0467-8065-4D18-9857-6C552D7B06A4}"/>
                </a:ext>
              </a:extLst>
            </p:cNvPr>
            <p:cNvSpPr txBox="1"/>
            <p:nvPr/>
          </p:nvSpPr>
          <p:spPr>
            <a:xfrm>
              <a:off x="8361997" y="3678555"/>
              <a:ext cx="1141659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750">
                  <a:solidFill>
                    <a:srgbClr val="666666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(模拟退火/马尔科夫链)</a:t>
              </a:r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D79FA720-1988-4B19-B2A8-5D52EE8804A3}"/>
                </a:ext>
              </a:extLst>
            </p:cNvPr>
            <p:cNvSpPr txBox="1"/>
            <p:nvPr/>
          </p:nvSpPr>
          <p:spPr>
            <a:xfrm>
              <a:off x="8233410" y="3907155"/>
              <a:ext cx="140294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>
                  <a:solidFill>
                    <a:srgbClr val="333333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3. 1100阵元RIS原型系统</a:t>
              </a:r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1DB1F3E6-5C12-45BE-9B27-3E0966E63D09}"/>
                </a:ext>
              </a:extLst>
            </p:cNvPr>
            <p:cNvSpPr txBox="1"/>
            <p:nvPr/>
          </p:nvSpPr>
          <p:spPr>
            <a:xfrm>
              <a:off x="8376285" y="4097655"/>
              <a:ext cx="110799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>
                  <a:solidFill>
                    <a:srgbClr val="333333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4. 多场景外场测试</a:t>
              </a:r>
            </a:p>
          </p:txBody>
        </p: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7FC158D3-6C2B-4AE6-A98F-1B3185BFBB9B}"/>
                </a:ext>
              </a:extLst>
            </p:cNvPr>
            <p:cNvSpPr txBox="1"/>
            <p:nvPr/>
          </p:nvSpPr>
          <p:spPr>
            <a:xfrm>
              <a:off x="8266747" y="4250055"/>
              <a:ext cx="1313180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750">
                  <a:solidFill>
                    <a:srgbClr val="666666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(室内/室外/5G现网/视频流)</a:t>
              </a:r>
            </a:p>
          </p:txBody>
        </p:sp>
        <p:sp>
          <p:nvSpPr>
            <p:cNvPr id="84" name="任意多边形: 形状 83">
              <a:extLst>
                <a:ext uri="{FF2B5EF4-FFF2-40B4-BE49-F238E27FC236}">
                  <a16:creationId xmlns:a16="http://schemas.microsoft.com/office/drawing/2014/main" id="{52422DAD-3A46-4E25-B6F6-8E4F117DEF4C}"/>
                </a:ext>
              </a:extLst>
            </p:cNvPr>
            <p:cNvSpPr/>
            <p:nvPr/>
          </p:nvSpPr>
          <p:spPr>
            <a:xfrm>
              <a:off x="8953500" y="4667250"/>
              <a:ext cx="9525" cy="285750"/>
            </a:xfrm>
            <a:custGeom>
              <a:avLst/>
              <a:gdLst>
                <a:gd name="connsiteX0" fmla="*/ 680 w 9525"/>
                <a:gd name="connsiteY0" fmla="*/ 120 h 285750"/>
                <a:gd name="connsiteX1" fmla="*/ 680 w 9525"/>
                <a:gd name="connsiteY1" fmla="*/ 285870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85750">
                  <a:moveTo>
                    <a:pt x="680" y="120"/>
                  </a:moveTo>
                  <a:lnTo>
                    <a:pt x="680" y="285870"/>
                  </a:lnTo>
                </a:path>
              </a:pathLst>
            </a:custGeom>
            <a:ln w="19050" cap="flat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85" name="任意多边形: 形状 84">
              <a:extLst>
                <a:ext uri="{FF2B5EF4-FFF2-40B4-BE49-F238E27FC236}">
                  <a16:creationId xmlns:a16="http://schemas.microsoft.com/office/drawing/2014/main" id="{616A5FE7-7ABB-4737-A296-DA1610CA8711}"/>
                </a:ext>
              </a:extLst>
            </p:cNvPr>
            <p:cNvSpPr/>
            <p:nvPr/>
          </p:nvSpPr>
          <p:spPr>
            <a:xfrm>
              <a:off x="7905750" y="4953000"/>
              <a:ext cx="2095500" cy="1333500"/>
            </a:xfrm>
            <a:custGeom>
              <a:avLst/>
              <a:gdLst>
                <a:gd name="connsiteX0" fmla="*/ 2048555 w 2095500"/>
                <a:gd name="connsiteY0" fmla="*/ 120 h 1333500"/>
                <a:gd name="connsiteX1" fmla="*/ 2096180 w 2095500"/>
                <a:gd name="connsiteY1" fmla="*/ 47745 h 1333500"/>
                <a:gd name="connsiteX2" fmla="*/ 2096180 w 2095500"/>
                <a:gd name="connsiteY2" fmla="*/ 1285995 h 1333500"/>
                <a:gd name="connsiteX3" fmla="*/ 2048555 w 2095500"/>
                <a:gd name="connsiteY3" fmla="*/ 1333620 h 1333500"/>
                <a:gd name="connsiteX4" fmla="*/ 48305 w 2095500"/>
                <a:gd name="connsiteY4" fmla="*/ 1333620 h 1333500"/>
                <a:gd name="connsiteX5" fmla="*/ 680 w 2095500"/>
                <a:gd name="connsiteY5" fmla="*/ 1285995 h 1333500"/>
                <a:gd name="connsiteX6" fmla="*/ 680 w 2095500"/>
                <a:gd name="connsiteY6" fmla="*/ 47745 h 1333500"/>
                <a:gd name="connsiteX7" fmla="*/ 48305 w 2095500"/>
                <a:gd name="connsiteY7" fmla="*/ 120 h 133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95500" h="1333500">
                  <a:moveTo>
                    <a:pt x="2048555" y="120"/>
                  </a:moveTo>
                  <a:cubicBezTo>
                    <a:pt x="2074858" y="120"/>
                    <a:pt x="2096180" y="21443"/>
                    <a:pt x="2096180" y="47745"/>
                  </a:cubicBezTo>
                  <a:lnTo>
                    <a:pt x="2096180" y="1285995"/>
                  </a:lnTo>
                  <a:cubicBezTo>
                    <a:pt x="2096180" y="1312298"/>
                    <a:pt x="2074858" y="1333620"/>
                    <a:pt x="2048555" y="1333620"/>
                  </a:cubicBezTo>
                  <a:lnTo>
                    <a:pt x="48305" y="1333620"/>
                  </a:lnTo>
                  <a:cubicBezTo>
                    <a:pt x="22002" y="1333620"/>
                    <a:pt x="680" y="1312298"/>
                    <a:pt x="680" y="1285995"/>
                  </a:cubicBezTo>
                  <a:lnTo>
                    <a:pt x="680" y="47745"/>
                  </a:lnTo>
                  <a:cubicBezTo>
                    <a:pt x="680" y="21443"/>
                    <a:pt x="22002" y="120"/>
                    <a:pt x="48305" y="120"/>
                  </a:cubicBezTo>
                  <a:close/>
                </a:path>
              </a:pathLst>
            </a:custGeom>
            <a:solidFill>
              <a:srgbClr val="B3E5FC"/>
            </a:solidFill>
            <a:ln w="9525" cap="flat">
              <a:solidFill>
                <a:srgbClr val="0277B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A5108376-FEB3-4C04-8251-B03240CB7A91}"/>
                </a:ext>
              </a:extLst>
            </p:cNvPr>
            <p:cNvSpPr txBox="1"/>
            <p:nvPr/>
          </p:nvSpPr>
          <p:spPr>
            <a:xfrm>
              <a:off x="8552497" y="5050155"/>
              <a:ext cx="7617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b="1">
                  <a:solidFill>
                    <a:srgbClr val="333333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研究目标：</a:t>
              </a:r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E740A64D-E30A-4F75-B467-4DD443E38220}"/>
                </a:ext>
              </a:extLst>
            </p:cNvPr>
            <p:cNvSpPr txBox="1"/>
            <p:nvPr/>
          </p:nvSpPr>
          <p:spPr>
            <a:xfrm>
              <a:off x="8061960" y="5250180"/>
              <a:ext cx="1665841" cy="2192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825">
                  <a:solidFill>
                    <a:srgbClr val="333333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实现高效配置，验证工程可行性</a:t>
              </a:r>
            </a:p>
          </p:txBody>
        </p:sp>
        <p:sp>
          <p:nvSpPr>
            <p:cNvPr id="88" name="任意多边形: 形状 87">
              <a:extLst>
                <a:ext uri="{FF2B5EF4-FFF2-40B4-BE49-F238E27FC236}">
                  <a16:creationId xmlns:a16="http://schemas.microsoft.com/office/drawing/2014/main" id="{2576D43B-B42C-482A-A4D2-0DF979100633}"/>
                </a:ext>
              </a:extLst>
            </p:cNvPr>
            <p:cNvSpPr/>
            <p:nvPr/>
          </p:nvSpPr>
          <p:spPr>
            <a:xfrm>
              <a:off x="8096250" y="5524500"/>
              <a:ext cx="1714500" cy="9525"/>
            </a:xfrm>
            <a:custGeom>
              <a:avLst/>
              <a:gdLst>
                <a:gd name="connsiteX0" fmla="*/ 680 w 1714500"/>
                <a:gd name="connsiteY0" fmla="*/ 120 h 9525"/>
                <a:gd name="connsiteX1" fmla="*/ 1715180 w 1714500"/>
                <a:gd name="connsiteY1" fmla="*/ 12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14500" h="9525">
                  <a:moveTo>
                    <a:pt x="680" y="120"/>
                  </a:moveTo>
                  <a:lnTo>
                    <a:pt x="1715180" y="120"/>
                  </a:lnTo>
                </a:path>
              </a:pathLst>
            </a:custGeom>
            <a:ln w="9525" cap="flat">
              <a:solidFill>
                <a:srgbClr val="0277B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87C5D31D-B4BA-4EEA-B178-E178AC487FC9}"/>
                </a:ext>
              </a:extLst>
            </p:cNvPr>
            <p:cNvSpPr txBox="1"/>
            <p:nvPr/>
          </p:nvSpPr>
          <p:spPr>
            <a:xfrm>
              <a:off x="8647747" y="5612130"/>
              <a:ext cx="559769" cy="242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75" b="1">
                  <a:solidFill>
                    <a:srgbClr val="0277BD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第五章</a:t>
              </a:r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C547EBFB-52B6-4A4B-9AF1-7B28FCF9B7F5}"/>
                </a:ext>
              </a:extLst>
            </p:cNvPr>
            <p:cNvSpPr txBox="1"/>
            <p:nvPr/>
          </p:nvSpPr>
          <p:spPr>
            <a:xfrm>
              <a:off x="8462010" y="5821680"/>
              <a:ext cx="889987" cy="2192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825">
                  <a:solidFill>
                    <a:srgbClr val="0277BD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(低复杂度算法)</a:t>
              </a:r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81F233AB-CF20-4F65-984C-3E9C40F2C61C}"/>
                </a:ext>
              </a:extLst>
            </p:cNvPr>
            <p:cNvSpPr txBox="1"/>
            <p:nvPr/>
          </p:nvSpPr>
          <p:spPr>
            <a:xfrm>
              <a:off x="8647747" y="5993130"/>
              <a:ext cx="559769" cy="242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75" b="1">
                  <a:solidFill>
                    <a:srgbClr val="0277BD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第六章</a:t>
              </a:r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F3C0132A-D15E-47BD-82D4-8331ACAC0400}"/>
                </a:ext>
              </a:extLst>
            </p:cNvPr>
            <p:cNvSpPr txBox="1"/>
            <p:nvPr/>
          </p:nvSpPr>
          <p:spPr>
            <a:xfrm>
              <a:off x="8290560" y="6202680"/>
              <a:ext cx="1207382" cy="2192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825">
                  <a:solidFill>
                    <a:srgbClr val="0277BD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黑体"/>
                  <a:rtl val="0"/>
                </a:rPr>
                <a:t>(原型系统与外场测试)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51166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A119B30-048C-494F-8FED-2F4F7A46EE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224799"/>
              </p:ext>
            </p:extLst>
          </p:nvPr>
        </p:nvGraphicFramePr>
        <p:xfrm>
          <a:off x="1104106" y="1970884"/>
          <a:ext cx="12192000" cy="6857999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1994481811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403057415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85196008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94561545"/>
                    </a:ext>
                  </a:extLst>
                </a:gridCol>
              </a:tblGrid>
              <a:tr h="406277">
                <a:tc>
                  <a:txBody>
                    <a:bodyPr/>
                    <a:lstStyle/>
                    <a:p>
                      <a:pPr rtl="0"/>
                      <a:r>
                        <a:rPr lang="zh-CN" altLang="en-US" sz="1400" b="1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逻辑层次</a:t>
                      </a:r>
                      <a:endParaRPr lang="zh-CN" altLang="en-US" sz="1400">
                        <a:solidFill>
                          <a:srgbClr val="1F1F1F"/>
                        </a:solidFill>
                        <a:effectLst/>
                        <a:latin typeface="TimesSimSun" panose="02020603050405020304" pitchFamily="18" charset="-122"/>
                        <a:ea typeface="TimesSimSun" panose="02020603050405020304" pitchFamily="18" charset="-122"/>
                        <a:cs typeface="TimesSimSun" panose="02020603050405020304" pitchFamily="18" charset="-122"/>
                      </a:endParaRPr>
                    </a:p>
                  </a:txBody>
                  <a:tcPr marL="38507" marR="38507" marT="25672" marB="2567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CN" altLang="en-US" sz="1400" b="1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第一部分：发射机架构重构 </a:t>
                      </a:r>
                      <a:r>
                        <a:rPr lang="en-US" altLang="zh-CN" sz="1400" b="1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(DMA)</a:t>
                      </a:r>
                      <a:endParaRPr lang="zh-CN" altLang="en-US" sz="1400">
                        <a:solidFill>
                          <a:srgbClr val="1F1F1F"/>
                        </a:solidFill>
                        <a:effectLst/>
                        <a:latin typeface="TimesSimSun" panose="02020603050405020304" pitchFamily="18" charset="-122"/>
                        <a:ea typeface="TimesSimSun" panose="02020603050405020304" pitchFamily="18" charset="-122"/>
                        <a:cs typeface="TimesSimSun" panose="02020603050405020304" pitchFamily="18" charset="-122"/>
                      </a:endParaRPr>
                    </a:p>
                  </a:txBody>
                  <a:tcPr marL="38507" marR="38507" marT="25672" marB="2567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CN" altLang="en-US" sz="1400" b="1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第二部分：天线位置重构 </a:t>
                      </a:r>
                      <a:r>
                        <a:rPr lang="en-US" altLang="zh-CN" sz="1400" b="1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(</a:t>
                      </a: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PASS)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TimesSimSun" panose="02020603050405020304" pitchFamily="18" charset="-122"/>
                        <a:ea typeface="TimesSimSun" panose="02020603050405020304" pitchFamily="18" charset="-122"/>
                        <a:cs typeface="TimesSimSun" panose="02020603050405020304" pitchFamily="18" charset="-122"/>
                      </a:endParaRPr>
                    </a:p>
                  </a:txBody>
                  <a:tcPr marL="38507" marR="38507" marT="25672" marB="2567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CN" altLang="en-US" sz="1400" b="1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第三部分：信道环境重构 </a:t>
                      </a:r>
                      <a:r>
                        <a:rPr lang="en-US" altLang="zh-CN" sz="1400" b="1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(</a:t>
                      </a: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RIS)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TimesSimSun" panose="02020603050405020304" pitchFamily="18" charset="-122"/>
                        <a:ea typeface="TimesSimSun" panose="02020603050405020304" pitchFamily="18" charset="-122"/>
                        <a:cs typeface="TimesSimSun" panose="02020603050405020304" pitchFamily="18" charset="-122"/>
                      </a:endParaRPr>
                    </a:p>
                  </a:txBody>
                  <a:tcPr marL="38507" marR="38507" marT="25672" marB="2567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2504217"/>
                  </a:ext>
                </a:extLst>
              </a:tr>
              <a:tr h="909691">
                <a:tc>
                  <a:txBody>
                    <a:bodyPr/>
                    <a:lstStyle/>
                    <a:p>
                      <a:pPr rtl="0"/>
                      <a:r>
                        <a:rPr lang="zh-CN" altLang="en-US" sz="1400" b="1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关键科学问题</a:t>
                      </a:r>
                      <a:endParaRPr lang="zh-CN" altLang="en-US" sz="1400" dirty="0">
                        <a:solidFill>
                          <a:srgbClr val="1F1F1F"/>
                        </a:solidFill>
                        <a:effectLst/>
                        <a:latin typeface="TimesSimSun" panose="02020603050405020304" pitchFamily="18" charset="-122"/>
                        <a:ea typeface="TimesSimSun" panose="02020603050405020304" pitchFamily="18" charset="-122"/>
                        <a:cs typeface="TimesSimSun" panose="02020603050405020304" pitchFamily="18" charset="-122"/>
                      </a:endParaRPr>
                    </a:p>
                  </a:txBody>
                  <a:tcPr marL="38507" marR="38507" marT="25672" marB="2567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CN" altLang="en-US" sz="1400" b="1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如何利用可重构天线系统突破传统</a:t>
                      </a:r>
                      <a:r>
                        <a:rPr lang="en-US" altLang="zh-CN" sz="1400" b="1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MIMO</a:t>
                      </a:r>
                      <a:r>
                        <a:rPr lang="zh-CN" altLang="en-US" sz="1400" b="1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功耗与成本瓶颈，实现“智能电磁环境”的高效重构？</a:t>
                      </a:r>
                      <a:endParaRPr lang="zh-CN" altLang="en-US" sz="1400" dirty="0">
                        <a:solidFill>
                          <a:srgbClr val="1F1F1F"/>
                        </a:solidFill>
                        <a:effectLst/>
                        <a:latin typeface="TimesSimSun" panose="02020603050405020304" pitchFamily="18" charset="-122"/>
                        <a:ea typeface="TimesSimSun" panose="02020603050405020304" pitchFamily="18" charset="-122"/>
                        <a:cs typeface="TimesSimSun" panose="02020603050405020304" pitchFamily="18" charset="-122"/>
                      </a:endParaRPr>
                    </a:p>
                  </a:txBody>
                  <a:tcPr marL="38507" marR="38507" marT="25672" marB="2567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endParaRPr lang="zh-CN" altLang="en-US" sz="1400">
                        <a:solidFill>
                          <a:srgbClr val="1F1F1F"/>
                        </a:solidFill>
                        <a:effectLst/>
                        <a:latin typeface="TimesSimSun" panose="02020603050405020304" pitchFamily="18" charset="-122"/>
                        <a:ea typeface="TimesSimSun" panose="02020603050405020304" pitchFamily="18" charset="-122"/>
                        <a:cs typeface="TimesSimSun" panose="02020603050405020304" pitchFamily="18" charset="-122"/>
                      </a:endParaRPr>
                    </a:p>
                  </a:txBody>
                  <a:tcPr marL="38507" marR="38507" marT="25672" marB="2567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endParaRPr lang="zh-CN" altLang="en-US" sz="1400">
                        <a:solidFill>
                          <a:srgbClr val="1F1F1F"/>
                        </a:solidFill>
                        <a:effectLst/>
                        <a:latin typeface="TimesSimSun" panose="02020603050405020304" pitchFamily="18" charset="-122"/>
                        <a:ea typeface="TimesSimSun" panose="02020603050405020304" pitchFamily="18" charset="-122"/>
                        <a:cs typeface="TimesSimSun" panose="02020603050405020304" pitchFamily="18" charset="-122"/>
                      </a:endParaRPr>
                    </a:p>
                  </a:txBody>
                  <a:tcPr marL="38507" marR="38507" marT="25672" marB="2567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282699"/>
                  </a:ext>
                </a:extLst>
              </a:tr>
              <a:tr h="1427030">
                <a:tc>
                  <a:txBody>
                    <a:bodyPr/>
                    <a:lstStyle/>
                    <a:p>
                      <a:pPr rtl="0"/>
                      <a:r>
                        <a:rPr lang="zh-CN" altLang="en-US" sz="1400" b="1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研究挑战</a:t>
                      </a:r>
                      <a:endParaRPr lang="zh-CN" altLang="en-US" sz="1400">
                        <a:solidFill>
                          <a:srgbClr val="1F1F1F"/>
                        </a:solidFill>
                        <a:effectLst/>
                        <a:latin typeface="TimesSimSun" panose="02020603050405020304" pitchFamily="18" charset="-122"/>
                        <a:ea typeface="TimesSimSun" panose="02020603050405020304" pitchFamily="18" charset="-122"/>
                        <a:cs typeface="TimesSimSun" panose="02020603050405020304" pitchFamily="18" charset="-122"/>
                      </a:endParaRPr>
                    </a:p>
                  </a:txBody>
                  <a:tcPr marL="38507" marR="38507" marT="25672" marB="2567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zh-CN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1. </a:t>
                      </a: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理想连续相位假设与实际离散硬件约束的鸿沟</a:t>
                      </a:r>
                    </a:p>
                    <a:p>
                      <a:pPr rtl="0"/>
                      <a:b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</a:br>
                      <a:r>
                        <a:rPr lang="en-US" altLang="zh-CN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2. </a:t>
                      </a: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传统</a:t>
                      </a:r>
                      <a:r>
                        <a:rPr lang="en-US" altLang="zh-CN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CSI</a:t>
                      </a: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获取困难，相位对齐复杂度高</a:t>
                      </a:r>
                    </a:p>
                  </a:txBody>
                  <a:tcPr marL="38507" marR="38507" marT="25672" marB="2567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zh-CN" sz="140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1. </a:t>
                      </a: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非理想波导损耗严重影响系统容量，缺乏理论分析</a:t>
                      </a:r>
                    </a:p>
                    <a:p>
                      <a:pPr rtl="0"/>
                      <a:b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</a:br>
                      <a:r>
                        <a:rPr lang="en-US" altLang="zh-CN" sz="140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2. </a:t>
                      </a: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通信与定位（感知）资源分配存在矛盾</a:t>
                      </a:r>
                    </a:p>
                  </a:txBody>
                  <a:tcPr marL="38507" marR="38507" marT="25672" marB="2567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zh-CN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1. </a:t>
                      </a: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无射频链路导致信道估计困难</a:t>
                      </a:r>
                    </a:p>
                    <a:p>
                      <a:pPr rtl="0"/>
                      <a:b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</a:br>
                      <a:r>
                        <a:rPr lang="en-US" altLang="zh-CN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2. </a:t>
                      </a: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大规模阵列配置算法复杂度过高</a:t>
                      </a:r>
                    </a:p>
                    <a:p>
                      <a:pPr rtl="0"/>
                      <a:b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</a:br>
                      <a:r>
                        <a:rPr lang="en-US" altLang="zh-CN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3. </a:t>
                      </a: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理论研究多，系统研制与现网验证缺失</a:t>
                      </a:r>
                    </a:p>
                  </a:txBody>
                  <a:tcPr marL="38507" marR="38507" marT="25672" marB="2567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1979188"/>
                  </a:ext>
                </a:extLst>
              </a:tr>
              <a:tr h="2799033">
                <a:tc>
                  <a:txBody>
                    <a:bodyPr/>
                    <a:lstStyle/>
                    <a:p>
                      <a:pPr rtl="0"/>
                      <a:r>
                        <a:rPr lang="zh-CN" altLang="en-US" sz="1400" b="1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研究内容</a:t>
                      </a:r>
                      <a:endParaRPr lang="zh-CN" altLang="en-US" sz="1400">
                        <a:solidFill>
                          <a:srgbClr val="1F1F1F"/>
                        </a:solidFill>
                        <a:effectLst/>
                        <a:latin typeface="TimesSimSun" panose="02020603050405020304" pitchFamily="18" charset="-122"/>
                        <a:ea typeface="TimesSimSun" panose="02020603050405020304" pitchFamily="18" charset="-122"/>
                        <a:cs typeface="TimesSimSun" panose="02020603050405020304" pitchFamily="18" charset="-122"/>
                      </a:endParaRPr>
                    </a:p>
                  </a:txBody>
                  <a:tcPr marL="38507" marR="38507" marT="25672" marB="2567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**</a:t>
                      </a:r>
                      <a:r>
                        <a:rPr lang="en-US" altLang="zh-CN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1. </a:t>
                      </a: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连续</a:t>
                      </a:r>
                      <a:r>
                        <a:rPr lang="en-US" altLang="zh-CN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DMA</a:t>
                      </a: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性能极限分析：**推导</a:t>
                      </a:r>
                      <a:r>
                        <a:rPr lang="en-US" altLang="zh-CN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SNR/</a:t>
                      </a: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中断概率</a:t>
                      </a:r>
                      <a:r>
                        <a:rPr lang="en-US" altLang="zh-CN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/</a:t>
                      </a: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遍历容量闭式解</a:t>
                      </a:r>
                    </a:p>
                    <a:p>
                      <a:pPr rtl="0"/>
                      <a:b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</a:b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**</a:t>
                      </a:r>
                      <a:r>
                        <a:rPr lang="en-US" altLang="zh-CN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2. </a:t>
                      </a: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离散相位波束赋形算法：**最近点投影</a:t>
                      </a:r>
                      <a:r>
                        <a:rPr lang="en-US" altLang="zh-CN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(CPP)</a:t>
                      </a: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与最优</a:t>
                      </a:r>
                      <a:r>
                        <a:rPr lang="en-US" altLang="zh-CN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M</a:t>
                      </a: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相算法</a:t>
                      </a:r>
                      <a:r>
                        <a:rPr lang="en-US" altLang="zh-CN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(OMPB)</a:t>
                      </a:r>
                    </a:p>
                    <a:p>
                      <a:pPr rtl="0"/>
                      <a:br>
                        <a:rPr lang="en-US" altLang="zh-CN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</a:br>
                      <a:r>
                        <a:rPr lang="en-US" altLang="zh-CN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**3. </a:t>
                      </a: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相位对齐：**基于</a:t>
                      </a:r>
                      <a:r>
                        <a:rPr lang="en-US" altLang="zh-CN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RSSI</a:t>
                      </a: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的低开销对齐方案</a:t>
                      </a:r>
                    </a:p>
                    <a:p>
                      <a:pPr rtl="0"/>
                      <a:b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</a:b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**</a:t>
                      </a:r>
                      <a:r>
                        <a:rPr lang="en-US" altLang="zh-CN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4. </a:t>
                      </a: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量化损耗分析：**</a:t>
                      </a:r>
                      <a:r>
                        <a:rPr lang="en-US" altLang="zh-CN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1-bit/2-bit</a:t>
                      </a: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等量化精度对性能影响的理论界</a:t>
                      </a:r>
                    </a:p>
                  </a:txBody>
                  <a:tcPr marL="38507" marR="38507" marT="25672" marB="2567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**</a:t>
                      </a:r>
                      <a:r>
                        <a:rPr lang="en-US" altLang="zh-CN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1. </a:t>
                      </a: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有损</a:t>
                      </a:r>
                      <a:r>
                        <a:rPr lang="en-US" altLang="zh-CN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PASS</a:t>
                      </a: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性能分析：**建立波导损耗模型，推导有损容量与参数权衡</a:t>
                      </a:r>
                    </a:p>
                    <a:p>
                      <a:pPr rtl="0"/>
                      <a:b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</a:b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**</a:t>
                      </a:r>
                      <a:r>
                        <a:rPr lang="en-US" altLang="zh-CN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2. </a:t>
                      </a: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高精度定位算法：**</a:t>
                      </a:r>
                      <a:r>
                        <a:rPr lang="en-US" altLang="zh-CN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FIM</a:t>
                      </a: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推导与基于</a:t>
                      </a:r>
                      <a:r>
                        <a:rPr lang="en-US" altLang="zh-CN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MUSIC</a:t>
                      </a: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的联合定位算法</a:t>
                      </a:r>
                    </a:p>
                    <a:p>
                      <a:pPr rtl="0"/>
                      <a:b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</a:b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**</a:t>
                      </a:r>
                      <a:r>
                        <a:rPr lang="en-US" altLang="zh-CN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3. </a:t>
                      </a: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位置辅助波束赋形：**基于位置的最优</a:t>
                      </a:r>
                      <a:r>
                        <a:rPr lang="en-US" altLang="zh-CN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PA</a:t>
                      </a: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配置策略</a:t>
                      </a:r>
                    </a:p>
                  </a:txBody>
                  <a:tcPr marL="38507" marR="38507" marT="25672" marB="2567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**</a:t>
                      </a:r>
                      <a:r>
                        <a:rPr lang="en-US" altLang="zh-CN" sz="140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1. </a:t>
                      </a: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码本设计：**两阶段角度域过采样码本算法</a:t>
                      </a:r>
                    </a:p>
                    <a:p>
                      <a:pPr rtl="0"/>
                      <a:b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</a:b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**</a:t>
                      </a:r>
                      <a:r>
                        <a:rPr lang="en-US" altLang="zh-CN" sz="140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2. </a:t>
                      </a: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启发式算法：**引入模拟退火改进的贪婪波束赋形算法</a:t>
                      </a:r>
                    </a:p>
                    <a:p>
                      <a:pPr rtl="0"/>
                      <a:b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</a:b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**</a:t>
                      </a:r>
                      <a:r>
                        <a:rPr lang="en-US" altLang="zh-CN" sz="140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3. </a:t>
                      </a: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原型研制：**</a:t>
                      </a:r>
                      <a:r>
                        <a:rPr lang="en-US" altLang="zh-CN" sz="140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1100</a:t>
                      </a: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阵元</a:t>
                      </a:r>
                      <a:r>
                        <a:rPr lang="en-US" altLang="zh-CN" sz="140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RIS</a:t>
                      </a: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硬件系统设计</a:t>
                      </a:r>
                    </a:p>
                    <a:p>
                      <a:pPr rtl="0"/>
                      <a:b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</a:b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**</a:t>
                      </a:r>
                      <a:r>
                        <a:rPr lang="en-US" altLang="zh-CN" sz="140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4. </a:t>
                      </a: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外场测试：**室内穿墙</a:t>
                      </a:r>
                      <a:r>
                        <a:rPr lang="en-US" altLang="zh-CN" sz="140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/</a:t>
                      </a: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室外长距离</a:t>
                      </a:r>
                      <a:r>
                        <a:rPr lang="en-US" altLang="zh-CN" sz="140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/5G</a:t>
                      </a: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现网验证</a:t>
                      </a:r>
                    </a:p>
                  </a:txBody>
                  <a:tcPr marL="38507" marR="38507" marT="25672" marB="2567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416967"/>
                  </a:ext>
                </a:extLst>
              </a:tr>
              <a:tr h="574082">
                <a:tc>
                  <a:txBody>
                    <a:bodyPr/>
                    <a:lstStyle/>
                    <a:p>
                      <a:pPr rtl="0"/>
                      <a:r>
                        <a:rPr lang="zh-CN" altLang="en-US" sz="1400" b="1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研究目标</a:t>
                      </a:r>
                      <a:endParaRPr lang="zh-CN" altLang="en-US" sz="1400">
                        <a:solidFill>
                          <a:srgbClr val="1F1F1F"/>
                        </a:solidFill>
                        <a:effectLst/>
                        <a:latin typeface="TimesSimSun" panose="02020603050405020304" pitchFamily="18" charset="-122"/>
                        <a:ea typeface="TimesSimSun" panose="02020603050405020304" pitchFamily="18" charset="-122"/>
                        <a:cs typeface="TimesSimSun" panose="02020603050405020304" pitchFamily="18" charset="-122"/>
                      </a:endParaRPr>
                    </a:p>
                  </a:txBody>
                  <a:tcPr marL="38507" marR="38507" marT="25672" marB="2567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探明性能理论上限，解决实际离散约束下的优化难题</a:t>
                      </a:r>
                    </a:p>
                  </a:txBody>
                  <a:tcPr marL="38507" marR="38507" marT="25672" marB="2567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定量刻画损耗影响，实现以“高精度定位”辅助“高效通信”</a:t>
                      </a:r>
                    </a:p>
                  </a:txBody>
                  <a:tcPr marL="38507" marR="38507" marT="25672" marB="2567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突破算法复杂度瓶颈，打通从理论算法到工程实践的路径</a:t>
                      </a:r>
                    </a:p>
                  </a:txBody>
                  <a:tcPr marL="38507" marR="38507" marT="25672" marB="2567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7422439"/>
                  </a:ext>
                </a:extLst>
              </a:tr>
              <a:tr h="741886">
                <a:tc>
                  <a:txBody>
                    <a:bodyPr/>
                    <a:lstStyle/>
                    <a:p>
                      <a:pPr rtl="0"/>
                      <a:r>
                        <a:rPr lang="zh-CN" altLang="en-US" sz="1400" b="1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对应章节</a:t>
                      </a:r>
                      <a:endParaRPr lang="zh-CN" altLang="en-US" sz="1400">
                        <a:solidFill>
                          <a:srgbClr val="1F1F1F"/>
                        </a:solidFill>
                        <a:effectLst/>
                        <a:latin typeface="TimesSimSun" panose="02020603050405020304" pitchFamily="18" charset="-122"/>
                        <a:ea typeface="TimesSimSun" panose="02020603050405020304" pitchFamily="18" charset="-122"/>
                        <a:cs typeface="TimesSimSun" panose="02020603050405020304" pitchFamily="18" charset="-122"/>
                      </a:endParaRPr>
                    </a:p>
                  </a:txBody>
                  <a:tcPr marL="38507" marR="38507" marT="25672" marB="2567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CN" altLang="en-US" sz="1400" b="1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第二章</a:t>
                      </a: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 </a:t>
                      </a:r>
                      <a:r>
                        <a:rPr lang="en-US" altLang="zh-CN" sz="140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(</a:t>
                      </a: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连续理论</a:t>
                      </a:r>
                      <a:r>
                        <a:rPr lang="en-US" altLang="zh-CN" sz="140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)</a:t>
                      </a:r>
                    </a:p>
                    <a:p>
                      <a:pPr rtl="0"/>
                      <a:br>
                        <a:rPr lang="en-US" altLang="zh-CN" sz="140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</a:br>
                      <a:r>
                        <a:rPr lang="zh-CN" altLang="en-US" sz="1400" b="1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第三章</a:t>
                      </a: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 </a:t>
                      </a:r>
                      <a:r>
                        <a:rPr lang="en-US" altLang="zh-CN" sz="140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(</a:t>
                      </a: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离散算法</a:t>
                      </a:r>
                      <a:r>
                        <a:rPr lang="en-US" altLang="zh-CN" sz="140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)</a:t>
                      </a:r>
                    </a:p>
                  </a:txBody>
                  <a:tcPr marL="38507" marR="38507" marT="25672" marB="2567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CN" altLang="en-US" sz="1400" b="1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第四章</a:t>
                      </a: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 </a:t>
                      </a:r>
                      <a:r>
                        <a:rPr lang="en-US" altLang="zh-CN" sz="140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(</a:t>
                      </a: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有损分析与位置辅助通信</a:t>
                      </a:r>
                      <a:r>
                        <a:rPr lang="en-US" altLang="zh-CN" sz="140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)</a:t>
                      </a:r>
                    </a:p>
                  </a:txBody>
                  <a:tcPr marL="38507" marR="38507" marT="25672" marB="2567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CN" altLang="en-US" sz="1400" b="1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第五章</a:t>
                      </a: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(</a:t>
                      </a: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低复杂度算法</a:t>
                      </a:r>
                      <a:r>
                        <a:rPr lang="en-US" altLang="zh-CN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)</a:t>
                      </a:r>
                    </a:p>
                    <a:p>
                      <a:pPr rtl="0"/>
                      <a:br>
                        <a:rPr lang="en-US" altLang="zh-CN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</a:br>
                      <a:r>
                        <a:rPr lang="zh-CN" altLang="en-US" sz="1400" b="1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第六章</a:t>
                      </a: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(</a:t>
                      </a: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原型系统与测试</a:t>
                      </a:r>
                      <a:r>
                        <a:rPr lang="en-US" altLang="zh-CN" sz="1400" dirty="0">
                          <a:solidFill>
                            <a:srgbClr val="1F1F1F"/>
                          </a:solidFill>
                          <a:effectLst/>
                          <a:latin typeface="TimesSimSun" panose="02020603050405020304" pitchFamily="18" charset="-122"/>
                          <a:ea typeface="TimesSimSun" panose="02020603050405020304" pitchFamily="18" charset="-122"/>
                          <a:cs typeface="TimesSimSun" panose="02020603050405020304" pitchFamily="18" charset="-122"/>
                        </a:rPr>
                        <a:t>)</a:t>
                      </a:r>
                    </a:p>
                  </a:txBody>
                  <a:tcPr marL="38507" marR="38507" marT="25672" marB="2567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5752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3241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11553</TotalTime>
  <Words>1207</Words>
  <Application>Microsoft Office PowerPoint</Application>
  <PresentationFormat>自定义</PresentationFormat>
  <Paragraphs>135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TimesSimSun</vt:lpstr>
      <vt:lpstr>等线</vt:lpstr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裴 熙隆</dc:creator>
  <cp:lastModifiedBy>裴 熙隆</cp:lastModifiedBy>
  <cp:revision>28</cp:revision>
  <dcterms:created xsi:type="dcterms:W3CDTF">2022-09-20T11:32:03Z</dcterms:created>
  <dcterms:modified xsi:type="dcterms:W3CDTF">2026-05-10T10:46:06Z</dcterms:modified>
</cp:coreProperties>
</file>