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620000" cy="7620000"/>
  <p:notesSz cx="7620000" cy="762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2" pos="6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2602" y="82"/>
      </p:cViewPr>
      <p:guideLst>
        <p:guide orient="horz" pos="4080"/>
        <p:guide pos="6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17D5B509-87AA-41F9-91D0-CA1A28327B56}"/>
    <pc:docChg chg="undo redo custSel modSld">
      <pc:chgData name="裴 熙隆" userId="d70ee545ee25833c" providerId="LiveId" clId="{17D5B509-87AA-41F9-91D0-CA1A28327B56}" dt="2025-12-16T04:42:41.189" v="73" actId="688"/>
      <pc:docMkLst>
        <pc:docMk/>
      </pc:docMkLst>
      <pc:sldChg chg="modSp mod">
        <pc:chgData name="裴 熙隆" userId="d70ee545ee25833c" providerId="LiveId" clId="{17D5B509-87AA-41F9-91D0-CA1A28327B56}" dt="2025-12-16T04:42:41.189" v="73" actId="688"/>
        <pc:sldMkLst>
          <pc:docMk/>
          <pc:sldMk cId="0" sldId="256"/>
        </pc:sldMkLst>
        <pc:spChg chg="mod">
          <ac:chgData name="裴 熙隆" userId="d70ee545ee25833c" providerId="LiveId" clId="{17D5B509-87AA-41F9-91D0-CA1A28327B56}" dt="2025-12-01T03:22:05.924" v="4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2:24.931" v="51" actId="1076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裴 熙隆" userId="d70ee545ee25833c" providerId="LiveId" clId="{17D5B509-87AA-41F9-91D0-CA1A28327B56}" dt="2025-12-01T03:22:18.160" v="5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7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2:02.369" v="4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0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裴 熙隆" userId="d70ee545ee25833c" providerId="LiveId" clId="{17D5B509-87AA-41F9-91D0-CA1A28327B56}" dt="2025-12-16T04:13:30.774" v="68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5" creationId="{00000000-0000-0000-0000-000000000000}"/>
          </ac:spMkLst>
        </pc:spChg>
        <pc:spChg chg="mod">
          <ac:chgData name="裴 熙隆" userId="d70ee545ee25833c" providerId="LiveId" clId="{17D5B509-87AA-41F9-91D0-CA1A28327B56}" dt="2025-12-16T04:13:24.321" v="67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8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19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1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2:28.816" v="52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5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6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7" creationId="{00000000-0000-0000-0000-000000000000}"/>
          </ac:spMkLst>
        </pc:spChg>
        <pc:spChg chg="mod">
          <ac:chgData name="裴 熙隆" userId="d70ee545ee25833c" providerId="LiveId" clId="{17D5B509-87AA-41F9-91D0-CA1A28327B56}" dt="2025-12-16T04:42:04.120" v="70" actId="68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29" creationId="{00000000-0000-0000-0000-000000000000}"/>
          </ac:spMkLst>
        </pc:spChg>
        <pc:spChg chg="mod">
          <ac:chgData name="裴 熙隆" userId="d70ee545ee25833c" providerId="LiveId" clId="{17D5B509-87AA-41F9-91D0-CA1A28327B56}" dt="2025-12-16T04:42:41.189" v="73" actId="688"/>
          <ac:spMkLst>
            <pc:docMk/>
            <pc:sldMk cId="0" sldId="256"/>
            <ac:spMk id="30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31" creationId="{00000000-0000-0000-0000-000000000000}"/>
          </ac:spMkLst>
        </pc:spChg>
        <pc:spChg chg="mod">
          <ac:chgData name="裴 熙隆" userId="d70ee545ee25833c" providerId="LiveId" clId="{17D5B509-87AA-41F9-91D0-CA1A28327B56}" dt="2025-12-01T03:20:36.297" v="18" actId="403"/>
          <ac:spMkLst>
            <pc:docMk/>
            <pc:sldMk cId="0" sldId="256"/>
            <ac:spMk id="32" creationId="{43DB41F5-97AE-9E61-8568-AB12E2D59952}"/>
          </ac:spMkLst>
        </pc:spChg>
        <pc:spChg chg="mod">
          <ac:chgData name="裴 熙隆" userId="d70ee545ee25833c" providerId="LiveId" clId="{17D5B509-87AA-41F9-91D0-CA1A28327B56}" dt="2025-12-16T04:10:38.779" v="65" actId="2711"/>
          <ac:spMkLst>
            <pc:docMk/>
            <pc:sldMk cId="0" sldId="256"/>
            <ac:spMk id="33" creationId="{ADCD7111-F234-B655-550B-F40FB65CB4A5}"/>
          </ac:spMkLst>
        </pc:spChg>
        <pc:grpChg chg="mod">
          <ac:chgData name="裴 熙隆" userId="d70ee545ee25833c" providerId="LiveId" clId="{17D5B509-87AA-41F9-91D0-CA1A28327B56}" dt="2025-12-01T03:21:54.447" v="36" actId="1076"/>
          <ac:grpSpMkLst>
            <pc:docMk/>
            <pc:sldMk cId="0" sldId="256"/>
            <ac:grpSpMk id="5" creationId="{00000000-0000-0000-0000-000000000000}"/>
          </ac:grpSpMkLst>
        </pc:grpChg>
        <pc:grpChg chg="mod">
          <ac:chgData name="裴 熙隆" userId="d70ee545ee25833c" providerId="LiveId" clId="{17D5B509-87AA-41F9-91D0-CA1A28327B56}" dt="2025-12-01T03:21:50.272" v="34" actId="1076"/>
          <ac:grpSpMkLst>
            <pc:docMk/>
            <pc:sldMk cId="0" sldId="256"/>
            <ac:grpSpMk id="13" creationId="{00000000-0000-0000-0000-000000000000}"/>
          </ac:grpSpMkLst>
        </pc:grpChg>
      </pc:sld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1-30T15:51:08.637" v="263" actId="1076"/>
      <pc:docMkLst>
        <pc:docMk/>
      </pc:docMkLst>
      <pc:sldChg chg="addSp modSp mod">
        <pc:chgData name="Rabbit AI" userId="d70ee545ee25833c" providerId="LiveId" clId="{8AEE6C01-8D16-45E4-B595-8E2846456CE4}" dt="2025-11-30T15:51:08.637" v="263" actId="1076"/>
        <pc:sldMkLst>
          <pc:docMk/>
          <pc:sldMk cId="0" sldId="256"/>
        </pc:sldMkLst>
        <pc:spChg chg="mod">
          <ac:chgData name="Rabbit AI" userId="d70ee545ee25833c" providerId="LiveId" clId="{8AEE6C01-8D16-45E4-B595-8E2846456CE4}" dt="2025-11-30T15:50:50.130" v="260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bbit AI" userId="d70ee545ee25833c" providerId="LiveId" clId="{8AEE6C01-8D16-45E4-B595-8E2846456CE4}" dt="2025-11-30T15:06:29.265" v="17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bbit AI" userId="d70ee545ee25833c" providerId="LiveId" clId="{8AEE6C01-8D16-45E4-B595-8E2846456CE4}" dt="2025-11-30T15:06:24.486" v="17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bbit AI" userId="d70ee545ee25833c" providerId="LiveId" clId="{8AEE6C01-8D16-45E4-B595-8E2846456CE4}" dt="2025-11-30T15:08:05.455" v="198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abbit AI" userId="d70ee545ee25833c" providerId="LiveId" clId="{8AEE6C01-8D16-45E4-B595-8E2846456CE4}" dt="2025-11-30T15:07:36.234" v="19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bbit AI" userId="d70ee545ee25833c" providerId="LiveId" clId="{8AEE6C01-8D16-45E4-B595-8E2846456CE4}" dt="2025-11-30T15:07:50.771" v="194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Rabbit AI" userId="d70ee545ee25833c" providerId="LiveId" clId="{8AEE6C01-8D16-45E4-B595-8E2846456CE4}" dt="2025-11-30T15:08:02.763" v="197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Rabbit AI" userId="d70ee545ee25833c" providerId="LiveId" clId="{8AEE6C01-8D16-45E4-B595-8E2846456CE4}" dt="2025-11-30T15:07:56.463" v="196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Rabbit AI" userId="d70ee545ee25833c" providerId="LiveId" clId="{8AEE6C01-8D16-45E4-B595-8E2846456CE4}" dt="2025-11-30T15:07:33.131" v="191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28" creationId="{00000000-0000-0000-0000-000000000000}"/>
          </ac:spMkLst>
        </pc:spChg>
        <pc:spChg chg="mod">
          <ac:chgData name="Rabbit AI" userId="d70ee545ee25833c" providerId="LiveId" clId="{8AEE6C01-8D16-45E4-B595-8E2846456CE4}" dt="2025-11-30T15:08:30.047" v="203" actId="1410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Rabbit AI" userId="d70ee545ee25833c" providerId="LiveId" clId="{8AEE6C01-8D16-45E4-B595-8E2846456CE4}" dt="2025-11-30T15:01:34.527" v="65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Rabbit AI" userId="d70ee545ee25833c" providerId="LiveId" clId="{8AEE6C01-8D16-45E4-B595-8E2846456CE4}" dt="2025-11-30T15:02:09.218" v="68" actId="255"/>
          <ac:spMkLst>
            <pc:docMk/>
            <pc:sldMk cId="0" sldId="256"/>
            <ac:spMk id="31" creationId="{00000000-0000-0000-0000-000000000000}"/>
          </ac:spMkLst>
        </pc:spChg>
        <pc:spChg chg="add mod">
          <ac:chgData name="Rabbit AI" userId="d70ee545ee25833c" providerId="LiveId" clId="{8AEE6C01-8D16-45E4-B595-8E2846456CE4}" dt="2025-11-30T15:11:27.317" v="247" actId="1076"/>
          <ac:spMkLst>
            <pc:docMk/>
            <pc:sldMk cId="0" sldId="256"/>
            <ac:spMk id="32" creationId="{43DB41F5-97AE-9E61-8568-AB12E2D59952}"/>
          </ac:spMkLst>
        </pc:spChg>
        <pc:spChg chg="add mod">
          <ac:chgData name="Rabbit AI" userId="d70ee545ee25833c" providerId="LiveId" clId="{8AEE6C01-8D16-45E4-B595-8E2846456CE4}" dt="2025-11-30T15:51:08.637" v="263" actId="1076"/>
          <ac:spMkLst>
            <pc:docMk/>
            <pc:sldMk cId="0" sldId="256"/>
            <ac:spMk id="33" creationId="{ADCD7111-F234-B655-550B-F40FB65CB4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2362200"/>
            <a:ext cx="6477000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4267200"/>
            <a:ext cx="5334000" cy="190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33147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924300" y="1752600"/>
            <a:ext cx="33147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0500" y="190500"/>
            <a:ext cx="7239000" cy="7239000"/>
          </a:xfrm>
          <a:custGeom>
            <a:avLst/>
            <a:gdLst/>
            <a:ahLst/>
            <a:cxnLst/>
            <a:rect l="l" t="t" r="r" b="b"/>
            <a:pathLst>
              <a:path w="7239000" h="7239000">
                <a:moveTo>
                  <a:pt x="3954199" y="12700"/>
                </a:moveTo>
                <a:lnTo>
                  <a:pt x="3284800" y="12700"/>
                </a:lnTo>
                <a:lnTo>
                  <a:pt x="3332121" y="0"/>
                </a:lnTo>
                <a:lnTo>
                  <a:pt x="3906878" y="0"/>
                </a:lnTo>
                <a:lnTo>
                  <a:pt x="3954199" y="12700"/>
                </a:lnTo>
                <a:close/>
              </a:path>
              <a:path w="7239000" h="7239000">
                <a:moveTo>
                  <a:pt x="4095093" y="25400"/>
                </a:moveTo>
                <a:lnTo>
                  <a:pt x="3143906" y="25400"/>
                </a:lnTo>
                <a:lnTo>
                  <a:pt x="3190689" y="12700"/>
                </a:lnTo>
                <a:lnTo>
                  <a:pt x="4048310" y="12700"/>
                </a:lnTo>
                <a:lnTo>
                  <a:pt x="4095093" y="25400"/>
                </a:lnTo>
                <a:close/>
              </a:path>
              <a:path w="7239000" h="7239000">
                <a:moveTo>
                  <a:pt x="4234307" y="50800"/>
                </a:moveTo>
                <a:lnTo>
                  <a:pt x="3004692" y="50800"/>
                </a:lnTo>
                <a:lnTo>
                  <a:pt x="3097309" y="25400"/>
                </a:lnTo>
                <a:lnTo>
                  <a:pt x="4141690" y="25400"/>
                </a:lnTo>
                <a:lnTo>
                  <a:pt x="4234307" y="50800"/>
                </a:lnTo>
                <a:close/>
              </a:path>
              <a:path w="7239000" h="7239000">
                <a:moveTo>
                  <a:pt x="4371734" y="76200"/>
                </a:moveTo>
                <a:lnTo>
                  <a:pt x="2867265" y="76200"/>
                </a:lnTo>
                <a:lnTo>
                  <a:pt x="2958679" y="50800"/>
                </a:lnTo>
                <a:lnTo>
                  <a:pt x="4280320" y="50800"/>
                </a:lnTo>
                <a:lnTo>
                  <a:pt x="4371734" y="76200"/>
                </a:lnTo>
                <a:close/>
              </a:path>
              <a:path w="7239000" h="7239000">
                <a:moveTo>
                  <a:pt x="4417128" y="7150100"/>
                </a:moveTo>
                <a:lnTo>
                  <a:pt x="2821871" y="7150100"/>
                </a:lnTo>
                <a:lnTo>
                  <a:pt x="2423433" y="7035800"/>
                </a:lnTo>
                <a:lnTo>
                  <a:pt x="2380357" y="7010400"/>
                </a:lnTo>
                <a:lnTo>
                  <a:pt x="2294967" y="6985000"/>
                </a:lnTo>
                <a:lnTo>
                  <a:pt x="2252662" y="6959600"/>
                </a:lnTo>
                <a:lnTo>
                  <a:pt x="2168851" y="6934200"/>
                </a:lnTo>
                <a:lnTo>
                  <a:pt x="2127353" y="6908800"/>
                </a:lnTo>
                <a:lnTo>
                  <a:pt x="2086131" y="6896100"/>
                </a:lnTo>
                <a:lnTo>
                  <a:pt x="2045190" y="6870700"/>
                </a:lnTo>
                <a:lnTo>
                  <a:pt x="2004533" y="6858000"/>
                </a:lnTo>
                <a:lnTo>
                  <a:pt x="1924089" y="6807200"/>
                </a:lnTo>
                <a:lnTo>
                  <a:pt x="1884309" y="6794500"/>
                </a:lnTo>
                <a:lnTo>
                  <a:pt x="1766786" y="6718300"/>
                </a:lnTo>
                <a:lnTo>
                  <a:pt x="1728231" y="6705600"/>
                </a:lnTo>
                <a:lnTo>
                  <a:pt x="1652070" y="6654800"/>
                </a:lnTo>
                <a:lnTo>
                  <a:pt x="1540267" y="6578600"/>
                </a:lnTo>
                <a:lnTo>
                  <a:pt x="1431481" y="6502400"/>
                </a:lnTo>
                <a:lnTo>
                  <a:pt x="1395907" y="6464300"/>
                </a:lnTo>
                <a:lnTo>
                  <a:pt x="1360685" y="6438900"/>
                </a:lnTo>
                <a:lnTo>
                  <a:pt x="1291309" y="6388100"/>
                </a:lnTo>
                <a:lnTo>
                  <a:pt x="1257163" y="6350000"/>
                </a:lnTo>
                <a:lnTo>
                  <a:pt x="1189975" y="6299200"/>
                </a:lnTo>
                <a:lnTo>
                  <a:pt x="1156941" y="6261100"/>
                </a:lnTo>
                <a:lnTo>
                  <a:pt x="1092010" y="6210300"/>
                </a:lnTo>
                <a:lnTo>
                  <a:pt x="1060122" y="6172200"/>
                </a:lnTo>
                <a:lnTo>
                  <a:pt x="1028625" y="6146800"/>
                </a:lnTo>
                <a:lnTo>
                  <a:pt x="997521" y="6108700"/>
                </a:lnTo>
                <a:lnTo>
                  <a:pt x="966815" y="6070600"/>
                </a:lnTo>
                <a:lnTo>
                  <a:pt x="936510" y="6045200"/>
                </a:lnTo>
                <a:lnTo>
                  <a:pt x="906612" y="6007100"/>
                </a:lnTo>
                <a:lnTo>
                  <a:pt x="877123" y="5981700"/>
                </a:lnTo>
                <a:lnTo>
                  <a:pt x="848047" y="5943600"/>
                </a:lnTo>
                <a:lnTo>
                  <a:pt x="819389" y="5905500"/>
                </a:lnTo>
                <a:lnTo>
                  <a:pt x="791152" y="5867400"/>
                </a:lnTo>
                <a:lnTo>
                  <a:pt x="763340" y="5842000"/>
                </a:lnTo>
                <a:lnTo>
                  <a:pt x="735957" y="5803900"/>
                </a:lnTo>
                <a:lnTo>
                  <a:pt x="709008" y="5765800"/>
                </a:lnTo>
                <a:lnTo>
                  <a:pt x="682495" y="5727700"/>
                </a:lnTo>
                <a:lnTo>
                  <a:pt x="656423" y="5689600"/>
                </a:lnTo>
                <a:lnTo>
                  <a:pt x="630796" y="5651500"/>
                </a:lnTo>
                <a:lnTo>
                  <a:pt x="605618" y="5613400"/>
                </a:lnTo>
                <a:lnTo>
                  <a:pt x="580892" y="5575300"/>
                </a:lnTo>
                <a:lnTo>
                  <a:pt x="556622" y="5537200"/>
                </a:lnTo>
                <a:lnTo>
                  <a:pt x="532813" y="5499100"/>
                </a:lnTo>
                <a:lnTo>
                  <a:pt x="509468" y="5461000"/>
                </a:lnTo>
                <a:lnTo>
                  <a:pt x="486592" y="5422900"/>
                </a:lnTo>
                <a:lnTo>
                  <a:pt x="464187" y="5384800"/>
                </a:lnTo>
                <a:lnTo>
                  <a:pt x="442259" y="5346700"/>
                </a:lnTo>
                <a:lnTo>
                  <a:pt x="420810" y="5308600"/>
                </a:lnTo>
                <a:lnTo>
                  <a:pt x="399845" y="5270500"/>
                </a:lnTo>
                <a:lnTo>
                  <a:pt x="379368" y="5232400"/>
                </a:lnTo>
                <a:lnTo>
                  <a:pt x="359383" y="5181600"/>
                </a:lnTo>
                <a:lnTo>
                  <a:pt x="339893" y="5143500"/>
                </a:lnTo>
                <a:lnTo>
                  <a:pt x="320903" y="5105400"/>
                </a:lnTo>
                <a:lnTo>
                  <a:pt x="302416" y="5067300"/>
                </a:lnTo>
                <a:lnTo>
                  <a:pt x="284436" y="5016500"/>
                </a:lnTo>
                <a:lnTo>
                  <a:pt x="266968" y="4978400"/>
                </a:lnTo>
                <a:lnTo>
                  <a:pt x="250014" y="4940300"/>
                </a:lnTo>
                <a:lnTo>
                  <a:pt x="233580" y="4889500"/>
                </a:lnTo>
                <a:lnTo>
                  <a:pt x="217668" y="4851400"/>
                </a:lnTo>
                <a:lnTo>
                  <a:pt x="202284" y="4813300"/>
                </a:lnTo>
                <a:lnTo>
                  <a:pt x="187430" y="4762500"/>
                </a:lnTo>
                <a:lnTo>
                  <a:pt x="173110" y="4724400"/>
                </a:lnTo>
                <a:lnTo>
                  <a:pt x="159330" y="4673600"/>
                </a:lnTo>
                <a:lnTo>
                  <a:pt x="146091" y="4635500"/>
                </a:lnTo>
                <a:lnTo>
                  <a:pt x="133399" y="4584700"/>
                </a:lnTo>
                <a:lnTo>
                  <a:pt x="121258" y="4546600"/>
                </a:lnTo>
                <a:lnTo>
                  <a:pt x="109670" y="4495800"/>
                </a:lnTo>
                <a:lnTo>
                  <a:pt x="98641" y="4457700"/>
                </a:lnTo>
                <a:lnTo>
                  <a:pt x="88173" y="4406900"/>
                </a:lnTo>
                <a:lnTo>
                  <a:pt x="78272" y="4368800"/>
                </a:lnTo>
                <a:lnTo>
                  <a:pt x="68940" y="4318000"/>
                </a:lnTo>
                <a:lnTo>
                  <a:pt x="60182" y="4279900"/>
                </a:lnTo>
                <a:lnTo>
                  <a:pt x="52002" y="4229100"/>
                </a:lnTo>
                <a:lnTo>
                  <a:pt x="44403" y="4178300"/>
                </a:lnTo>
                <a:lnTo>
                  <a:pt x="37389" y="4140200"/>
                </a:lnTo>
                <a:lnTo>
                  <a:pt x="30965" y="4089400"/>
                </a:lnTo>
                <a:lnTo>
                  <a:pt x="25135" y="4038600"/>
                </a:lnTo>
                <a:lnTo>
                  <a:pt x="19901" y="4000500"/>
                </a:lnTo>
                <a:lnTo>
                  <a:pt x="15269" y="3949700"/>
                </a:lnTo>
                <a:lnTo>
                  <a:pt x="11241" y="3898900"/>
                </a:lnTo>
                <a:lnTo>
                  <a:pt x="7822" y="3848100"/>
                </a:lnTo>
                <a:lnTo>
                  <a:pt x="5017" y="3810000"/>
                </a:lnTo>
                <a:lnTo>
                  <a:pt x="2827" y="3759200"/>
                </a:lnTo>
                <a:lnTo>
                  <a:pt x="1259" y="3708400"/>
                </a:lnTo>
                <a:lnTo>
                  <a:pt x="315" y="3657600"/>
                </a:lnTo>
                <a:lnTo>
                  <a:pt x="0" y="3619500"/>
                </a:lnTo>
                <a:lnTo>
                  <a:pt x="315" y="3568700"/>
                </a:lnTo>
                <a:lnTo>
                  <a:pt x="1259" y="3517900"/>
                </a:lnTo>
                <a:lnTo>
                  <a:pt x="2827" y="3467100"/>
                </a:lnTo>
                <a:lnTo>
                  <a:pt x="5017" y="3416300"/>
                </a:lnTo>
                <a:lnTo>
                  <a:pt x="7822" y="3378200"/>
                </a:lnTo>
                <a:lnTo>
                  <a:pt x="11241" y="3327400"/>
                </a:lnTo>
                <a:lnTo>
                  <a:pt x="15269" y="3276600"/>
                </a:lnTo>
                <a:lnTo>
                  <a:pt x="19901" y="3225800"/>
                </a:lnTo>
                <a:lnTo>
                  <a:pt x="25135" y="3187700"/>
                </a:lnTo>
                <a:lnTo>
                  <a:pt x="30965" y="3136900"/>
                </a:lnTo>
                <a:lnTo>
                  <a:pt x="37389" y="3086100"/>
                </a:lnTo>
                <a:lnTo>
                  <a:pt x="44403" y="3048000"/>
                </a:lnTo>
                <a:lnTo>
                  <a:pt x="52002" y="2997200"/>
                </a:lnTo>
                <a:lnTo>
                  <a:pt x="60182" y="2946400"/>
                </a:lnTo>
                <a:lnTo>
                  <a:pt x="68940" y="2908300"/>
                </a:lnTo>
                <a:lnTo>
                  <a:pt x="78272" y="2857500"/>
                </a:lnTo>
                <a:lnTo>
                  <a:pt x="88173" y="2819400"/>
                </a:lnTo>
                <a:lnTo>
                  <a:pt x="98641" y="2768600"/>
                </a:lnTo>
                <a:lnTo>
                  <a:pt x="109670" y="2730500"/>
                </a:lnTo>
                <a:lnTo>
                  <a:pt x="121258" y="2679700"/>
                </a:lnTo>
                <a:lnTo>
                  <a:pt x="133399" y="2641600"/>
                </a:lnTo>
                <a:lnTo>
                  <a:pt x="146091" y="2590800"/>
                </a:lnTo>
                <a:lnTo>
                  <a:pt x="159330" y="2552700"/>
                </a:lnTo>
                <a:lnTo>
                  <a:pt x="173110" y="2501900"/>
                </a:lnTo>
                <a:lnTo>
                  <a:pt x="187430" y="2463800"/>
                </a:lnTo>
                <a:lnTo>
                  <a:pt x="202284" y="2413000"/>
                </a:lnTo>
                <a:lnTo>
                  <a:pt x="217668" y="2374900"/>
                </a:lnTo>
                <a:lnTo>
                  <a:pt x="233580" y="2336800"/>
                </a:lnTo>
                <a:lnTo>
                  <a:pt x="250014" y="2286000"/>
                </a:lnTo>
                <a:lnTo>
                  <a:pt x="266968" y="2247900"/>
                </a:lnTo>
                <a:lnTo>
                  <a:pt x="284436" y="2209800"/>
                </a:lnTo>
                <a:lnTo>
                  <a:pt x="302416" y="2159000"/>
                </a:lnTo>
                <a:lnTo>
                  <a:pt x="320903" y="2120900"/>
                </a:lnTo>
                <a:lnTo>
                  <a:pt x="339893" y="2082800"/>
                </a:lnTo>
                <a:lnTo>
                  <a:pt x="359383" y="2044700"/>
                </a:lnTo>
                <a:lnTo>
                  <a:pt x="379368" y="1993900"/>
                </a:lnTo>
                <a:lnTo>
                  <a:pt x="399845" y="1955800"/>
                </a:lnTo>
                <a:lnTo>
                  <a:pt x="420810" y="1917700"/>
                </a:lnTo>
                <a:lnTo>
                  <a:pt x="442259" y="1879600"/>
                </a:lnTo>
                <a:lnTo>
                  <a:pt x="464187" y="1841500"/>
                </a:lnTo>
                <a:lnTo>
                  <a:pt x="486592" y="1803400"/>
                </a:lnTo>
                <a:lnTo>
                  <a:pt x="509468" y="1765300"/>
                </a:lnTo>
                <a:lnTo>
                  <a:pt x="532813" y="1727200"/>
                </a:lnTo>
                <a:lnTo>
                  <a:pt x="556622" y="1689100"/>
                </a:lnTo>
                <a:lnTo>
                  <a:pt x="580892" y="1651000"/>
                </a:lnTo>
                <a:lnTo>
                  <a:pt x="605618" y="1612900"/>
                </a:lnTo>
                <a:lnTo>
                  <a:pt x="630796" y="1574800"/>
                </a:lnTo>
                <a:lnTo>
                  <a:pt x="656423" y="1536700"/>
                </a:lnTo>
                <a:lnTo>
                  <a:pt x="682495" y="1498600"/>
                </a:lnTo>
                <a:lnTo>
                  <a:pt x="709008" y="1460500"/>
                </a:lnTo>
                <a:lnTo>
                  <a:pt x="735957" y="1422400"/>
                </a:lnTo>
                <a:lnTo>
                  <a:pt x="763340" y="1384300"/>
                </a:lnTo>
                <a:lnTo>
                  <a:pt x="791152" y="1358900"/>
                </a:lnTo>
                <a:lnTo>
                  <a:pt x="819389" y="1320800"/>
                </a:lnTo>
                <a:lnTo>
                  <a:pt x="848047" y="1282700"/>
                </a:lnTo>
                <a:lnTo>
                  <a:pt x="877123" y="1244600"/>
                </a:lnTo>
                <a:lnTo>
                  <a:pt x="906612" y="1219200"/>
                </a:lnTo>
                <a:lnTo>
                  <a:pt x="936510" y="1181100"/>
                </a:lnTo>
                <a:lnTo>
                  <a:pt x="966815" y="1155700"/>
                </a:lnTo>
                <a:lnTo>
                  <a:pt x="997521" y="1117600"/>
                </a:lnTo>
                <a:lnTo>
                  <a:pt x="1028625" y="1079500"/>
                </a:lnTo>
                <a:lnTo>
                  <a:pt x="1060122" y="1054100"/>
                </a:lnTo>
                <a:lnTo>
                  <a:pt x="1092010" y="1016000"/>
                </a:lnTo>
                <a:lnTo>
                  <a:pt x="1156941" y="965200"/>
                </a:lnTo>
                <a:lnTo>
                  <a:pt x="1189975" y="927100"/>
                </a:lnTo>
                <a:lnTo>
                  <a:pt x="1257163" y="876300"/>
                </a:lnTo>
                <a:lnTo>
                  <a:pt x="1291309" y="838200"/>
                </a:lnTo>
                <a:lnTo>
                  <a:pt x="1325818" y="812800"/>
                </a:lnTo>
                <a:lnTo>
                  <a:pt x="1395907" y="762000"/>
                </a:lnTo>
                <a:lnTo>
                  <a:pt x="1431481" y="723900"/>
                </a:lnTo>
                <a:lnTo>
                  <a:pt x="1503664" y="673100"/>
                </a:lnTo>
                <a:lnTo>
                  <a:pt x="1614474" y="596900"/>
                </a:lnTo>
                <a:lnTo>
                  <a:pt x="1728231" y="520700"/>
                </a:lnTo>
                <a:lnTo>
                  <a:pt x="1766786" y="508000"/>
                </a:lnTo>
                <a:lnTo>
                  <a:pt x="1884309" y="431800"/>
                </a:lnTo>
                <a:lnTo>
                  <a:pt x="1924089" y="419100"/>
                </a:lnTo>
                <a:lnTo>
                  <a:pt x="2004533" y="368300"/>
                </a:lnTo>
                <a:lnTo>
                  <a:pt x="2045190" y="355600"/>
                </a:lnTo>
                <a:lnTo>
                  <a:pt x="2086131" y="330200"/>
                </a:lnTo>
                <a:lnTo>
                  <a:pt x="2127353" y="317500"/>
                </a:lnTo>
                <a:lnTo>
                  <a:pt x="2168851" y="292100"/>
                </a:lnTo>
                <a:lnTo>
                  <a:pt x="2252662" y="266700"/>
                </a:lnTo>
                <a:lnTo>
                  <a:pt x="2294967" y="241300"/>
                </a:lnTo>
                <a:lnTo>
                  <a:pt x="2380357" y="215900"/>
                </a:lnTo>
                <a:lnTo>
                  <a:pt x="2423433" y="190500"/>
                </a:lnTo>
                <a:lnTo>
                  <a:pt x="2821871" y="76200"/>
                </a:lnTo>
                <a:lnTo>
                  <a:pt x="4417128" y="76200"/>
                </a:lnTo>
                <a:lnTo>
                  <a:pt x="4815566" y="190500"/>
                </a:lnTo>
                <a:lnTo>
                  <a:pt x="4858642" y="215900"/>
                </a:lnTo>
                <a:lnTo>
                  <a:pt x="4944032" y="241300"/>
                </a:lnTo>
                <a:lnTo>
                  <a:pt x="4986337" y="266700"/>
                </a:lnTo>
                <a:lnTo>
                  <a:pt x="5070148" y="292100"/>
                </a:lnTo>
                <a:lnTo>
                  <a:pt x="5111646" y="317500"/>
                </a:lnTo>
                <a:lnTo>
                  <a:pt x="5152868" y="330200"/>
                </a:lnTo>
                <a:lnTo>
                  <a:pt x="5193809" y="355600"/>
                </a:lnTo>
                <a:lnTo>
                  <a:pt x="5234466" y="368300"/>
                </a:lnTo>
                <a:lnTo>
                  <a:pt x="5314910" y="419100"/>
                </a:lnTo>
                <a:lnTo>
                  <a:pt x="5354690" y="431800"/>
                </a:lnTo>
                <a:lnTo>
                  <a:pt x="5472213" y="508000"/>
                </a:lnTo>
                <a:lnTo>
                  <a:pt x="5510768" y="520700"/>
                </a:lnTo>
                <a:lnTo>
                  <a:pt x="5624525" y="596900"/>
                </a:lnTo>
                <a:lnTo>
                  <a:pt x="5735335" y="673100"/>
                </a:lnTo>
                <a:lnTo>
                  <a:pt x="5807518" y="723900"/>
                </a:lnTo>
                <a:lnTo>
                  <a:pt x="5843092" y="762000"/>
                </a:lnTo>
                <a:lnTo>
                  <a:pt x="5913181" y="812800"/>
                </a:lnTo>
                <a:lnTo>
                  <a:pt x="5947690" y="838200"/>
                </a:lnTo>
                <a:lnTo>
                  <a:pt x="5981836" y="876300"/>
                </a:lnTo>
                <a:lnTo>
                  <a:pt x="6049024" y="927100"/>
                </a:lnTo>
                <a:lnTo>
                  <a:pt x="6082058" y="965200"/>
                </a:lnTo>
                <a:lnTo>
                  <a:pt x="6146989" y="1016000"/>
                </a:lnTo>
                <a:lnTo>
                  <a:pt x="6178877" y="1054100"/>
                </a:lnTo>
                <a:lnTo>
                  <a:pt x="6210374" y="1079500"/>
                </a:lnTo>
                <a:lnTo>
                  <a:pt x="6241478" y="1117600"/>
                </a:lnTo>
                <a:lnTo>
                  <a:pt x="6272184" y="1155700"/>
                </a:lnTo>
                <a:lnTo>
                  <a:pt x="6302489" y="1181100"/>
                </a:lnTo>
                <a:lnTo>
                  <a:pt x="6332387" y="1219200"/>
                </a:lnTo>
                <a:lnTo>
                  <a:pt x="6361876" y="1244600"/>
                </a:lnTo>
                <a:lnTo>
                  <a:pt x="6390952" y="1282700"/>
                </a:lnTo>
                <a:lnTo>
                  <a:pt x="6419610" y="1320800"/>
                </a:lnTo>
                <a:lnTo>
                  <a:pt x="6447847" y="1358900"/>
                </a:lnTo>
                <a:lnTo>
                  <a:pt x="6475659" y="1384300"/>
                </a:lnTo>
                <a:lnTo>
                  <a:pt x="6503042" y="1422400"/>
                </a:lnTo>
                <a:lnTo>
                  <a:pt x="6529991" y="1460500"/>
                </a:lnTo>
                <a:lnTo>
                  <a:pt x="6556504" y="1498600"/>
                </a:lnTo>
                <a:lnTo>
                  <a:pt x="6582576" y="1536700"/>
                </a:lnTo>
                <a:lnTo>
                  <a:pt x="6608203" y="1574800"/>
                </a:lnTo>
                <a:lnTo>
                  <a:pt x="6633381" y="1612900"/>
                </a:lnTo>
                <a:lnTo>
                  <a:pt x="6658107" y="1651000"/>
                </a:lnTo>
                <a:lnTo>
                  <a:pt x="6682377" y="1689100"/>
                </a:lnTo>
                <a:lnTo>
                  <a:pt x="6706186" y="1727200"/>
                </a:lnTo>
                <a:lnTo>
                  <a:pt x="6729531" y="1765300"/>
                </a:lnTo>
                <a:lnTo>
                  <a:pt x="6752407" y="1803400"/>
                </a:lnTo>
                <a:lnTo>
                  <a:pt x="6774812" y="1841500"/>
                </a:lnTo>
                <a:lnTo>
                  <a:pt x="6796740" y="1879600"/>
                </a:lnTo>
                <a:lnTo>
                  <a:pt x="6818189" y="1917700"/>
                </a:lnTo>
                <a:lnTo>
                  <a:pt x="6839154" y="1955800"/>
                </a:lnTo>
                <a:lnTo>
                  <a:pt x="6859631" y="1993900"/>
                </a:lnTo>
                <a:lnTo>
                  <a:pt x="6879616" y="2044700"/>
                </a:lnTo>
                <a:lnTo>
                  <a:pt x="6899106" y="2082800"/>
                </a:lnTo>
                <a:lnTo>
                  <a:pt x="6918096" y="2120900"/>
                </a:lnTo>
                <a:lnTo>
                  <a:pt x="6936583" y="2159000"/>
                </a:lnTo>
                <a:lnTo>
                  <a:pt x="6954563" y="2209800"/>
                </a:lnTo>
                <a:lnTo>
                  <a:pt x="6972031" y="2247900"/>
                </a:lnTo>
                <a:lnTo>
                  <a:pt x="6988985" y="2286000"/>
                </a:lnTo>
                <a:lnTo>
                  <a:pt x="7005419" y="2336800"/>
                </a:lnTo>
                <a:lnTo>
                  <a:pt x="7021331" y="2374900"/>
                </a:lnTo>
                <a:lnTo>
                  <a:pt x="7036715" y="2413000"/>
                </a:lnTo>
                <a:lnTo>
                  <a:pt x="7051569" y="2463800"/>
                </a:lnTo>
                <a:lnTo>
                  <a:pt x="7065889" y="2501900"/>
                </a:lnTo>
                <a:lnTo>
                  <a:pt x="7079669" y="2552700"/>
                </a:lnTo>
                <a:lnTo>
                  <a:pt x="7092908" y="2590800"/>
                </a:lnTo>
                <a:lnTo>
                  <a:pt x="7105600" y="2641600"/>
                </a:lnTo>
                <a:lnTo>
                  <a:pt x="7117741" y="2679700"/>
                </a:lnTo>
                <a:lnTo>
                  <a:pt x="7129329" y="2730500"/>
                </a:lnTo>
                <a:lnTo>
                  <a:pt x="7140358" y="2768600"/>
                </a:lnTo>
                <a:lnTo>
                  <a:pt x="7150826" y="2819400"/>
                </a:lnTo>
                <a:lnTo>
                  <a:pt x="7160727" y="2857500"/>
                </a:lnTo>
                <a:lnTo>
                  <a:pt x="7170059" y="2908300"/>
                </a:lnTo>
                <a:lnTo>
                  <a:pt x="7178817" y="2946400"/>
                </a:lnTo>
                <a:lnTo>
                  <a:pt x="7186997" y="2997200"/>
                </a:lnTo>
                <a:lnTo>
                  <a:pt x="7194596" y="3048000"/>
                </a:lnTo>
                <a:lnTo>
                  <a:pt x="7201610" y="3086100"/>
                </a:lnTo>
                <a:lnTo>
                  <a:pt x="7208034" y="3136900"/>
                </a:lnTo>
                <a:lnTo>
                  <a:pt x="7213864" y="3187700"/>
                </a:lnTo>
                <a:lnTo>
                  <a:pt x="7219098" y="3225800"/>
                </a:lnTo>
                <a:lnTo>
                  <a:pt x="7223730" y="3276600"/>
                </a:lnTo>
                <a:lnTo>
                  <a:pt x="7227758" y="3327400"/>
                </a:lnTo>
                <a:lnTo>
                  <a:pt x="7231177" y="3378200"/>
                </a:lnTo>
                <a:lnTo>
                  <a:pt x="7233982" y="3416300"/>
                </a:lnTo>
                <a:lnTo>
                  <a:pt x="7236172" y="3467100"/>
                </a:lnTo>
                <a:lnTo>
                  <a:pt x="7237740" y="3517900"/>
                </a:lnTo>
                <a:lnTo>
                  <a:pt x="7238684" y="3568700"/>
                </a:lnTo>
                <a:lnTo>
                  <a:pt x="7239000" y="3619500"/>
                </a:lnTo>
                <a:lnTo>
                  <a:pt x="7238684" y="3657600"/>
                </a:lnTo>
                <a:lnTo>
                  <a:pt x="7237740" y="3708400"/>
                </a:lnTo>
                <a:lnTo>
                  <a:pt x="7236172" y="3759200"/>
                </a:lnTo>
                <a:lnTo>
                  <a:pt x="7233982" y="3810000"/>
                </a:lnTo>
                <a:lnTo>
                  <a:pt x="7231177" y="3848100"/>
                </a:lnTo>
                <a:lnTo>
                  <a:pt x="7227758" y="3898900"/>
                </a:lnTo>
                <a:lnTo>
                  <a:pt x="7223730" y="3949700"/>
                </a:lnTo>
                <a:lnTo>
                  <a:pt x="7219098" y="4000500"/>
                </a:lnTo>
                <a:lnTo>
                  <a:pt x="7213864" y="4038600"/>
                </a:lnTo>
                <a:lnTo>
                  <a:pt x="7208034" y="4089400"/>
                </a:lnTo>
                <a:lnTo>
                  <a:pt x="7201610" y="4140200"/>
                </a:lnTo>
                <a:lnTo>
                  <a:pt x="7194596" y="4178300"/>
                </a:lnTo>
                <a:lnTo>
                  <a:pt x="7186997" y="4229100"/>
                </a:lnTo>
                <a:lnTo>
                  <a:pt x="7178817" y="4279900"/>
                </a:lnTo>
                <a:lnTo>
                  <a:pt x="7170059" y="4318000"/>
                </a:lnTo>
                <a:lnTo>
                  <a:pt x="7160727" y="4368800"/>
                </a:lnTo>
                <a:lnTo>
                  <a:pt x="7150826" y="4406900"/>
                </a:lnTo>
                <a:lnTo>
                  <a:pt x="7140358" y="4457700"/>
                </a:lnTo>
                <a:lnTo>
                  <a:pt x="7129329" y="4495800"/>
                </a:lnTo>
                <a:lnTo>
                  <a:pt x="7117741" y="4546600"/>
                </a:lnTo>
                <a:lnTo>
                  <a:pt x="7105600" y="4584700"/>
                </a:lnTo>
                <a:lnTo>
                  <a:pt x="7092908" y="4635500"/>
                </a:lnTo>
                <a:lnTo>
                  <a:pt x="7079669" y="4673600"/>
                </a:lnTo>
                <a:lnTo>
                  <a:pt x="7065889" y="4724400"/>
                </a:lnTo>
                <a:lnTo>
                  <a:pt x="7051569" y="4762500"/>
                </a:lnTo>
                <a:lnTo>
                  <a:pt x="7036715" y="4813300"/>
                </a:lnTo>
                <a:lnTo>
                  <a:pt x="7021331" y="4851400"/>
                </a:lnTo>
                <a:lnTo>
                  <a:pt x="7005419" y="4889500"/>
                </a:lnTo>
                <a:lnTo>
                  <a:pt x="6988985" y="4940300"/>
                </a:lnTo>
                <a:lnTo>
                  <a:pt x="6972031" y="4978400"/>
                </a:lnTo>
                <a:lnTo>
                  <a:pt x="6954563" y="5016500"/>
                </a:lnTo>
                <a:lnTo>
                  <a:pt x="6936583" y="5067300"/>
                </a:lnTo>
                <a:lnTo>
                  <a:pt x="6918096" y="5105400"/>
                </a:lnTo>
                <a:lnTo>
                  <a:pt x="6899106" y="5143500"/>
                </a:lnTo>
                <a:lnTo>
                  <a:pt x="6879616" y="5181600"/>
                </a:lnTo>
                <a:lnTo>
                  <a:pt x="6859631" y="5232400"/>
                </a:lnTo>
                <a:lnTo>
                  <a:pt x="6839154" y="5270500"/>
                </a:lnTo>
                <a:lnTo>
                  <a:pt x="6818189" y="5308600"/>
                </a:lnTo>
                <a:lnTo>
                  <a:pt x="6796740" y="5346700"/>
                </a:lnTo>
                <a:lnTo>
                  <a:pt x="6774812" y="5384800"/>
                </a:lnTo>
                <a:lnTo>
                  <a:pt x="6752407" y="5422900"/>
                </a:lnTo>
                <a:lnTo>
                  <a:pt x="6729531" y="5461000"/>
                </a:lnTo>
                <a:lnTo>
                  <a:pt x="6706186" y="5499100"/>
                </a:lnTo>
                <a:lnTo>
                  <a:pt x="6682377" y="5537200"/>
                </a:lnTo>
                <a:lnTo>
                  <a:pt x="6658107" y="5575300"/>
                </a:lnTo>
                <a:lnTo>
                  <a:pt x="6633381" y="5613400"/>
                </a:lnTo>
                <a:lnTo>
                  <a:pt x="6608203" y="5651500"/>
                </a:lnTo>
                <a:lnTo>
                  <a:pt x="6582576" y="5689600"/>
                </a:lnTo>
                <a:lnTo>
                  <a:pt x="6556504" y="5727700"/>
                </a:lnTo>
                <a:lnTo>
                  <a:pt x="6529991" y="5765800"/>
                </a:lnTo>
                <a:lnTo>
                  <a:pt x="6503042" y="5803900"/>
                </a:lnTo>
                <a:lnTo>
                  <a:pt x="6475659" y="5842000"/>
                </a:lnTo>
                <a:lnTo>
                  <a:pt x="6447847" y="5867400"/>
                </a:lnTo>
                <a:lnTo>
                  <a:pt x="6419610" y="5905500"/>
                </a:lnTo>
                <a:lnTo>
                  <a:pt x="6390952" y="5943600"/>
                </a:lnTo>
                <a:lnTo>
                  <a:pt x="6361876" y="5981700"/>
                </a:lnTo>
                <a:lnTo>
                  <a:pt x="6332387" y="6007100"/>
                </a:lnTo>
                <a:lnTo>
                  <a:pt x="6302489" y="6045200"/>
                </a:lnTo>
                <a:lnTo>
                  <a:pt x="6272184" y="6070600"/>
                </a:lnTo>
                <a:lnTo>
                  <a:pt x="6241478" y="6108700"/>
                </a:lnTo>
                <a:lnTo>
                  <a:pt x="6210374" y="6146800"/>
                </a:lnTo>
                <a:lnTo>
                  <a:pt x="6178877" y="6172200"/>
                </a:lnTo>
                <a:lnTo>
                  <a:pt x="6146989" y="6210300"/>
                </a:lnTo>
                <a:lnTo>
                  <a:pt x="6082058" y="6261100"/>
                </a:lnTo>
                <a:lnTo>
                  <a:pt x="6049024" y="6299200"/>
                </a:lnTo>
                <a:lnTo>
                  <a:pt x="5981836" y="6350000"/>
                </a:lnTo>
                <a:lnTo>
                  <a:pt x="5947690" y="6388100"/>
                </a:lnTo>
                <a:lnTo>
                  <a:pt x="5878314" y="6438900"/>
                </a:lnTo>
                <a:lnTo>
                  <a:pt x="5843092" y="6464300"/>
                </a:lnTo>
                <a:lnTo>
                  <a:pt x="5807518" y="6502400"/>
                </a:lnTo>
                <a:lnTo>
                  <a:pt x="5698732" y="6578600"/>
                </a:lnTo>
                <a:lnTo>
                  <a:pt x="5586929" y="6654800"/>
                </a:lnTo>
                <a:lnTo>
                  <a:pt x="5510768" y="6705600"/>
                </a:lnTo>
                <a:lnTo>
                  <a:pt x="5472213" y="6718300"/>
                </a:lnTo>
                <a:lnTo>
                  <a:pt x="5354690" y="6794500"/>
                </a:lnTo>
                <a:lnTo>
                  <a:pt x="5314910" y="6807200"/>
                </a:lnTo>
                <a:lnTo>
                  <a:pt x="5234466" y="6858000"/>
                </a:lnTo>
                <a:lnTo>
                  <a:pt x="5193809" y="6870700"/>
                </a:lnTo>
                <a:lnTo>
                  <a:pt x="5152868" y="6896100"/>
                </a:lnTo>
                <a:lnTo>
                  <a:pt x="5111646" y="6908800"/>
                </a:lnTo>
                <a:lnTo>
                  <a:pt x="5070148" y="6934200"/>
                </a:lnTo>
                <a:lnTo>
                  <a:pt x="4986337" y="6959600"/>
                </a:lnTo>
                <a:lnTo>
                  <a:pt x="4944032" y="6985000"/>
                </a:lnTo>
                <a:lnTo>
                  <a:pt x="4858642" y="7010400"/>
                </a:lnTo>
                <a:lnTo>
                  <a:pt x="4815566" y="7035800"/>
                </a:lnTo>
                <a:lnTo>
                  <a:pt x="4417128" y="7150100"/>
                </a:lnTo>
                <a:close/>
              </a:path>
              <a:path w="7239000" h="7239000">
                <a:moveTo>
                  <a:pt x="4280320" y="7175500"/>
                </a:moveTo>
                <a:lnTo>
                  <a:pt x="2958679" y="7175500"/>
                </a:lnTo>
                <a:lnTo>
                  <a:pt x="2867265" y="7150100"/>
                </a:lnTo>
                <a:lnTo>
                  <a:pt x="4371734" y="7150100"/>
                </a:lnTo>
                <a:lnTo>
                  <a:pt x="4280320" y="7175500"/>
                </a:lnTo>
                <a:close/>
              </a:path>
              <a:path w="7239000" h="7239000">
                <a:moveTo>
                  <a:pt x="4141690" y="7200900"/>
                </a:moveTo>
                <a:lnTo>
                  <a:pt x="3097309" y="7200900"/>
                </a:lnTo>
                <a:lnTo>
                  <a:pt x="3004692" y="7175500"/>
                </a:lnTo>
                <a:lnTo>
                  <a:pt x="4234307" y="7175500"/>
                </a:lnTo>
                <a:lnTo>
                  <a:pt x="4141690" y="7200900"/>
                </a:lnTo>
                <a:close/>
              </a:path>
              <a:path w="7239000" h="7239000">
                <a:moveTo>
                  <a:pt x="4048310" y="7213600"/>
                </a:moveTo>
                <a:lnTo>
                  <a:pt x="3190689" y="7213600"/>
                </a:lnTo>
                <a:lnTo>
                  <a:pt x="3143906" y="7200900"/>
                </a:lnTo>
                <a:lnTo>
                  <a:pt x="4095093" y="7200900"/>
                </a:lnTo>
                <a:lnTo>
                  <a:pt x="4048310" y="7213600"/>
                </a:lnTo>
                <a:close/>
              </a:path>
              <a:path w="7239000" h="7239000">
                <a:moveTo>
                  <a:pt x="3906878" y="7226300"/>
                </a:moveTo>
                <a:lnTo>
                  <a:pt x="3332121" y="7226300"/>
                </a:lnTo>
                <a:lnTo>
                  <a:pt x="3284800" y="7213600"/>
                </a:lnTo>
                <a:lnTo>
                  <a:pt x="3954199" y="7213600"/>
                </a:lnTo>
                <a:lnTo>
                  <a:pt x="3906878" y="7226300"/>
                </a:lnTo>
                <a:close/>
              </a:path>
              <a:path w="7239000" h="7239000">
                <a:moveTo>
                  <a:pt x="3619500" y="7239000"/>
                </a:moveTo>
                <a:lnTo>
                  <a:pt x="3571211" y="7226300"/>
                </a:lnTo>
                <a:lnTo>
                  <a:pt x="3667788" y="7226300"/>
                </a:lnTo>
                <a:lnTo>
                  <a:pt x="3619500" y="723900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66750" y="666750"/>
            <a:ext cx="6286500" cy="6286500"/>
          </a:xfrm>
          <a:custGeom>
            <a:avLst/>
            <a:gdLst/>
            <a:ahLst/>
            <a:cxnLst/>
            <a:rect l="l" t="t" r="r" b="b"/>
            <a:pathLst>
              <a:path w="6286500" h="6286500">
                <a:moveTo>
                  <a:pt x="3429350" y="12700"/>
                </a:moveTo>
                <a:lnTo>
                  <a:pt x="2857149" y="12700"/>
                </a:lnTo>
                <a:lnTo>
                  <a:pt x="2904362" y="0"/>
                </a:lnTo>
                <a:lnTo>
                  <a:pt x="3382137" y="0"/>
                </a:lnTo>
                <a:lnTo>
                  <a:pt x="3429350" y="12700"/>
                </a:lnTo>
                <a:close/>
              </a:path>
              <a:path w="6286500" h="6286500">
                <a:moveTo>
                  <a:pt x="3569771" y="25400"/>
                </a:moveTo>
                <a:lnTo>
                  <a:pt x="2716728" y="25400"/>
                </a:lnTo>
                <a:lnTo>
                  <a:pt x="2763326" y="12700"/>
                </a:lnTo>
                <a:lnTo>
                  <a:pt x="3523173" y="12700"/>
                </a:lnTo>
                <a:lnTo>
                  <a:pt x="3569771" y="25400"/>
                </a:lnTo>
                <a:close/>
              </a:path>
              <a:path w="6286500" h="6286500">
                <a:moveTo>
                  <a:pt x="3662317" y="38100"/>
                </a:moveTo>
                <a:lnTo>
                  <a:pt x="2624182" y="38100"/>
                </a:lnTo>
                <a:lnTo>
                  <a:pt x="2670344" y="25400"/>
                </a:lnTo>
                <a:lnTo>
                  <a:pt x="3616155" y="25400"/>
                </a:lnTo>
                <a:lnTo>
                  <a:pt x="3662317" y="38100"/>
                </a:lnTo>
                <a:close/>
              </a:path>
              <a:path w="6286500" h="6286500">
                <a:moveTo>
                  <a:pt x="3889644" y="88900"/>
                </a:moveTo>
                <a:lnTo>
                  <a:pt x="2396855" y="88900"/>
                </a:lnTo>
                <a:lnTo>
                  <a:pt x="2578245" y="38100"/>
                </a:lnTo>
                <a:lnTo>
                  <a:pt x="3708254" y="38100"/>
                </a:lnTo>
                <a:lnTo>
                  <a:pt x="3889644" y="88900"/>
                </a:lnTo>
                <a:close/>
              </a:path>
              <a:path w="6286500" h="6286500">
                <a:moveTo>
                  <a:pt x="3934376" y="6184900"/>
                </a:moveTo>
                <a:lnTo>
                  <a:pt x="2352123" y="6184900"/>
                </a:lnTo>
                <a:lnTo>
                  <a:pt x="2175810" y="6134100"/>
                </a:lnTo>
                <a:lnTo>
                  <a:pt x="2132411" y="6108700"/>
                </a:lnTo>
                <a:lnTo>
                  <a:pt x="2003928" y="6070600"/>
                </a:lnTo>
                <a:lnTo>
                  <a:pt x="1961689" y="6045200"/>
                </a:lnTo>
                <a:lnTo>
                  <a:pt x="1878123" y="6019800"/>
                </a:lnTo>
                <a:lnTo>
                  <a:pt x="1836807" y="5994400"/>
                </a:lnTo>
                <a:lnTo>
                  <a:pt x="1795809" y="5981700"/>
                </a:lnTo>
                <a:lnTo>
                  <a:pt x="1755134" y="5956300"/>
                </a:lnTo>
                <a:lnTo>
                  <a:pt x="1714788" y="5943600"/>
                </a:lnTo>
                <a:lnTo>
                  <a:pt x="1595770" y="5867400"/>
                </a:lnTo>
                <a:lnTo>
                  <a:pt x="1556788" y="5854700"/>
                </a:lnTo>
                <a:lnTo>
                  <a:pt x="1479892" y="5803900"/>
                </a:lnTo>
                <a:lnTo>
                  <a:pt x="1367293" y="5727700"/>
                </a:lnTo>
                <a:lnTo>
                  <a:pt x="1294116" y="5676900"/>
                </a:lnTo>
                <a:lnTo>
                  <a:pt x="1222500" y="5626100"/>
                </a:lnTo>
                <a:lnTo>
                  <a:pt x="1152485" y="5575300"/>
                </a:lnTo>
                <a:lnTo>
                  <a:pt x="1118091" y="5537200"/>
                </a:lnTo>
                <a:lnTo>
                  <a:pt x="1050554" y="5486400"/>
                </a:lnTo>
                <a:lnTo>
                  <a:pt x="1017422" y="5448300"/>
                </a:lnTo>
                <a:lnTo>
                  <a:pt x="984721" y="5422900"/>
                </a:lnTo>
                <a:lnTo>
                  <a:pt x="952457" y="5384800"/>
                </a:lnTo>
                <a:lnTo>
                  <a:pt x="920634" y="5359400"/>
                </a:lnTo>
                <a:lnTo>
                  <a:pt x="889257" y="5334000"/>
                </a:lnTo>
                <a:lnTo>
                  <a:pt x="858332" y="5295900"/>
                </a:lnTo>
                <a:lnTo>
                  <a:pt x="827863" y="5257800"/>
                </a:lnTo>
                <a:lnTo>
                  <a:pt x="797857" y="5232400"/>
                </a:lnTo>
                <a:lnTo>
                  <a:pt x="768318" y="5194300"/>
                </a:lnTo>
                <a:lnTo>
                  <a:pt x="739250" y="5156200"/>
                </a:lnTo>
                <a:lnTo>
                  <a:pt x="710660" y="5130800"/>
                </a:lnTo>
                <a:lnTo>
                  <a:pt x="682553" y="5092700"/>
                </a:lnTo>
                <a:lnTo>
                  <a:pt x="654933" y="5054600"/>
                </a:lnTo>
                <a:lnTo>
                  <a:pt x="627806" y="5016500"/>
                </a:lnTo>
                <a:lnTo>
                  <a:pt x="601177" y="4991100"/>
                </a:lnTo>
                <a:lnTo>
                  <a:pt x="575050" y="4953000"/>
                </a:lnTo>
                <a:lnTo>
                  <a:pt x="549432" y="4914900"/>
                </a:lnTo>
                <a:lnTo>
                  <a:pt x="524328" y="4876800"/>
                </a:lnTo>
                <a:lnTo>
                  <a:pt x="499741" y="4838700"/>
                </a:lnTo>
                <a:lnTo>
                  <a:pt x="475678" y="4800600"/>
                </a:lnTo>
                <a:lnTo>
                  <a:pt x="452144" y="4762500"/>
                </a:lnTo>
                <a:lnTo>
                  <a:pt x="429144" y="4724400"/>
                </a:lnTo>
                <a:lnTo>
                  <a:pt x="406682" y="4686300"/>
                </a:lnTo>
                <a:lnTo>
                  <a:pt x="384765" y="4648200"/>
                </a:lnTo>
                <a:lnTo>
                  <a:pt x="363397" y="4610100"/>
                </a:lnTo>
                <a:lnTo>
                  <a:pt x="342583" y="4559300"/>
                </a:lnTo>
                <a:lnTo>
                  <a:pt x="322329" y="4521200"/>
                </a:lnTo>
                <a:lnTo>
                  <a:pt x="302640" y="4483100"/>
                </a:lnTo>
                <a:lnTo>
                  <a:pt x="283520" y="4445000"/>
                </a:lnTo>
                <a:lnTo>
                  <a:pt x="264975" y="4406900"/>
                </a:lnTo>
                <a:lnTo>
                  <a:pt x="247011" y="4356100"/>
                </a:lnTo>
                <a:lnTo>
                  <a:pt x="229631" y="4318000"/>
                </a:lnTo>
                <a:lnTo>
                  <a:pt x="212842" y="4279900"/>
                </a:lnTo>
                <a:lnTo>
                  <a:pt x="196648" y="4229100"/>
                </a:lnTo>
                <a:lnTo>
                  <a:pt x="181055" y="4191000"/>
                </a:lnTo>
                <a:lnTo>
                  <a:pt x="166068" y="4152900"/>
                </a:lnTo>
                <a:lnTo>
                  <a:pt x="151692" y="4102100"/>
                </a:lnTo>
                <a:lnTo>
                  <a:pt x="137931" y="4064000"/>
                </a:lnTo>
                <a:lnTo>
                  <a:pt x="124792" y="4013200"/>
                </a:lnTo>
                <a:lnTo>
                  <a:pt x="112279" y="3975100"/>
                </a:lnTo>
                <a:lnTo>
                  <a:pt x="100397" y="3924300"/>
                </a:lnTo>
                <a:lnTo>
                  <a:pt x="89153" y="3886200"/>
                </a:lnTo>
                <a:lnTo>
                  <a:pt x="78549" y="3835400"/>
                </a:lnTo>
                <a:lnTo>
                  <a:pt x="68593" y="3797300"/>
                </a:lnTo>
                <a:lnTo>
                  <a:pt x="59289" y="3746500"/>
                </a:lnTo>
                <a:lnTo>
                  <a:pt x="50641" y="3695700"/>
                </a:lnTo>
                <a:lnTo>
                  <a:pt x="42656" y="3657600"/>
                </a:lnTo>
                <a:lnTo>
                  <a:pt x="35339" y="3606800"/>
                </a:lnTo>
                <a:lnTo>
                  <a:pt x="28694" y="3568700"/>
                </a:lnTo>
                <a:lnTo>
                  <a:pt x="22726" y="3517900"/>
                </a:lnTo>
                <a:lnTo>
                  <a:pt x="17442" y="3467100"/>
                </a:lnTo>
                <a:lnTo>
                  <a:pt x="12845" y="3429000"/>
                </a:lnTo>
                <a:lnTo>
                  <a:pt x="8941" y="3378200"/>
                </a:lnTo>
                <a:lnTo>
                  <a:pt x="5736" y="3327400"/>
                </a:lnTo>
                <a:lnTo>
                  <a:pt x="3234" y="3276600"/>
                </a:lnTo>
                <a:lnTo>
                  <a:pt x="1440" y="3238500"/>
                </a:lnTo>
                <a:lnTo>
                  <a:pt x="361" y="3187700"/>
                </a:lnTo>
                <a:lnTo>
                  <a:pt x="0" y="3136900"/>
                </a:lnTo>
                <a:lnTo>
                  <a:pt x="361" y="3086100"/>
                </a:lnTo>
                <a:lnTo>
                  <a:pt x="1440" y="3035300"/>
                </a:lnTo>
                <a:lnTo>
                  <a:pt x="3234" y="2997200"/>
                </a:lnTo>
                <a:lnTo>
                  <a:pt x="5736" y="2946400"/>
                </a:lnTo>
                <a:lnTo>
                  <a:pt x="8941" y="2895600"/>
                </a:lnTo>
                <a:lnTo>
                  <a:pt x="12845" y="2844800"/>
                </a:lnTo>
                <a:lnTo>
                  <a:pt x="17442" y="2806700"/>
                </a:lnTo>
                <a:lnTo>
                  <a:pt x="22726" y="2755900"/>
                </a:lnTo>
                <a:lnTo>
                  <a:pt x="28694" y="2705100"/>
                </a:lnTo>
                <a:lnTo>
                  <a:pt x="35339" y="2667000"/>
                </a:lnTo>
                <a:lnTo>
                  <a:pt x="42656" y="2616200"/>
                </a:lnTo>
                <a:lnTo>
                  <a:pt x="50641" y="2578100"/>
                </a:lnTo>
                <a:lnTo>
                  <a:pt x="59289" y="2527300"/>
                </a:lnTo>
                <a:lnTo>
                  <a:pt x="68593" y="2476500"/>
                </a:lnTo>
                <a:lnTo>
                  <a:pt x="78549" y="2438400"/>
                </a:lnTo>
                <a:lnTo>
                  <a:pt x="89153" y="2387600"/>
                </a:lnTo>
                <a:lnTo>
                  <a:pt x="100397" y="2349500"/>
                </a:lnTo>
                <a:lnTo>
                  <a:pt x="112279" y="2298700"/>
                </a:lnTo>
                <a:lnTo>
                  <a:pt x="124792" y="2260600"/>
                </a:lnTo>
                <a:lnTo>
                  <a:pt x="137931" y="2209800"/>
                </a:lnTo>
                <a:lnTo>
                  <a:pt x="151692" y="2171700"/>
                </a:lnTo>
                <a:lnTo>
                  <a:pt x="166068" y="2120900"/>
                </a:lnTo>
                <a:lnTo>
                  <a:pt x="181055" y="2082800"/>
                </a:lnTo>
                <a:lnTo>
                  <a:pt x="196648" y="2044700"/>
                </a:lnTo>
                <a:lnTo>
                  <a:pt x="212842" y="1993900"/>
                </a:lnTo>
                <a:lnTo>
                  <a:pt x="229631" y="1955800"/>
                </a:lnTo>
                <a:lnTo>
                  <a:pt x="247011" y="1917700"/>
                </a:lnTo>
                <a:lnTo>
                  <a:pt x="264975" y="1866900"/>
                </a:lnTo>
                <a:lnTo>
                  <a:pt x="283520" y="1828800"/>
                </a:lnTo>
                <a:lnTo>
                  <a:pt x="302640" y="1790700"/>
                </a:lnTo>
                <a:lnTo>
                  <a:pt x="322329" y="1752600"/>
                </a:lnTo>
                <a:lnTo>
                  <a:pt x="342583" y="1714500"/>
                </a:lnTo>
                <a:lnTo>
                  <a:pt x="363397" y="1663700"/>
                </a:lnTo>
                <a:lnTo>
                  <a:pt x="384765" y="1625600"/>
                </a:lnTo>
                <a:lnTo>
                  <a:pt x="406682" y="1587500"/>
                </a:lnTo>
                <a:lnTo>
                  <a:pt x="429144" y="1549400"/>
                </a:lnTo>
                <a:lnTo>
                  <a:pt x="452144" y="1511300"/>
                </a:lnTo>
                <a:lnTo>
                  <a:pt x="475678" y="1473200"/>
                </a:lnTo>
                <a:lnTo>
                  <a:pt x="499741" y="1435100"/>
                </a:lnTo>
                <a:lnTo>
                  <a:pt x="524328" y="1397000"/>
                </a:lnTo>
                <a:lnTo>
                  <a:pt x="549432" y="1358900"/>
                </a:lnTo>
                <a:lnTo>
                  <a:pt x="575050" y="1320800"/>
                </a:lnTo>
                <a:lnTo>
                  <a:pt x="601177" y="1282700"/>
                </a:lnTo>
                <a:lnTo>
                  <a:pt x="627806" y="1257300"/>
                </a:lnTo>
                <a:lnTo>
                  <a:pt x="654933" y="1219200"/>
                </a:lnTo>
                <a:lnTo>
                  <a:pt x="682553" y="1181100"/>
                </a:lnTo>
                <a:lnTo>
                  <a:pt x="710660" y="1143000"/>
                </a:lnTo>
                <a:lnTo>
                  <a:pt x="739250" y="1117600"/>
                </a:lnTo>
                <a:lnTo>
                  <a:pt x="768318" y="1079500"/>
                </a:lnTo>
                <a:lnTo>
                  <a:pt x="797857" y="1041400"/>
                </a:lnTo>
                <a:lnTo>
                  <a:pt x="827863" y="1016000"/>
                </a:lnTo>
                <a:lnTo>
                  <a:pt x="858332" y="977900"/>
                </a:lnTo>
                <a:lnTo>
                  <a:pt x="889257" y="939800"/>
                </a:lnTo>
                <a:lnTo>
                  <a:pt x="920634" y="914400"/>
                </a:lnTo>
                <a:lnTo>
                  <a:pt x="952457" y="889000"/>
                </a:lnTo>
                <a:lnTo>
                  <a:pt x="984721" y="850900"/>
                </a:lnTo>
                <a:lnTo>
                  <a:pt x="1017422" y="825500"/>
                </a:lnTo>
                <a:lnTo>
                  <a:pt x="1050554" y="787400"/>
                </a:lnTo>
                <a:lnTo>
                  <a:pt x="1118091" y="736600"/>
                </a:lnTo>
                <a:lnTo>
                  <a:pt x="1152485" y="698500"/>
                </a:lnTo>
                <a:lnTo>
                  <a:pt x="1222500" y="647700"/>
                </a:lnTo>
                <a:lnTo>
                  <a:pt x="1294116" y="596900"/>
                </a:lnTo>
                <a:lnTo>
                  <a:pt x="1367293" y="546100"/>
                </a:lnTo>
                <a:lnTo>
                  <a:pt x="1441988" y="495300"/>
                </a:lnTo>
                <a:lnTo>
                  <a:pt x="1556788" y="419100"/>
                </a:lnTo>
                <a:lnTo>
                  <a:pt x="1595770" y="406400"/>
                </a:lnTo>
                <a:lnTo>
                  <a:pt x="1714788" y="330200"/>
                </a:lnTo>
                <a:lnTo>
                  <a:pt x="1755134" y="317500"/>
                </a:lnTo>
                <a:lnTo>
                  <a:pt x="1795809" y="292100"/>
                </a:lnTo>
                <a:lnTo>
                  <a:pt x="1836807" y="279400"/>
                </a:lnTo>
                <a:lnTo>
                  <a:pt x="1878123" y="254000"/>
                </a:lnTo>
                <a:lnTo>
                  <a:pt x="1961689" y="228600"/>
                </a:lnTo>
                <a:lnTo>
                  <a:pt x="2003928" y="203200"/>
                </a:lnTo>
                <a:lnTo>
                  <a:pt x="2132411" y="165100"/>
                </a:lnTo>
                <a:lnTo>
                  <a:pt x="2175810" y="139700"/>
                </a:lnTo>
                <a:lnTo>
                  <a:pt x="2352123" y="88900"/>
                </a:lnTo>
                <a:lnTo>
                  <a:pt x="3934376" y="88900"/>
                </a:lnTo>
                <a:lnTo>
                  <a:pt x="4110689" y="139700"/>
                </a:lnTo>
                <a:lnTo>
                  <a:pt x="4154088" y="165100"/>
                </a:lnTo>
                <a:lnTo>
                  <a:pt x="4282571" y="203200"/>
                </a:lnTo>
                <a:lnTo>
                  <a:pt x="4324810" y="228600"/>
                </a:lnTo>
                <a:lnTo>
                  <a:pt x="4408376" y="254000"/>
                </a:lnTo>
                <a:lnTo>
                  <a:pt x="4449692" y="279400"/>
                </a:lnTo>
                <a:lnTo>
                  <a:pt x="4490690" y="292100"/>
                </a:lnTo>
                <a:lnTo>
                  <a:pt x="4531365" y="317500"/>
                </a:lnTo>
                <a:lnTo>
                  <a:pt x="4571711" y="330200"/>
                </a:lnTo>
                <a:lnTo>
                  <a:pt x="4690729" y="406400"/>
                </a:lnTo>
                <a:lnTo>
                  <a:pt x="4729711" y="419100"/>
                </a:lnTo>
                <a:lnTo>
                  <a:pt x="4844511" y="495300"/>
                </a:lnTo>
                <a:lnTo>
                  <a:pt x="4919206" y="546100"/>
                </a:lnTo>
                <a:lnTo>
                  <a:pt x="4992383" y="596900"/>
                </a:lnTo>
                <a:lnTo>
                  <a:pt x="5063999" y="647700"/>
                </a:lnTo>
                <a:lnTo>
                  <a:pt x="5134014" y="698500"/>
                </a:lnTo>
                <a:lnTo>
                  <a:pt x="5168408" y="736600"/>
                </a:lnTo>
                <a:lnTo>
                  <a:pt x="5235945" y="787400"/>
                </a:lnTo>
                <a:lnTo>
                  <a:pt x="5269077" y="825500"/>
                </a:lnTo>
                <a:lnTo>
                  <a:pt x="5301778" y="850900"/>
                </a:lnTo>
                <a:lnTo>
                  <a:pt x="5334042" y="889000"/>
                </a:lnTo>
                <a:lnTo>
                  <a:pt x="5365865" y="914400"/>
                </a:lnTo>
                <a:lnTo>
                  <a:pt x="5397242" y="939800"/>
                </a:lnTo>
                <a:lnTo>
                  <a:pt x="5428167" y="977900"/>
                </a:lnTo>
                <a:lnTo>
                  <a:pt x="5458636" y="1016000"/>
                </a:lnTo>
                <a:lnTo>
                  <a:pt x="5488642" y="1041400"/>
                </a:lnTo>
                <a:lnTo>
                  <a:pt x="5518181" y="1079500"/>
                </a:lnTo>
                <a:lnTo>
                  <a:pt x="5547249" y="1117600"/>
                </a:lnTo>
                <a:lnTo>
                  <a:pt x="5575839" y="1143000"/>
                </a:lnTo>
                <a:lnTo>
                  <a:pt x="5603946" y="1181100"/>
                </a:lnTo>
                <a:lnTo>
                  <a:pt x="5631566" y="1219200"/>
                </a:lnTo>
                <a:lnTo>
                  <a:pt x="5658693" y="1257300"/>
                </a:lnTo>
                <a:lnTo>
                  <a:pt x="5685322" y="1282700"/>
                </a:lnTo>
                <a:lnTo>
                  <a:pt x="5711449" y="1320800"/>
                </a:lnTo>
                <a:lnTo>
                  <a:pt x="5737067" y="1358900"/>
                </a:lnTo>
                <a:lnTo>
                  <a:pt x="5762171" y="1397000"/>
                </a:lnTo>
                <a:lnTo>
                  <a:pt x="5786758" y="1435100"/>
                </a:lnTo>
                <a:lnTo>
                  <a:pt x="5810821" y="1473200"/>
                </a:lnTo>
                <a:lnTo>
                  <a:pt x="5834355" y="1511300"/>
                </a:lnTo>
                <a:lnTo>
                  <a:pt x="5857355" y="1549400"/>
                </a:lnTo>
                <a:lnTo>
                  <a:pt x="5879817" y="1587500"/>
                </a:lnTo>
                <a:lnTo>
                  <a:pt x="5901734" y="1625600"/>
                </a:lnTo>
                <a:lnTo>
                  <a:pt x="5923102" y="1663700"/>
                </a:lnTo>
                <a:lnTo>
                  <a:pt x="5943916" y="1714500"/>
                </a:lnTo>
                <a:lnTo>
                  <a:pt x="5964170" y="1752600"/>
                </a:lnTo>
                <a:lnTo>
                  <a:pt x="5983859" y="1790700"/>
                </a:lnTo>
                <a:lnTo>
                  <a:pt x="6002979" y="1828800"/>
                </a:lnTo>
                <a:lnTo>
                  <a:pt x="6021524" y="1866900"/>
                </a:lnTo>
                <a:lnTo>
                  <a:pt x="6039488" y="1917700"/>
                </a:lnTo>
                <a:lnTo>
                  <a:pt x="6056868" y="1955800"/>
                </a:lnTo>
                <a:lnTo>
                  <a:pt x="6073657" y="1993900"/>
                </a:lnTo>
                <a:lnTo>
                  <a:pt x="6089851" y="2044700"/>
                </a:lnTo>
                <a:lnTo>
                  <a:pt x="6105444" y="2082800"/>
                </a:lnTo>
                <a:lnTo>
                  <a:pt x="6120431" y="2120900"/>
                </a:lnTo>
                <a:lnTo>
                  <a:pt x="6134807" y="2171700"/>
                </a:lnTo>
                <a:lnTo>
                  <a:pt x="6148568" y="2209800"/>
                </a:lnTo>
                <a:lnTo>
                  <a:pt x="6161707" y="2260600"/>
                </a:lnTo>
                <a:lnTo>
                  <a:pt x="6174220" y="2298700"/>
                </a:lnTo>
                <a:lnTo>
                  <a:pt x="6186102" y="2349500"/>
                </a:lnTo>
                <a:lnTo>
                  <a:pt x="6197346" y="2387600"/>
                </a:lnTo>
                <a:lnTo>
                  <a:pt x="6207950" y="2438400"/>
                </a:lnTo>
                <a:lnTo>
                  <a:pt x="6217906" y="2476500"/>
                </a:lnTo>
                <a:lnTo>
                  <a:pt x="6227210" y="2527300"/>
                </a:lnTo>
                <a:lnTo>
                  <a:pt x="6235858" y="2578100"/>
                </a:lnTo>
                <a:lnTo>
                  <a:pt x="6243843" y="2616200"/>
                </a:lnTo>
                <a:lnTo>
                  <a:pt x="6251160" y="2667000"/>
                </a:lnTo>
                <a:lnTo>
                  <a:pt x="6257805" y="2705100"/>
                </a:lnTo>
                <a:lnTo>
                  <a:pt x="6263773" y="2755900"/>
                </a:lnTo>
                <a:lnTo>
                  <a:pt x="6269057" y="2806700"/>
                </a:lnTo>
                <a:lnTo>
                  <a:pt x="6273654" y="2844800"/>
                </a:lnTo>
                <a:lnTo>
                  <a:pt x="6277558" y="2895600"/>
                </a:lnTo>
                <a:lnTo>
                  <a:pt x="6280763" y="2946400"/>
                </a:lnTo>
                <a:lnTo>
                  <a:pt x="6283265" y="2997200"/>
                </a:lnTo>
                <a:lnTo>
                  <a:pt x="6285059" y="3035300"/>
                </a:lnTo>
                <a:lnTo>
                  <a:pt x="6286138" y="3086100"/>
                </a:lnTo>
                <a:lnTo>
                  <a:pt x="6286500" y="3136900"/>
                </a:lnTo>
                <a:lnTo>
                  <a:pt x="6286138" y="3187700"/>
                </a:lnTo>
                <a:lnTo>
                  <a:pt x="6285059" y="3238500"/>
                </a:lnTo>
                <a:lnTo>
                  <a:pt x="6283265" y="3276600"/>
                </a:lnTo>
                <a:lnTo>
                  <a:pt x="6280763" y="3327400"/>
                </a:lnTo>
                <a:lnTo>
                  <a:pt x="6277558" y="3378200"/>
                </a:lnTo>
                <a:lnTo>
                  <a:pt x="6273654" y="3429000"/>
                </a:lnTo>
                <a:lnTo>
                  <a:pt x="6269057" y="3467100"/>
                </a:lnTo>
                <a:lnTo>
                  <a:pt x="6263773" y="3517900"/>
                </a:lnTo>
                <a:lnTo>
                  <a:pt x="6257805" y="3568700"/>
                </a:lnTo>
                <a:lnTo>
                  <a:pt x="6251160" y="3606800"/>
                </a:lnTo>
                <a:lnTo>
                  <a:pt x="6243843" y="3657600"/>
                </a:lnTo>
                <a:lnTo>
                  <a:pt x="6235858" y="3695700"/>
                </a:lnTo>
                <a:lnTo>
                  <a:pt x="6227210" y="3746500"/>
                </a:lnTo>
                <a:lnTo>
                  <a:pt x="6217906" y="3797300"/>
                </a:lnTo>
                <a:lnTo>
                  <a:pt x="6207950" y="3835400"/>
                </a:lnTo>
                <a:lnTo>
                  <a:pt x="6197346" y="3886200"/>
                </a:lnTo>
                <a:lnTo>
                  <a:pt x="6186102" y="3924300"/>
                </a:lnTo>
                <a:lnTo>
                  <a:pt x="6174220" y="3975100"/>
                </a:lnTo>
                <a:lnTo>
                  <a:pt x="6161707" y="4013200"/>
                </a:lnTo>
                <a:lnTo>
                  <a:pt x="6148568" y="4064000"/>
                </a:lnTo>
                <a:lnTo>
                  <a:pt x="6134807" y="4102100"/>
                </a:lnTo>
                <a:lnTo>
                  <a:pt x="6120431" y="4152900"/>
                </a:lnTo>
                <a:lnTo>
                  <a:pt x="6105444" y="4191000"/>
                </a:lnTo>
                <a:lnTo>
                  <a:pt x="6089851" y="4229100"/>
                </a:lnTo>
                <a:lnTo>
                  <a:pt x="6073657" y="4279900"/>
                </a:lnTo>
                <a:lnTo>
                  <a:pt x="6056868" y="4318000"/>
                </a:lnTo>
                <a:lnTo>
                  <a:pt x="6039488" y="4356100"/>
                </a:lnTo>
                <a:lnTo>
                  <a:pt x="6021524" y="4406900"/>
                </a:lnTo>
                <a:lnTo>
                  <a:pt x="6002979" y="4445000"/>
                </a:lnTo>
                <a:lnTo>
                  <a:pt x="5983859" y="4483100"/>
                </a:lnTo>
                <a:lnTo>
                  <a:pt x="5964170" y="4521200"/>
                </a:lnTo>
                <a:lnTo>
                  <a:pt x="5943916" y="4559300"/>
                </a:lnTo>
                <a:lnTo>
                  <a:pt x="5923102" y="4610100"/>
                </a:lnTo>
                <a:lnTo>
                  <a:pt x="5901734" y="4648200"/>
                </a:lnTo>
                <a:lnTo>
                  <a:pt x="5879817" y="4686300"/>
                </a:lnTo>
                <a:lnTo>
                  <a:pt x="5857355" y="4724400"/>
                </a:lnTo>
                <a:lnTo>
                  <a:pt x="5834355" y="4762500"/>
                </a:lnTo>
                <a:lnTo>
                  <a:pt x="5810821" y="4800600"/>
                </a:lnTo>
                <a:lnTo>
                  <a:pt x="5786758" y="4838700"/>
                </a:lnTo>
                <a:lnTo>
                  <a:pt x="5762171" y="4876800"/>
                </a:lnTo>
                <a:lnTo>
                  <a:pt x="5737067" y="4914900"/>
                </a:lnTo>
                <a:lnTo>
                  <a:pt x="5711449" y="4953000"/>
                </a:lnTo>
                <a:lnTo>
                  <a:pt x="5685322" y="4991100"/>
                </a:lnTo>
                <a:lnTo>
                  <a:pt x="5658693" y="5016500"/>
                </a:lnTo>
                <a:lnTo>
                  <a:pt x="5631566" y="5054600"/>
                </a:lnTo>
                <a:lnTo>
                  <a:pt x="5603946" y="5092700"/>
                </a:lnTo>
                <a:lnTo>
                  <a:pt x="5575839" y="5130800"/>
                </a:lnTo>
                <a:lnTo>
                  <a:pt x="5547249" y="5156200"/>
                </a:lnTo>
                <a:lnTo>
                  <a:pt x="5518181" y="5194300"/>
                </a:lnTo>
                <a:lnTo>
                  <a:pt x="5488642" y="5232400"/>
                </a:lnTo>
                <a:lnTo>
                  <a:pt x="5458636" y="5257800"/>
                </a:lnTo>
                <a:lnTo>
                  <a:pt x="5428167" y="5295900"/>
                </a:lnTo>
                <a:lnTo>
                  <a:pt x="5397242" y="5334000"/>
                </a:lnTo>
                <a:lnTo>
                  <a:pt x="5365865" y="5359400"/>
                </a:lnTo>
                <a:lnTo>
                  <a:pt x="5334042" y="5384800"/>
                </a:lnTo>
                <a:lnTo>
                  <a:pt x="5301778" y="5422900"/>
                </a:lnTo>
                <a:lnTo>
                  <a:pt x="5269077" y="5448300"/>
                </a:lnTo>
                <a:lnTo>
                  <a:pt x="5235945" y="5486400"/>
                </a:lnTo>
                <a:lnTo>
                  <a:pt x="5168408" y="5537200"/>
                </a:lnTo>
                <a:lnTo>
                  <a:pt x="5134014" y="5575300"/>
                </a:lnTo>
                <a:lnTo>
                  <a:pt x="5063999" y="5626100"/>
                </a:lnTo>
                <a:lnTo>
                  <a:pt x="4992383" y="5676900"/>
                </a:lnTo>
                <a:lnTo>
                  <a:pt x="4919206" y="5727700"/>
                </a:lnTo>
                <a:lnTo>
                  <a:pt x="4806607" y="5803900"/>
                </a:lnTo>
                <a:lnTo>
                  <a:pt x="4729711" y="5854700"/>
                </a:lnTo>
                <a:lnTo>
                  <a:pt x="4690729" y="5867400"/>
                </a:lnTo>
                <a:lnTo>
                  <a:pt x="4571711" y="5943600"/>
                </a:lnTo>
                <a:lnTo>
                  <a:pt x="4531365" y="5956300"/>
                </a:lnTo>
                <a:lnTo>
                  <a:pt x="4490690" y="5981700"/>
                </a:lnTo>
                <a:lnTo>
                  <a:pt x="4449692" y="5994400"/>
                </a:lnTo>
                <a:lnTo>
                  <a:pt x="4408376" y="6019800"/>
                </a:lnTo>
                <a:lnTo>
                  <a:pt x="4324810" y="6045200"/>
                </a:lnTo>
                <a:lnTo>
                  <a:pt x="4282571" y="6070600"/>
                </a:lnTo>
                <a:lnTo>
                  <a:pt x="4154088" y="6108700"/>
                </a:lnTo>
                <a:lnTo>
                  <a:pt x="4110689" y="6134100"/>
                </a:lnTo>
                <a:lnTo>
                  <a:pt x="3934376" y="6184900"/>
                </a:lnTo>
                <a:close/>
              </a:path>
              <a:path w="6286500" h="6286500">
                <a:moveTo>
                  <a:pt x="3708254" y="6235700"/>
                </a:moveTo>
                <a:lnTo>
                  <a:pt x="2578245" y="6235700"/>
                </a:lnTo>
                <a:lnTo>
                  <a:pt x="2396855" y="6184900"/>
                </a:lnTo>
                <a:lnTo>
                  <a:pt x="3889644" y="6184900"/>
                </a:lnTo>
                <a:lnTo>
                  <a:pt x="3708254" y="6235700"/>
                </a:lnTo>
                <a:close/>
              </a:path>
              <a:path w="6286500" h="6286500">
                <a:moveTo>
                  <a:pt x="3616155" y="6248400"/>
                </a:moveTo>
                <a:lnTo>
                  <a:pt x="2670344" y="6248400"/>
                </a:lnTo>
                <a:lnTo>
                  <a:pt x="2624182" y="6235700"/>
                </a:lnTo>
                <a:lnTo>
                  <a:pt x="3662317" y="6235700"/>
                </a:lnTo>
                <a:lnTo>
                  <a:pt x="3616155" y="6248400"/>
                </a:lnTo>
                <a:close/>
              </a:path>
              <a:path w="6286500" h="6286500">
                <a:moveTo>
                  <a:pt x="3523173" y="6261100"/>
                </a:moveTo>
                <a:lnTo>
                  <a:pt x="2763326" y="6261100"/>
                </a:lnTo>
                <a:lnTo>
                  <a:pt x="2716728" y="6248400"/>
                </a:lnTo>
                <a:lnTo>
                  <a:pt x="3569771" y="6248400"/>
                </a:lnTo>
                <a:lnTo>
                  <a:pt x="3523173" y="6261100"/>
                </a:lnTo>
                <a:close/>
              </a:path>
              <a:path w="6286500" h="6286500">
                <a:moveTo>
                  <a:pt x="3382137" y="6273800"/>
                </a:moveTo>
                <a:lnTo>
                  <a:pt x="2904362" y="6273800"/>
                </a:lnTo>
                <a:lnTo>
                  <a:pt x="2857149" y="6261100"/>
                </a:lnTo>
                <a:lnTo>
                  <a:pt x="3429350" y="6261100"/>
                </a:lnTo>
                <a:lnTo>
                  <a:pt x="3382137" y="6273800"/>
                </a:lnTo>
                <a:close/>
              </a:path>
              <a:path w="6286500" h="6286500">
                <a:moveTo>
                  <a:pt x="3143250" y="6286500"/>
                </a:moveTo>
                <a:lnTo>
                  <a:pt x="3095113" y="6273800"/>
                </a:lnTo>
                <a:lnTo>
                  <a:pt x="3191386" y="6273800"/>
                </a:lnTo>
                <a:lnTo>
                  <a:pt x="3143250" y="6286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60244" y="1905000"/>
            <a:ext cx="3300095" cy="2857500"/>
          </a:xfrm>
          <a:custGeom>
            <a:avLst/>
            <a:gdLst/>
            <a:ahLst/>
            <a:cxnLst/>
            <a:rect l="l" t="t" r="r" b="b"/>
            <a:pathLst>
              <a:path w="3300095" h="2857500">
                <a:moveTo>
                  <a:pt x="3299510" y="2857500"/>
                </a:moveTo>
                <a:lnTo>
                  <a:pt x="0" y="2857500"/>
                </a:lnTo>
                <a:lnTo>
                  <a:pt x="1649755" y="0"/>
                </a:lnTo>
                <a:lnTo>
                  <a:pt x="3299510" y="2857500"/>
                </a:lnTo>
                <a:close/>
              </a:path>
            </a:pathLst>
          </a:custGeom>
          <a:solidFill>
            <a:srgbClr val="D6EFD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6858000" cy="121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685800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90800" y="7086600"/>
            <a:ext cx="24384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1000" y="7086600"/>
            <a:ext cx="17526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86400" y="7086600"/>
            <a:ext cx="175260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85166" y="2554945"/>
            <a:ext cx="1241424" cy="1467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 marR="90170" algn="ctr">
              <a:lnSpc>
                <a:spcPct val="105300"/>
              </a:lnSpc>
              <a:spcBef>
                <a:spcPts val="100"/>
              </a:spcBef>
            </a:pPr>
            <a:r>
              <a:rPr sz="2000" spc="-2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增强型</a:t>
            </a:r>
            <a:endParaRPr lang="en-US" sz="2000" spc="-5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  <a:p>
            <a:pPr marL="97790" marR="90170" algn="ctr">
              <a:lnSpc>
                <a:spcPct val="105300"/>
              </a:lnSpc>
              <a:spcBef>
                <a:spcPts val="100"/>
              </a:spcBef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移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icrosoft JhengHei"/>
              </a:rPr>
              <a:t>动</a:t>
            </a:r>
            <a:r>
              <a:rPr sz="2000" spc="-25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宽</a:t>
            </a:r>
            <a:r>
              <a:rPr lang="zh-CN" altLang="en-US" sz="2000" spc="-2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带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5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G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IMT-</a:t>
            </a:r>
            <a:r>
              <a:rPr sz="2000" b="1" spc="-2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2020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3234" y="4049018"/>
            <a:ext cx="1241425" cy="718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0" algn="ctr">
              <a:lnSpc>
                <a:spcPct val="117900"/>
              </a:lnSpc>
              <a:spcBef>
                <a:spcPts val="100"/>
              </a:spcBef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大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规</a:t>
            </a:r>
            <a:r>
              <a:rPr sz="2000" spc="-5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模</a:t>
            </a:r>
            <a:endParaRPr lang="en-US" sz="2000" spc="-5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  <a:p>
            <a:pPr marL="12700" marR="5080" indent="133350" algn="ctr">
              <a:lnSpc>
                <a:spcPct val="117900"/>
              </a:lnSpc>
              <a:spcBef>
                <a:spcPts val="100"/>
              </a:spcBef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机器</a:t>
            </a:r>
            <a:r>
              <a:rPr sz="2000" spc="-25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通信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60244" y="1733550"/>
            <a:ext cx="3470961" cy="3981450"/>
            <a:chOff x="2160244" y="1733550"/>
            <a:chExt cx="3470961" cy="3981450"/>
          </a:xfrm>
        </p:grpSpPr>
        <p:sp>
          <p:nvSpPr>
            <p:cNvPr id="6" name="object 6"/>
            <p:cNvSpPr/>
            <p:nvPr/>
          </p:nvSpPr>
          <p:spPr>
            <a:xfrm>
              <a:off x="2160244" y="1905000"/>
              <a:ext cx="3300095" cy="3810000"/>
            </a:xfrm>
            <a:custGeom>
              <a:avLst/>
              <a:gdLst/>
              <a:ahLst/>
              <a:cxnLst/>
              <a:rect l="l" t="t" r="r" b="b"/>
              <a:pathLst>
                <a:path w="3300095" h="3810000">
                  <a:moveTo>
                    <a:pt x="1649755" y="0"/>
                  </a:moveTo>
                  <a:lnTo>
                    <a:pt x="3299510" y="952500"/>
                  </a:lnTo>
                  <a:lnTo>
                    <a:pt x="3299510" y="2857500"/>
                  </a:lnTo>
                  <a:lnTo>
                    <a:pt x="1649755" y="3810000"/>
                  </a:lnTo>
                  <a:lnTo>
                    <a:pt x="0" y="2857500"/>
                  </a:lnTo>
                  <a:lnTo>
                    <a:pt x="0" y="952500"/>
                  </a:lnTo>
                  <a:lnTo>
                    <a:pt x="1649755" y="0"/>
                  </a:lnTo>
                  <a:close/>
                </a:path>
              </a:pathLst>
            </a:custGeom>
            <a:ln w="57150">
              <a:solidFill>
                <a:srgbClr val="1F599E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638550" y="173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638550" y="173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88305" y="2686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84" y="336776"/>
                  </a:lnTo>
                  <a:lnTo>
                    <a:pt x="84931" y="319495"/>
                  </a:lnTo>
                  <a:lnTo>
                    <a:pt x="50230" y="292688"/>
                  </a:lnTo>
                  <a:lnTo>
                    <a:pt x="23415" y="257990"/>
                  </a:lnTo>
                  <a:lnTo>
                    <a:pt x="6126" y="217033"/>
                  </a:lnTo>
                  <a:lnTo>
                    <a:pt x="0" y="171450"/>
                  </a:lnTo>
                  <a:lnTo>
                    <a:pt x="6126" y="125866"/>
                  </a:lnTo>
                  <a:lnTo>
                    <a:pt x="23415" y="84909"/>
                  </a:lnTo>
                  <a:lnTo>
                    <a:pt x="50230" y="50211"/>
                  </a:lnTo>
                  <a:lnTo>
                    <a:pt x="84931" y="23404"/>
                  </a:lnTo>
                  <a:lnTo>
                    <a:pt x="125884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1F599E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288305" y="2686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lnTo>
                    <a:pt x="125884" y="336776"/>
                  </a:lnTo>
                  <a:lnTo>
                    <a:pt x="84931" y="319495"/>
                  </a:lnTo>
                  <a:lnTo>
                    <a:pt x="50230" y="292688"/>
                  </a:lnTo>
                  <a:lnTo>
                    <a:pt x="23415" y="257990"/>
                  </a:lnTo>
                  <a:lnTo>
                    <a:pt x="6126" y="217033"/>
                  </a:lnTo>
                  <a:lnTo>
                    <a:pt x="0" y="171450"/>
                  </a:lnTo>
                  <a:lnTo>
                    <a:pt x="6126" y="125866"/>
                  </a:lnTo>
                  <a:lnTo>
                    <a:pt x="23415" y="84909"/>
                  </a:lnTo>
                  <a:lnTo>
                    <a:pt x="50230" y="50211"/>
                  </a:lnTo>
                  <a:lnTo>
                    <a:pt x="84931" y="23404"/>
                  </a:lnTo>
                  <a:lnTo>
                    <a:pt x="125884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70225" y="1342505"/>
            <a:ext cx="147955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沉浸式通信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7283" y="2352497"/>
            <a:ext cx="921759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通信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Yu Gothic"/>
              </a:rPr>
              <a:t>与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AI</a:t>
            </a:r>
            <a:r>
              <a:rPr sz="2000" spc="-25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融合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74018" y="4576762"/>
            <a:ext cx="371475" cy="371475"/>
            <a:chOff x="5274018" y="4576762"/>
            <a:chExt cx="371475" cy="371475"/>
          </a:xfrm>
        </p:grpSpPr>
        <p:sp>
          <p:nvSpPr>
            <p:cNvPr id="14" name="object 14"/>
            <p:cNvSpPr/>
            <p:nvPr/>
          </p:nvSpPr>
          <p:spPr>
            <a:xfrm>
              <a:off x="5288305" y="4591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84" y="336776"/>
                  </a:lnTo>
                  <a:lnTo>
                    <a:pt x="84931" y="319495"/>
                  </a:lnTo>
                  <a:lnTo>
                    <a:pt x="50230" y="292688"/>
                  </a:lnTo>
                  <a:lnTo>
                    <a:pt x="23415" y="257990"/>
                  </a:lnTo>
                  <a:lnTo>
                    <a:pt x="6126" y="217033"/>
                  </a:lnTo>
                  <a:lnTo>
                    <a:pt x="0" y="171450"/>
                  </a:lnTo>
                  <a:lnTo>
                    <a:pt x="6126" y="125866"/>
                  </a:lnTo>
                  <a:lnTo>
                    <a:pt x="23415" y="84909"/>
                  </a:lnTo>
                  <a:lnTo>
                    <a:pt x="50230" y="50211"/>
                  </a:lnTo>
                  <a:lnTo>
                    <a:pt x="84931" y="23404"/>
                  </a:lnTo>
                  <a:lnTo>
                    <a:pt x="125884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288305" y="4591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lnTo>
                    <a:pt x="125884" y="336776"/>
                  </a:lnTo>
                  <a:lnTo>
                    <a:pt x="84931" y="319495"/>
                  </a:lnTo>
                  <a:lnTo>
                    <a:pt x="50230" y="292688"/>
                  </a:lnTo>
                  <a:lnTo>
                    <a:pt x="23415" y="257990"/>
                  </a:lnTo>
                  <a:lnTo>
                    <a:pt x="6126" y="217033"/>
                  </a:lnTo>
                  <a:lnTo>
                    <a:pt x="0" y="171450"/>
                  </a:lnTo>
                  <a:lnTo>
                    <a:pt x="6126" y="125866"/>
                  </a:lnTo>
                  <a:lnTo>
                    <a:pt x="23415" y="84909"/>
                  </a:lnTo>
                  <a:lnTo>
                    <a:pt x="50230" y="50211"/>
                  </a:lnTo>
                  <a:lnTo>
                    <a:pt x="84931" y="23404"/>
                  </a:lnTo>
                  <a:lnTo>
                    <a:pt x="125884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41425" y="4946902"/>
            <a:ext cx="1296055" cy="61125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8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icrosoft JhengHei"/>
              </a:rPr>
              <a:t>极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致可靠和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低延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迟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通信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74507" y="4576762"/>
            <a:ext cx="2021839" cy="1323975"/>
            <a:chOff x="1974507" y="4576762"/>
            <a:chExt cx="2021839" cy="1323975"/>
          </a:xfrm>
        </p:grpSpPr>
        <p:sp>
          <p:nvSpPr>
            <p:cNvPr id="18" name="object 18"/>
            <p:cNvSpPr/>
            <p:nvPr/>
          </p:nvSpPr>
          <p:spPr>
            <a:xfrm>
              <a:off x="3638550" y="554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1F599E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638550" y="554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6" y="217033"/>
                  </a:lnTo>
                  <a:lnTo>
                    <a:pt x="319495" y="257990"/>
                  </a:lnTo>
                  <a:lnTo>
                    <a:pt x="292688" y="292688"/>
                  </a:lnTo>
                  <a:lnTo>
                    <a:pt x="257990" y="319495"/>
                  </a:lnTo>
                  <a:lnTo>
                    <a:pt x="217033" y="336776"/>
                  </a:lnTo>
                  <a:lnTo>
                    <a:pt x="171450" y="342900"/>
                  </a:ln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33" y="6123"/>
                  </a:lnTo>
                  <a:lnTo>
                    <a:pt x="257990" y="23404"/>
                  </a:lnTo>
                  <a:lnTo>
                    <a:pt x="292688" y="50211"/>
                  </a:lnTo>
                  <a:lnTo>
                    <a:pt x="319495" y="84909"/>
                  </a:lnTo>
                  <a:lnTo>
                    <a:pt x="336776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988794" y="4591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15" y="6123"/>
                  </a:lnTo>
                  <a:lnTo>
                    <a:pt x="257968" y="23404"/>
                  </a:lnTo>
                  <a:lnTo>
                    <a:pt x="292669" y="50211"/>
                  </a:lnTo>
                  <a:lnTo>
                    <a:pt x="319484" y="84909"/>
                  </a:lnTo>
                  <a:lnTo>
                    <a:pt x="336773" y="125866"/>
                  </a:lnTo>
                  <a:lnTo>
                    <a:pt x="342900" y="171450"/>
                  </a:lnTo>
                  <a:lnTo>
                    <a:pt x="336773" y="217033"/>
                  </a:lnTo>
                  <a:lnTo>
                    <a:pt x="319484" y="257990"/>
                  </a:lnTo>
                  <a:lnTo>
                    <a:pt x="292669" y="292688"/>
                  </a:lnTo>
                  <a:lnTo>
                    <a:pt x="257968" y="319495"/>
                  </a:lnTo>
                  <a:lnTo>
                    <a:pt x="217015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988794" y="4591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3" y="217033"/>
                  </a:lnTo>
                  <a:lnTo>
                    <a:pt x="319484" y="257990"/>
                  </a:lnTo>
                  <a:lnTo>
                    <a:pt x="292669" y="292688"/>
                  </a:lnTo>
                  <a:lnTo>
                    <a:pt x="257968" y="319495"/>
                  </a:lnTo>
                  <a:lnTo>
                    <a:pt x="217015" y="336776"/>
                  </a:lnTo>
                  <a:lnTo>
                    <a:pt x="171450" y="342900"/>
                  </a:ln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15" y="6123"/>
                  </a:lnTo>
                  <a:lnTo>
                    <a:pt x="257968" y="23404"/>
                  </a:lnTo>
                  <a:lnTo>
                    <a:pt x="292669" y="50211"/>
                  </a:lnTo>
                  <a:lnTo>
                    <a:pt x="319484" y="84909"/>
                  </a:lnTo>
                  <a:lnTo>
                    <a:pt x="336773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48025" y="6007615"/>
            <a:ext cx="11334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泛在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连</a:t>
            </a:r>
            <a:r>
              <a:rPr sz="2000" spc="-5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接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2927" y="5002881"/>
            <a:ext cx="12960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大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规</a:t>
            </a:r>
            <a:r>
              <a:rPr sz="2000" spc="-2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模通信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74507" y="2671762"/>
            <a:ext cx="371475" cy="371475"/>
            <a:chOff x="1974507" y="2671762"/>
            <a:chExt cx="371475" cy="371475"/>
          </a:xfrm>
        </p:grpSpPr>
        <p:sp>
          <p:nvSpPr>
            <p:cNvPr id="25" name="object 25"/>
            <p:cNvSpPr/>
            <p:nvPr/>
          </p:nvSpPr>
          <p:spPr>
            <a:xfrm>
              <a:off x="1988794" y="2686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15" y="6123"/>
                  </a:lnTo>
                  <a:lnTo>
                    <a:pt x="257968" y="23404"/>
                  </a:lnTo>
                  <a:lnTo>
                    <a:pt x="292669" y="50211"/>
                  </a:lnTo>
                  <a:lnTo>
                    <a:pt x="319484" y="84909"/>
                  </a:lnTo>
                  <a:lnTo>
                    <a:pt x="336773" y="125866"/>
                  </a:lnTo>
                  <a:lnTo>
                    <a:pt x="342900" y="171450"/>
                  </a:lnTo>
                  <a:lnTo>
                    <a:pt x="336773" y="217033"/>
                  </a:lnTo>
                  <a:lnTo>
                    <a:pt x="319484" y="257990"/>
                  </a:lnTo>
                  <a:lnTo>
                    <a:pt x="292669" y="292688"/>
                  </a:lnTo>
                  <a:lnTo>
                    <a:pt x="257968" y="319495"/>
                  </a:lnTo>
                  <a:lnTo>
                    <a:pt x="217015" y="336776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1F599E"/>
            </a:solidFill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988794" y="26860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900" y="171450"/>
                  </a:moveTo>
                  <a:lnTo>
                    <a:pt x="336773" y="217033"/>
                  </a:lnTo>
                  <a:lnTo>
                    <a:pt x="319484" y="257990"/>
                  </a:lnTo>
                  <a:lnTo>
                    <a:pt x="292669" y="292688"/>
                  </a:lnTo>
                  <a:lnTo>
                    <a:pt x="257968" y="319495"/>
                  </a:lnTo>
                  <a:lnTo>
                    <a:pt x="217015" y="336776"/>
                  </a:lnTo>
                  <a:lnTo>
                    <a:pt x="171450" y="342900"/>
                  </a:lnTo>
                  <a:lnTo>
                    <a:pt x="125866" y="336776"/>
                  </a:lnTo>
                  <a:lnTo>
                    <a:pt x="84909" y="319495"/>
                  </a:lnTo>
                  <a:lnTo>
                    <a:pt x="50211" y="292688"/>
                  </a:lnTo>
                  <a:lnTo>
                    <a:pt x="23404" y="257990"/>
                  </a:lnTo>
                  <a:lnTo>
                    <a:pt x="6123" y="217033"/>
                  </a:lnTo>
                  <a:lnTo>
                    <a:pt x="0" y="171450"/>
                  </a:lnTo>
                  <a:lnTo>
                    <a:pt x="6123" y="125866"/>
                  </a:lnTo>
                  <a:lnTo>
                    <a:pt x="23404" y="84909"/>
                  </a:lnTo>
                  <a:lnTo>
                    <a:pt x="50211" y="50211"/>
                  </a:lnTo>
                  <a:lnTo>
                    <a:pt x="84909" y="23404"/>
                  </a:lnTo>
                  <a:lnTo>
                    <a:pt x="125866" y="6123"/>
                  </a:lnTo>
                  <a:lnTo>
                    <a:pt x="171450" y="0"/>
                  </a:lnTo>
                  <a:lnTo>
                    <a:pt x="217015" y="6123"/>
                  </a:lnTo>
                  <a:lnTo>
                    <a:pt x="257968" y="23404"/>
                  </a:lnTo>
                  <a:lnTo>
                    <a:pt x="292669" y="50211"/>
                  </a:lnTo>
                  <a:lnTo>
                    <a:pt x="319484" y="84909"/>
                  </a:lnTo>
                  <a:lnTo>
                    <a:pt x="336773" y="125866"/>
                  </a:lnTo>
                  <a:lnTo>
                    <a:pt x="342900" y="17145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0996" y="2447464"/>
            <a:ext cx="1264894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 marR="5080" indent="-95250" algn="ctr">
              <a:lnSpc>
                <a:spcPct val="100000"/>
              </a:lnSpc>
              <a:spcBef>
                <a:spcPts val="100"/>
              </a:spcBef>
            </a:pPr>
            <a:r>
              <a:rPr sz="2000" spc="-15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通信</a:t>
            </a:r>
            <a:r>
              <a:rPr lang="zh-CN" altLang="en-US" sz="2000" spc="-1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感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知</a:t>
            </a:r>
            <a:endParaRPr lang="en-US" sz="2000" spc="-15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  <a:p>
            <a:pPr marL="107950" marR="5080" indent="-95250" algn="ctr">
              <a:lnSpc>
                <a:spcPct val="100000"/>
              </a:lnSpc>
              <a:spcBef>
                <a:spcPts val="100"/>
              </a:spcBef>
            </a:pPr>
            <a:r>
              <a:rPr sz="2000" spc="-2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一体化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 rot="2884733">
            <a:off x="5489641" y="1384866"/>
            <a:ext cx="1076881" cy="309377"/>
          </a:xfrm>
          <a:prstGeom prst="rect">
            <a:avLst/>
          </a:prstGeom>
        </p:spPr>
        <p:txBody>
          <a:bodyPr vert="horz" wrap="square" lIns="0" tIns="0" rIns="0" bIns="0" rtlCol="0">
            <a:prstTxWarp prst="textArchUp">
              <a:avLst/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连</a:t>
            </a:r>
            <a:r>
              <a:rPr sz="2000" spc="-2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接万物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 rot="19057314">
            <a:off x="4903819" y="5911993"/>
            <a:ext cx="1937311" cy="570433"/>
          </a:xfrm>
          <a:prstGeom prst="rect">
            <a:avLst/>
          </a:prstGeom>
        </p:spPr>
        <p:txBody>
          <a:bodyPr vert="horz" wrap="square" lIns="0" tIns="0" rIns="0" bIns="0" rtlCol="0">
            <a:prstTxWarp prst="textArchDown">
              <a:avLst>
                <a:gd name="adj" fmla="val 512180"/>
              </a:avLst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安全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/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隐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私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/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/>
              </a:rPr>
              <a:t>弹性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 rot="1858145">
            <a:off x="1117002" y="6163292"/>
            <a:ext cx="1570735" cy="430538"/>
          </a:xfrm>
          <a:prstGeom prst="rect">
            <a:avLst/>
          </a:prstGeom>
        </p:spPr>
        <p:txBody>
          <a:bodyPr vert="horz" wrap="square" lIns="0" tIns="0" rIns="0" bIns="0" rtlCol="0">
            <a:prstTxWarp prst="textArchDown">
              <a:avLst/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泛在智能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 rot="19272839">
            <a:off x="1048415" y="1075438"/>
            <a:ext cx="1764629" cy="351350"/>
          </a:xfrm>
          <a:prstGeom prst="rect">
            <a:avLst/>
          </a:prstGeom>
        </p:spPr>
        <p:txBody>
          <a:bodyPr vert="horz" wrap="square" lIns="0" tIns="0" rIns="0" bIns="0" rtlCol="0">
            <a:prstTxWarp prst="textArchUp">
              <a:avLst>
                <a:gd name="adj" fmla="val 11574629"/>
              </a:avLst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可持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SimSun"/>
              </a:rPr>
              <a:t>续</a:t>
            </a:r>
            <a:r>
              <a:rPr sz="2000" spc="-5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rPr>
              <a:t>性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Malgun Gothic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3DB41F5-97AE-9E61-8568-AB12E2D59952}"/>
              </a:ext>
            </a:extLst>
          </p:cNvPr>
          <p:cNvSpPr txBox="1"/>
          <p:nvPr/>
        </p:nvSpPr>
        <p:spPr>
          <a:xfrm>
            <a:off x="2648711" y="1037381"/>
            <a:ext cx="2322577" cy="382156"/>
          </a:xfrm>
          <a:prstGeom prst="rect">
            <a:avLst/>
          </a:prstGeom>
        </p:spPr>
        <p:txBody>
          <a:bodyPr vert="horz" wrap="square" lIns="0" tIns="12700" rIns="0" bIns="0" rtlCol="0">
            <a:prstTxWarp prst="textArchUp">
              <a:avLst/>
            </a:prstTxWarp>
            <a:spAutoFit/>
          </a:bodyPr>
          <a:lstStyle>
            <a:defPPr>
              <a:defRPr kern="0"/>
            </a:defPPr>
            <a:lvl1pPr marL="107950" marR="5080" indent="-95250" algn="ctr">
              <a:lnSpc>
                <a:spcPct val="100000"/>
              </a:lnSpc>
              <a:spcBef>
                <a:spcPts val="100"/>
              </a:spcBef>
              <a:defRPr spc="-15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defRPr>
            </a:lvl1pPr>
          </a:lstStyle>
          <a:p>
            <a:r>
              <a:rPr lang="en-US" altLang="zh-CN" sz="2800" b="1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6G </a:t>
            </a:r>
            <a:r>
              <a:rPr lang="zh-CN" altLang="en-US" sz="2800" b="1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应用场景</a:t>
            </a:r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ADCD7111-F234-B655-550B-F40FB65CB4A5}"/>
              </a:ext>
            </a:extLst>
          </p:cNvPr>
          <p:cNvSpPr txBox="1"/>
          <p:nvPr/>
        </p:nvSpPr>
        <p:spPr>
          <a:xfrm>
            <a:off x="2703841" y="5897927"/>
            <a:ext cx="2212315" cy="889329"/>
          </a:xfrm>
          <a:prstGeom prst="rect">
            <a:avLst/>
          </a:prstGeom>
        </p:spPr>
        <p:txBody>
          <a:bodyPr vert="horz" wrap="square" lIns="0" tIns="12700" rIns="0" bIns="0" rtlCol="0">
            <a:prstTxWarp prst="textArchDown">
              <a:avLst/>
            </a:prstTxWarp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6</a:t>
            </a:r>
            <a:r>
              <a:rPr lang="en-US" altLang="zh-CN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G </a:t>
            </a:r>
            <a:r>
              <a:rPr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IMT-20</a:t>
            </a:r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3</a:t>
            </a:r>
            <a:r>
              <a:rPr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19517" y="4131701"/>
            <a:ext cx="1540238" cy="635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 marL="97790" marR="90170" algn="ctr">
              <a:lnSpc>
                <a:spcPct val="105300"/>
              </a:lnSpc>
              <a:spcBef>
                <a:spcPts val="100"/>
              </a:spcBef>
              <a:defRPr spc="-2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Malgun Gothic"/>
              </a:defRPr>
            </a:lvl1pPr>
          </a:lstStyle>
          <a:p>
            <a:r>
              <a:rPr sz="2000" dirty="0" err="1"/>
              <a:t>超可</a:t>
            </a:r>
            <a:r>
              <a:rPr lang="zh-CN" altLang="en-US" sz="2000" dirty="0"/>
              <a:t>靠</a:t>
            </a:r>
          </a:p>
          <a:p>
            <a:r>
              <a:rPr lang="zh-CN" altLang="en-US" sz="2000" dirty="0"/>
              <a:t>低延迟通信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37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华文中宋</vt:lpstr>
      <vt:lpstr>Calibri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裴 熙隆</cp:lastModifiedBy>
  <cp:revision>1</cp:revision>
  <dcterms:created xsi:type="dcterms:W3CDTF">2025-11-30T14:46:36Z</dcterms:created>
  <dcterms:modified xsi:type="dcterms:W3CDTF">2025-12-16T04:42:47Z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LastSaved">
    <vt:filetime>2025-11-30T00:00:00Z</vt:filetime>
  </property>
</Properties>
</file>