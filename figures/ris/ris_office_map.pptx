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15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F5B67858-E499-496A-BE93-65C4367E3967}"/>
    <pc:docChg chg="undo custSel modSld">
      <pc:chgData name="裴 熙隆" userId="d70ee545ee25833c" providerId="LiveId" clId="{F5B67858-E499-496A-BE93-65C4367E3967}" dt="2026-04-04T07:00:17.581" v="114" actId="207"/>
      <pc:docMkLst>
        <pc:docMk/>
      </pc:docMkLst>
      <pc:sldChg chg="modSp mod">
        <pc:chgData name="裴 熙隆" userId="d70ee545ee25833c" providerId="LiveId" clId="{F5B67858-E499-496A-BE93-65C4367E3967}" dt="2026-04-04T07:00:17.581" v="114" actId="207"/>
        <pc:sldMkLst>
          <pc:docMk/>
          <pc:sldMk cId="3588923400" sldId="256"/>
        </pc:sldMkLst>
        <pc:spChg chg="mod">
          <ac:chgData name="裴 熙隆" userId="d70ee545ee25833c" providerId="LiveId" clId="{F5B67858-E499-496A-BE93-65C4367E3967}" dt="2026-04-04T06:58:45.182" v="77" actId="403"/>
          <ac:spMkLst>
            <pc:docMk/>
            <pc:sldMk cId="3588923400" sldId="256"/>
            <ac:spMk id="5" creationId="{88F599B3-99DA-43B1-AE12-71F70C325055}"/>
          </ac:spMkLst>
        </pc:spChg>
        <pc:spChg chg="mod">
          <ac:chgData name="裴 熙隆" userId="d70ee545ee25833c" providerId="LiveId" clId="{F5B67858-E499-496A-BE93-65C4367E3967}" dt="2026-04-04T06:59:36.261" v="87" actId="1076"/>
          <ac:spMkLst>
            <pc:docMk/>
            <pc:sldMk cId="3588923400" sldId="256"/>
            <ac:spMk id="8" creationId="{3B4629DE-0CF0-4CDB-9087-6E6E1CCC0958}"/>
          </ac:spMkLst>
        </pc:spChg>
        <pc:spChg chg="mod">
          <ac:chgData name="裴 熙隆" userId="d70ee545ee25833c" providerId="LiveId" clId="{F5B67858-E499-496A-BE93-65C4367E3967}" dt="2026-04-04T06:59:38.597" v="88" actId="1076"/>
          <ac:spMkLst>
            <pc:docMk/>
            <pc:sldMk cId="3588923400" sldId="256"/>
            <ac:spMk id="10" creationId="{2CBFC67B-5FCD-4097-8970-51FA9F3E75D6}"/>
          </ac:spMkLst>
        </pc:spChg>
        <pc:spChg chg="mod">
          <ac:chgData name="裴 熙隆" userId="d70ee545ee25833c" providerId="LiveId" clId="{F5B67858-E499-496A-BE93-65C4367E3967}" dt="2026-04-04T06:58:45.182" v="77" actId="403"/>
          <ac:spMkLst>
            <pc:docMk/>
            <pc:sldMk cId="3588923400" sldId="256"/>
            <ac:spMk id="11" creationId="{A7502FA7-2566-40B9-B713-8465D50CDED9}"/>
          </ac:spMkLst>
        </pc:spChg>
        <pc:spChg chg="mod">
          <ac:chgData name="裴 熙隆" userId="d70ee545ee25833c" providerId="LiveId" clId="{F5B67858-E499-496A-BE93-65C4367E3967}" dt="2026-04-04T06:59:33.010" v="86" actId="1076"/>
          <ac:spMkLst>
            <pc:docMk/>
            <pc:sldMk cId="3588923400" sldId="256"/>
            <ac:spMk id="12" creationId="{597712BF-661C-4A99-BCE9-7DAEB1723A9A}"/>
          </ac:spMkLst>
        </pc:spChg>
        <pc:spChg chg="mod">
          <ac:chgData name="裴 熙隆" userId="d70ee545ee25833c" providerId="LiveId" clId="{F5B67858-E499-496A-BE93-65C4367E3967}" dt="2026-04-04T06:58:45.182" v="77" actId="403"/>
          <ac:spMkLst>
            <pc:docMk/>
            <pc:sldMk cId="3588923400" sldId="256"/>
            <ac:spMk id="14" creationId="{56670D7C-C7C1-86E9-C9BA-E8AACC2579F9}"/>
          </ac:spMkLst>
        </pc:spChg>
        <pc:spChg chg="mod">
          <ac:chgData name="裴 熙隆" userId="d70ee545ee25833c" providerId="LiveId" clId="{F5B67858-E499-496A-BE93-65C4367E3967}" dt="2026-04-04T07:00:17.581" v="114" actId="207"/>
          <ac:spMkLst>
            <pc:docMk/>
            <pc:sldMk cId="3588923400" sldId="256"/>
            <ac:spMk id="16" creationId="{ACD0D131-FB67-08E5-6F02-B7E510915CCB}"/>
          </ac:spMkLst>
        </pc:spChg>
        <pc:spChg chg="mod">
          <ac:chgData name="裴 熙隆" userId="d70ee545ee25833c" providerId="LiveId" clId="{F5B67858-E499-496A-BE93-65C4367E3967}" dt="2026-04-04T07:00:09.794" v="102" actId="207"/>
          <ac:spMkLst>
            <pc:docMk/>
            <pc:sldMk cId="3588923400" sldId="256"/>
            <ac:spMk id="18" creationId="{15D05916-A498-2BBD-70C0-DBDD40523352}"/>
          </ac:spMkLst>
        </pc:spChg>
        <pc:spChg chg="mod">
          <ac:chgData name="裴 熙隆" userId="d70ee545ee25833c" providerId="LiveId" clId="{F5B67858-E499-496A-BE93-65C4367E3967}" dt="2026-04-04T06:59:51.183" v="90" actId="14100"/>
          <ac:spMkLst>
            <pc:docMk/>
            <pc:sldMk cId="3588923400" sldId="256"/>
            <ac:spMk id="24" creationId="{3E17CC1C-11DD-C55B-DE66-77B5C95407B1}"/>
          </ac:spMkLst>
        </pc:spChg>
        <pc:spChg chg="mod">
          <ac:chgData name="裴 熙隆" userId="d70ee545ee25833c" providerId="LiveId" clId="{F5B67858-E499-496A-BE93-65C4367E3967}" dt="2026-04-04T06:59:33.010" v="86" actId="1076"/>
          <ac:spMkLst>
            <pc:docMk/>
            <pc:sldMk cId="3588923400" sldId="256"/>
            <ac:spMk id="26" creationId="{46565690-9D36-4B4B-A075-1DC1B3ED211A}"/>
          </ac:spMkLst>
        </pc:spChg>
        <pc:spChg chg="mod">
          <ac:chgData name="裴 熙隆" userId="d70ee545ee25833c" providerId="LiveId" clId="{F5B67858-E499-496A-BE93-65C4367E3967}" dt="2026-04-04T06:59:33.010" v="86" actId="1076"/>
          <ac:spMkLst>
            <pc:docMk/>
            <pc:sldMk cId="3588923400" sldId="256"/>
            <ac:spMk id="27" creationId="{238456A2-5366-4CB5-B0E1-FEA955AD21C7}"/>
          </ac:spMkLst>
        </pc:spChg>
        <pc:spChg chg="mod">
          <ac:chgData name="裴 熙隆" userId="d70ee545ee25833c" providerId="LiveId" clId="{F5B67858-E499-496A-BE93-65C4367E3967}" dt="2026-04-04T06:59:47.610" v="89" actId="1076"/>
          <ac:spMkLst>
            <pc:docMk/>
            <pc:sldMk cId="3588923400" sldId="256"/>
            <ac:spMk id="32" creationId="{B5A432BA-6EF6-4AD9-B127-CA5415A28927}"/>
          </ac:spMkLst>
        </pc:spChg>
        <pc:spChg chg="mod">
          <ac:chgData name="裴 熙隆" userId="d70ee545ee25833c" providerId="LiveId" clId="{F5B67858-E499-496A-BE93-65C4367E3967}" dt="2026-04-04T06:59:47.610" v="89" actId="1076"/>
          <ac:spMkLst>
            <pc:docMk/>
            <pc:sldMk cId="3588923400" sldId="256"/>
            <ac:spMk id="33" creationId="{968ED481-E008-4510-B14B-42A62DA17819}"/>
          </ac:spMkLst>
        </pc:spChg>
        <pc:spChg chg="mod">
          <ac:chgData name="裴 熙隆" userId="d70ee545ee25833c" providerId="LiveId" clId="{F5B67858-E499-496A-BE93-65C4367E3967}" dt="2026-04-04T06:59:47.610" v="89" actId="1076"/>
          <ac:spMkLst>
            <pc:docMk/>
            <pc:sldMk cId="3588923400" sldId="256"/>
            <ac:spMk id="34" creationId="{D87AEC1E-5BDC-4852-AEAD-03C7A4FCDA76}"/>
          </ac:spMkLst>
        </pc:spChg>
        <pc:graphicFrameChg chg="modGraphic">
          <ac:chgData name="裴 熙隆" userId="d70ee545ee25833c" providerId="LiveId" clId="{F5B67858-E499-496A-BE93-65C4367E3967}" dt="2026-04-04T06:59:00.326" v="80" actId="404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mod">
          <ac:chgData name="裴 熙隆" userId="d70ee545ee25833c" providerId="LiveId" clId="{F5B67858-E499-496A-BE93-65C4367E3967}" dt="2026-04-04T06:49:48.708" v="73" actId="208"/>
          <ac:picMkLst>
            <pc:docMk/>
            <pc:sldMk cId="3588923400" sldId="256"/>
            <ac:picMk id="3" creationId="{E65D748B-0616-4108-86E9-164DAFD28A49}"/>
          </ac:picMkLst>
        </pc:picChg>
        <pc:picChg chg="mod">
          <ac:chgData name="裴 熙隆" userId="d70ee545ee25833c" providerId="LiveId" clId="{F5B67858-E499-496A-BE93-65C4367E3967}" dt="2026-04-04T06:49:38.026" v="71" actId="207"/>
          <ac:picMkLst>
            <pc:docMk/>
            <pc:sldMk cId="3588923400" sldId="256"/>
            <ac:picMk id="15" creationId="{927F9DF3-18AB-A947-AA87-9BF472B5DE1D}"/>
          </ac:picMkLst>
        </pc:picChg>
        <pc:cxnChg chg="mod">
          <ac:chgData name="裴 熙隆" userId="d70ee545ee25833c" providerId="LiveId" clId="{F5B67858-E499-496A-BE93-65C4367E3967}" dt="2026-04-04T06:47:54.432" v="4" actId="208"/>
          <ac:cxnSpMkLst>
            <pc:docMk/>
            <pc:sldMk cId="3588923400" sldId="256"/>
            <ac:cxnSpMk id="4" creationId="{11EF30E0-B5CF-4D78-99E8-985CCFCA85F5}"/>
          </ac:cxnSpMkLst>
        </pc:cxnChg>
        <pc:cxnChg chg="mod">
          <ac:chgData name="裴 熙隆" userId="d70ee545ee25833c" providerId="LiveId" clId="{F5B67858-E499-496A-BE93-65C4367E3967}" dt="2026-04-04T06:48:00.552" v="5" actId="208"/>
          <ac:cxnSpMkLst>
            <pc:docMk/>
            <pc:sldMk cId="3588923400" sldId="256"/>
            <ac:cxnSpMk id="6" creationId="{FE5F54B8-93B6-4B2F-8AD1-187C88448F5F}"/>
          </ac:cxnSpMkLst>
        </pc:cxnChg>
        <pc:cxnChg chg="mod">
          <ac:chgData name="裴 熙隆" userId="d70ee545ee25833c" providerId="LiveId" clId="{F5B67858-E499-496A-BE93-65C4367E3967}" dt="2026-04-04T06:48:05.694" v="7" actId="208"/>
          <ac:cxnSpMkLst>
            <pc:docMk/>
            <pc:sldMk cId="3588923400" sldId="256"/>
            <ac:cxnSpMk id="9" creationId="{4CBDE40C-73E5-45AF-9476-754D60143E07}"/>
          </ac:cxnSpMkLst>
        </pc:cxnChg>
        <pc:cxnChg chg="mod">
          <ac:chgData name="裴 熙隆" userId="d70ee545ee25833c" providerId="LiveId" clId="{F5B67858-E499-496A-BE93-65C4367E3967}" dt="2026-04-04T06:59:15.747" v="81" actId="1076"/>
          <ac:cxnSpMkLst>
            <pc:docMk/>
            <pc:sldMk cId="3588923400" sldId="256"/>
            <ac:cxnSpMk id="17" creationId="{D5DF98BF-6728-EEE3-A5F5-B396E3A2C86F}"/>
          </ac:cxnSpMkLst>
        </pc:cxnChg>
        <pc:cxnChg chg="mod">
          <ac:chgData name="裴 熙隆" userId="d70ee545ee25833c" providerId="LiveId" clId="{F5B67858-E499-496A-BE93-65C4367E3967}" dt="2026-04-04T06:59:23.723" v="85" actId="1076"/>
          <ac:cxnSpMkLst>
            <pc:docMk/>
            <pc:sldMk cId="3588923400" sldId="256"/>
            <ac:cxnSpMk id="19" creationId="{D7E5367F-CBD6-5743-DC9D-8B5278DC2054}"/>
          </ac:cxnSpMkLst>
        </pc:cxnChg>
        <pc:cxnChg chg="mod">
          <ac:chgData name="裴 熙隆" userId="d70ee545ee25833c" providerId="LiveId" clId="{F5B67858-E499-496A-BE93-65C4367E3967}" dt="2026-04-04T06:59:51.183" v="90" actId="14100"/>
          <ac:cxnSpMkLst>
            <pc:docMk/>
            <pc:sldMk cId="3588923400" sldId="256"/>
            <ac:cxnSpMk id="25" creationId="{5007D5C9-B443-4680-B620-FA13BBDBBBE9}"/>
          </ac:cxnSpMkLst>
        </pc:cxnChg>
        <pc:cxnChg chg="mod">
          <ac:chgData name="裴 熙隆" userId="d70ee545ee25833c" providerId="LiveId" clId="{F5B67858-E499-496A-BE93-65C4367E3967}" dt="2026-04-04T06:50:40.689" v="75" actId="1076"/>
          <ac:cxnSpMkLst>
            <pc:docMk/>
            <pc:sldMk cId="3588923400" sldId="256"/>
            <ac:cxnSpMk id="28" creationId="{5BD39DC5-A53C-47DA-A377-88FB4FFD3087}"/>
          </ac:cxnSpMkLst>
        </pc:cxnChg>
        <pc:cxnChg chg="mod">
          <ac:chgData name="裴 熙隆" userId="d70ee545ee25833c" providerId="LiveId" clId="{F5B67858-E499-496A-BE93-65C4367E3967}" dt="2026-04-04T06:50:40.689" v="75" actId="1076"/>
          <ac:cxnSpMkLst>
            <pc:docMk/>
            <pc:sldMk cId="3588923400" sldId="256"/>
            <ac:cxnSpMk id="29" creationId="{F0BA54D4-6051-45E7-BD46-BF0381948DEE}"/>
          </ac:cxnSpMkLst>
        </pc:cxnChg>
        <pc:cxnChg chg="mod">
          <ac:chgData name="裴 熙隆" userId="d70ee545ee25833c" providerId="LiveId" clId="{F5B67858-E499-496A-BE93-65C4367E3967}" dt="2026-04-04T06:50:40.689" v="75" actId="1076"/>
          <ac:cxnSpMkLst>
            <pc:docMk/>
            <pc:sldMk cId="3588923400" sldId="256"/>
            <ac:cxnSpMk id="30" creationId="{B4BF9A52-FB3B-4666-8296-4361621A44E9}"/>
          </ac:cxnSpMkLst>
        </pc:cxnChg>
      </pc:sldChg>
    </pc:docChg>
  </pc:docChgLst>
  <pc:docChgLst>
    <pc:chgData name="裴 熙隆" userId="d70ee545ee25833c" providerId="LiveId" clId="{48AB33A3-B273-4B88-A8FC-DA2E2C5F7BBA}"/>
    <pc:docChg chg="undo custSel addSld modSld">
      <pc:chgData name="裴 熙隆" userId="d70ee545ee25833c" providerId="LiveId" clId="{48AB33A3-B273-4B88-A8FC-DA2E2C5F7BBA}" dt="2022-09-22T08:56:05.152" v="208" actId="1076"/>
      <pc:docMkLst>
        <pc:docMk/>
      </pc:docMkLst>
      <pc:sldChg chg="addSp delSp modSp new mod">
        <pc:chgData name="裴 熙隆" userId="d70ee545ee25833c" providerId="LiveId" clId="{48AB33A3-B273-4B88-A8FC-DA2E2C5F7BBA}" dt="2022-09-22T08:56:05.152" v="208" actId="1076"/>
        <pc:sldMkLst>
          <pc:docMk/>
          <pc:sldMk cId="3588923400" sldId="256"/>
        </pc:sldMkLst>
        <pc:spChg chg="del">
          <ac:chgData name="裴 熙隆" userId="d70ee545ee25833c" providerId="LiveId" clId="{48AB33A3-B273-4B88-A8FC-DA2E2C5F7BBA}" dt="2022-09-20T11:32:08.428" v="2" actId="478"/>
          <ac:spMkLst>
            <pc:docMk/>
            <pc:sldMk cId="3588923400" sldId="256"/>
            <ac:spMk id="2" creationId="{6E5EB9A2-A58A-4985-B4F7-5E6DB7BAA206}"/>
          </ac:spMkLst>
        </pc:spChg>
        <pc:spChg chg="del">
          <ac:chgData name="裴 熙隆" userId="d70ee545ee25833c" providerId="LiveId" clId="{48AB33A3-B273-4B88-A8FC-DA2E2C5F7BBA}" dt="2022-09-20T11:32:07.376" v="1" actId="478"/>
          <ac:spMkLst>
            <pc:docMk/>
            <pc:sldMk cId="3588923400" sldId="256"/>
            <ac:spMk id="3" creationId="{8D397DC0-45EB-47B2-9F09-53E0C6EADE1F}"/>
          </ac:spMkLst>
        </pc:spChg>
        <pc:spChg chg="add del mod">
          <ac:chgData name="裴 熙隆" userId="d70ee545ee25833c" providerId="LiveId" clId="{48AB33A3-B273-4B88-A8FC-DA2E2C5F7BBA}" dt="2022-09-20T12:55:02.769" v="134" actId="1076"/>
          <ac:spMkLst>
            <pc:docMk/>
            <pc:sldMk cId="3588923400" sldId="256"/>
            <ac:spMk id="5" creationId="{88F599B3-99DA-43B1-AE12-71F70C325055}"/>
          </ac:spMkLst>
        </pc:spChg>
        <pc:spChg chg="add mod">
          <ac:chgData name="裴 熙隆" userId="d70ee545ee25833c" providerId="LiveId" clId="{48AB33A3-B273-4B88-A8FC-DA2E2C5F7BBA}" dt="2022-09-20T12:55:17.004" v="136" actId="1076"/>
          <ac:spMkLst>
            <pc:docMk/>
            <pc:sldMk cId="3588923400" sldId="256"/>
            <ac:spMk id="8" creationId="{3B4629DE-0CF0-4CDB-9087-6E6E1CCC0958}"/>
          </ac:spMkLst>
        </pc:spChg>
        <pc:spChg chg="add mod">
          <ac:chgData name="裴 熙隆" userId="d70ee545ee25833c" providerId="LiveId" clId="{48AB33A3-B273-4B88-A8FC-DA2E2C5F7BBA}" dt="2022-09-20T12:55:10.450" v="135" actId="1076"/>
          <ac:spMkLst>
            <pc:docMk/>
            <pc:sldMk cId="3588923400" sldId="256"/>
            <ac:spMk id="10" creationId="{2CBFC67B-5FCD-4097-8970-51FA9F3E75D6}"/>
          </ac:spMkLst>
        </pc:spChg>
        <pc:spChg chg="add mod ord">
          <ac:chgData name="裴 熙隆" userId="d70ee545ee25833c" providerId="LiveId" clId="{48AB33A3-B273-4B88-A8FC-DA2E2C5F7BBA}" dt="2022-09-22T08:51:42.904" v="154" actId="1582"/>
          <ac:spMkLst>
            <pc:docMk/>
            <pc:sldMk cId="3588923400" sldId="256"/>
            <ac:spMk id="11" creationId="{A7502FA7-2566-40B9-B713-8465D50CDED9}"/>
          </ac:spMkLst>
        </pc:spChg>
        <pc:spChg chg="add mod">
          <ac:chgData name="裴 熙隆" userId="d70ee545ee25833c" providerId="LiveId" clId="{48AB33A3-B273-4B88-A8FC-DA2E2C5F7BBA}" dt="2022-09-22T08:54:10.290" v="183" actId="1076"/>
          <ac:spMkLst>
            <pc:docMk/>
            <pc:sldMk cId="3588923400" sldId="256"/>
            <ac:spMk id="12" creationId="{597712BF-661C-4A99-BCE9-7DAEB1723A9A}"/>
          </ac:spMkLst>
        </pc:spChg>
        <pc:spChg chg="add mod">
          <ac:chgData name="裴 熙隆" userId="d70ee545ee25833c" providerId="LiveId" clId="{48AB33A3-B273-4B88-A8FC-DA2E2C5F7BBA}" dt="2022-09-22T08:54:18.423" v="185" actId="1076"/>
          <ac:spMkLst>
            <pc:docMk/>
            <pc:sldMk cId="3588923400" sldId="256"/>
            <ac:spMk id="26" creationId="{46565690-9D36-4B4B-A075-1DC1B3ED211A}"/>
          </ac:spMkLst>
        </pc:spChg>
        <pc:spChg chg="add mod">
          <ac:chgData name="裴 熙隆" userId="d70ee545ee25833c" providerId="LiveId" clId="{48AB33A3-B273-4B88-A8FC-DA2E2C5F7BBA}" dt="2022-09-22T08:54:25.453" v="187" actId="1076"/>
          <ac:spMkLst>
            <pc:docMk/>
            <pc:sldMk cId="3588923400" sldId="256"/>
            <ac:spMk id="27" creationId="{238456A2-5366-4CB5-B0E1-FEA955AD21C7}"/>
          </ac:spMkLst>
        </pc:spChg>
        <pc:spChg chg="add del mod">
          <ac:chgData name="裴 熙隆" userId="d70ee545ee25833c" providerId="LiveId" clId="{48AB33A3-B273-4B88-A8FC-DA2E2C5F7BBA}" dt="2022-09-22T08:54:47.444" v="190" actId="478"/>
          <ac:spMkLst>
            <pc:docMk/>
            <pc:sldMk cId="3588923400" sldId="256"/>
            <ac:spMk id="31" creationId="{3F6D45FF-5128-49CB-B41B-214EFD764520}"/>
          </ac:spMkLst>
        </pc:spChg>
        <pc:spChg chg="add mod">
          <ac:chgData name="裴 熙隆" userId="d70ee545ee25833c" providerId="LiveId" clId="{48AB33A3-B273-4B88-A8FC-DA2E2C5F7BBA}" dt="2022-09-22T08:55:49.060" v="204" actId="20577"/>
          <ac:spMkLst>
            <pc:docMk/>
            <pc:sldMk cId="3588923400" sldId="256"/>
            <ac:spMk id="32" creationId="{B5A432BA-6EF6-4AD9-B127-CA5415A28927}"/>
          </ac:spMkLst>
        </pc:spChg>
        <pc:spChg chg="add mod">
          <ac:chgData name="裴 熙隆" userId="d70ee545ee25833c" providerId="LiveId" clId="{48AB33A3-B273-4B88-A8FC-DA2E2C5F7BBA}" dt="2022-09-22T08:55:58.176" v="206" actId="1076"/>
          <ac:spMkLst>
            <pc:docMk/>
            <pc:sldMk cId="3588923400" sldId="256"/>
            <ac:spMk id="33" creationId="{968ED481-E008-4510-B14B-42A62DA17819}"/>
          </ac:spMkLst>
        </pc:spChg>
        <pc:spChg chg="add mod">
          <ac:chgData name="裴 熙隆" userId="d70ee545ee25833c" providerId="LiveId" clId="{48AB33A3-B273-4B88-A8FC-DA2E2C5F7BBA}" dt="2022-09-22T08:56:05.152" v="208" actId="1076"/>
          <ac:spMkLst>
            <pc:docMk/>
            <pc:sldMk cId="3588923400" sldId="256"/>
            <ac:spMk id="34" creationId="{D87AEC1E-5BDC-4852-AEAD-03C7A4FCDA76}"/>
          </ac:spMkLst>
        </pc:spChg>
        <pc:graphicFrameChg chg="add mod modGraphic">
          <ac:chgData name="裴 熙隆" userId="d70ee545ee25833c" providerId="LiveId" clId="{48AB33A3-B273-4B88-A8FC-DA2E2C5F7BBA}" dt="2022-09-20T12:51:21.011" v="114" actId="255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48AB33A3-B273-4B88-A8FC-DA2E2C5F7BBA}" dt="2022-09-20T12:29:00.191" v="42" actId="1076"/>
          <ac:picMkLst>
            <pc:docMk/>
            <pc:sldMk cId="3588923400" sldId="256"/>
            <ac:picMk id="3" creationId="{E65D748B-0616-4108-86E9-164DAFD28A49}"/>
          </ac:picMkLst>
        </pc:picChg>
        <pc:cxnChg chg="add mod">
          <ac:chgData name="裴 熙隆" userId="d70ee545ee25833c" providerId="LiveId" clId="{48AB33A3-B273-4B88-A8FC-DA2E2C5F7BBA}" dt="2022-09-20T12:27:35.389" v="18" actId="1076"/>
          <ac:cxnSpMkLst>
            <pc:docMk/>
            <pc:sldMk cId="3588923400" sldId="256"/>
            <ac:cxnSpMk id="4" creationId="{11EF30E0-B5CF-4D78-99E8-985CCFCA85F5}"/>
          </ac:cxnSpMkLst>
        </pc:cxnChg>
        <pc:cxnChg chg="add mod">
          <ac:chgData name="裴 熙隆" userId="d70ee545ee25833c" providerId="LiveId" clId="{48AB33A3-B273-4B88-A8FC-DA2E2C5F7BBA}" dt="2022-09-20T12:28:00.206" v="25" actId="1076"/>
          <ac:cxnSpMkLst>
            <pc:docMk/>
            <pc:sldMk cId="3588923400" sldId="256"/>
            <ac:cxnSpMk id="6" creationId="{FE5F54B8-93B6-4B2F-8AD1-187C88448F5F}"/>
          </ac:cxnSpMkLst>
        </pc:cxnChg>
        <pc:cxnChg chg="add mod">
          <ac:chgData name="裴 熙隆" userId="d70ee545ee25833c" providerId="LiveId" clId="{48AB33A3-B273-4B88-A8FC-DA2E2C5F7BBA}" dt="2022-09-20T12:28:47.644" v="39" actId="1076"/>
          <ac:cxnSpMkLst>
            <pc:docMk/>
            <pc:sldMk cId="3588923400" sldId="256"/>
            <ac:cxnSpMk id="9" creationId="{4CBDE40C-73E5-45AF-9476-754D60143E07}"/>
          </ac:cxnSpMkLst>
        </pc:cxnChg>
        <pc:cxnChg chg="add mod">
          <ac:chgData name="裴 熙隆" userId="d70ee545ee25833c" providerId="LiveId" clId="{48AB33A3-B273-4B88-A8FC-DA2E2C5F7BBA}" dt="2022-09-22T08:53:05.883" v="170" actId="14100"/>
          <ac:cxnSpMkLst>
            <pc:docMk/>
            <pc:sldMk cId="3588923400" sldId="256"/>
            <ac:cxnSpMk id="20" creationId="{A61AEF1A-5870-4881-AD67-49740E2597EB}"/>
          </ac:cxnSpMkLst>
        </pc:cxnChg>
        <pc:cxnChg chg="add mod">
          <ac:chgData name="裴 熙隆" userId="d70ee545ee25833c" providerId="LiveId" clId="{48AB33A3-B273-4B88-A8FC-DA2E2C5F7BBA}" dt="2022-09-22T08:53:30.430" v="172" actId="408"/>
          <ac:cxnSpMkLst>
            <pc:docMk/>
            <pc:sldMk cId="3588923400" sldId="256"/>
            <ac:cxnSpMk id="21" creationId="{68543CBC-561D-412B-95F3-9DBC19EBBD77}"/>
          </ac:cxnSpMkLst>
        </pc:cxnChg>
        <pc:cxnChg chg="add mod">
          <ac:chgData name="裴 熙隆" userId="d70ee545ee25833c" providerId="LiveId" clId="{48AB33A3-B273-4B88-A8FC-DA2E2C5F7BBA}" dt="2022-09-22T08:53:12.357" v="171" actId="1076"/>
          <ac:cxnSpMkLst>
            <pc:docMk/>
            <pc:sldMk cId="3588923400" sldId="256"/>
            <ac:cxnSpMk id="22" creationId="{B2A20441-EF1C-425A-872E-58E67263879B}"/>
          </ac:cxnSpMkLst>
        </pc:cxnChg>
        <pc:cxnChg chg="add mod">
          <ac:chgData name="裴 熙隆" userId="d70ee545ee25833c" providerId="LiveId" clId="{48AB33A3-B273-4B88-A8FC-DA2E2C5F7BBA}" dt="2022-09-22T08:55:19.797" v="196" actId="1076"/>
          <ac:cxnSpMkLst>
            <pc:docMk/>
            <pc:sldMk cId="3588923400" sldId="256"/>
            <ac:cxnSpMk id="28" creationId="{5BD39DC5-A53C-47DA-A377-88FB4FFD3087}"/>
          </ac:cxnSpMkLst>
        </pc:cxnChg>
        <pc:cxnChg chg="add mod">
          <ac:chgData name="裴 熙隆" userId="d70ee545ee25833c" providerId="LiveId" clId="{48AB33A3-B273-4B88-A8FC-DA2E2C5F7BBA}" dt="2022-09-22T08:55:36.347" v="198" actId="408"/>
          <ac:cxnSpMkLst>
            <pc:docMk/>
            <pc:sldMk cId="3588923400" sldId="256"/>
            <ac:cxnSpMk id="29" creationId="{F0BA54D4-6051-45E7-BD46-BF0381948DEE}"/>
          </ac:cxnSpMkLst>
        </pc:cxnChg>
        <pc:cxnChg chg="add mod">
          <ac:chgData name="裴 熙隆" userId="d70ee545ee25833c" providerId="LiveId" clId="{48AB33A3-B273-4B88-A8FC-DA2E2C5F7BBA}" dt="2022-09-22T08:55:25.308" v="197" actId="1076"/>
          <ac:cxnSpMkLst>
            <pc:docMk/>
            <pc:sldMk cId="3588923400" sldId="256"/>
            <ac:cxnSpMk id="30" creationId="{B4BF9A52-FB3B-4666-8296-4361621A44E9}"/>
          </ac:cxnSpMkLst>
        </pc:cxnChg>
      </pc:sldChg>
      <pc:sldMasterChg chg="addSldLayout">
        <pc:chgData name="裴 熙隆" userId="d70ee545ee25833c" providerId="LiveId" clId="{48AB33A3-B273-4B88-A8FC-DA2E2C5F7BBA}" dt="2022-09-20T11:32:04.970" v="0" actId="680"/>
        <pc:sldMasterMkLst>
          <pc:docMk/>
          <pc:sldMasterMk cId="1491704641" sldId="2147483648"/>
        </pc:sldMasterMkLst>
        <pc:sldLayoutChg chg="add">
          <pc:chgData name="裴 熙隆" userId="d70ee545ee25833c" providerId="LiveId" clId="{48AB33A3-B273-4B88-A8FC-DA2E2C5F7BBA}" dt="2022-09-20T11:32:04.970" v="0" actId="680"/>
          <pc:sldLayoutMkLst>
            <pc:docMk/>
            <pc:sldMasterMk cId="1491704641" sldId="2147483648"/>
            <pc:sldLayoutMk cId="2432093566" sldId="2147483649"/>
          </pc:sldLayoutMkLst>
        </pc:sldLayoutChg>
      </pc:sldMasterChg>
    </pc:docChg>
  </pc:docChgLst>
  <pc:docChgLst>
    <pc:chgData name="裴 熙隆" userId="d70ee545ee25833c" providerId="LiveId" clId="{80C28766-F07C-4017-999D-2F77460AB8FB}"/>
    <pc:docChg chg="undo custSel modSld">
      <pc:chgData name="裴 熙隆" userId="d70ee545ee25833c" providerId="LiveId" clId="{80C28766-F07C-4017-999D-2F77460AB8FB}" dt="2022-09-21T15:36:06.194" v="77" actId="207"/>
      <pc:docMkLst>
        <pc:docMk/>
      </pc:docMkLst>
      <pc:sldChg chg="addSp modSp mod">
        <pc:chgData name="裴 熙隆" userId="d70ee545ee25833c" providerId="LiveId" clId="{80C28766-F07C-4017-999D-2F77460AB8FB}" dt="2022-09-21T15:36:06.194" v="77" actId="207"/>
        <pc:sldMkLst>
          <pc:docMk/>
          <pc:sldMk cId="3588923400" sldId="256"/>
        </pc:sldMkLst>
        <pc:spChg chg="add mod">
          <ac:chgData name="裴 熙隆" userId="d70ee545ee25833c" providerId="LiveId" clId="{80C28766-F07C-4017-999D-2F77460AB8FB}" dt="2022-09-21T15:27:22.455" v="25" actId="1076"/>
          <ac:spMkLst>
            <pc:docMk/>
            <pc:sldMk cId="3588923400" sldId="256"/>
            <ac:spMk id="14" creationId="{56670D7C-C7C1-86E9-C9BA-E8AACC2579F9}"/>
          </ac:spMkLst>
        </pc:spChg>
        <pc:spChg chg="add mod">
          <ac:chgData name="裴 熙隆" userId="d70ee545ee25833c" providerId="LiveId" clId="{80C28766-F07C-4017-999D-2F77460AB8FB}" dt="2022-09-21T15:35:14.671" v="72" actId="207"/>
          <ac:spMkLst>
            <pc:docMk/>
            <pc:sldMk cId="3588923400" sldId="256"/>
            <ac:spMk id="16" creationId="{ACD0D131-FB67-08E5-6F02-B7E510915CCB}"/>
          </ac:spMkLst>
        </pc:spChg>
        <pc:spChg chg="add mod">
          <ac:chgData name="裴 熙隆" userId="d70ee545ee25833c" providerId="LiveId" clId="{80C28766-F07C-4017-999D-2F77460AB8FB}" dt="2022-09-21T15:35:24.393" v="73" actId="207"/>
          <ac:spMkLst>
            <pc:docMk/>
            <pc:sldMk cId="3588923400" sldId="256"/>
            <ac:spMk id="18" creationId="{15D05916-A498-2BBD-70C0-DBDD40523352}"/>
          </ac:spMkLst>
        </pc:spChg>
        <pc:spChg chg="add mod">
          <ac:chgData name="裴 熙隆" userId="d70ee545ee25833c" providerId="LiveId" clId="{80C28766-F07C-4017-999D-2F77460AB8FB}" dt="2022-09-21T15:35:45.211" v="74" actId="207"/>
          <ac:spMkLst>
            <pc:docMk/>
            <pc:sldMk cId="3588923400" sldId="256"/>
            <ac:spMk id="24" creationId="{3E17CC1C-11DD-C55B-DE66-77B5C95407B1}"/>
          </ac:spMkLst>
        </pc:spChg>
        <pc:graphicFrameChg chg="modGraphic">
          <ac:chgData name="裴 熙隆" userId="d70ee545ee25833c" providerId="LiveId" clId="{80C28766-F07C-4017-999D-2F77460AB8FB}" dt="2022-09-21T15:36:06.194" v="77" actId="207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80C28766-F07C-4017-999D-2F77460AB8FB}" dt="2022-09-21T15:30:39.174" v="71" actId="207"/>
          <ac:picMkLst>
            <pc:docMk/>
            <pc:sldMk cId="3588923400" sldId="256"/>
            <ac:picMk id="15" creationId="{927F9DF3-18AB-A947-AA87-9BF472B5DE1D}"/>
          </ac:picMkLst>
        </pc:picChg>
        <pc:cxnChg chg="add mod">
          <ac:chgData name="裴 熙隆" userId="d70ee545ee25833c" providerId="LiveId" clId="{80C28766-F07C-4017-999D-2F77460AB8FB}" dt="2022-09-21T15:26:57.705" v="13" actId="1076"/>
          <ac:cxnSpMkLst>
            <pc:docMk/>
            <pc:sldMk cId="3588923400" sldId="256"/>
            <ac:cxnSpMk id="7" creationId="{7F09FDCE-22A8-7632-C014-73F833B81630}"/>
          </ac:cxnSpMkLst>
        </pc:cxnChg>
        <pc:cxnChg chg="add mod">
          <ac:chgData name="裴 熙隆" userId="d70ee545ee25833c" providerId="LiveId" clId="{80C28766-F07C-4017-999D-2F77460AB8FB}" dt="2022-09-21T15:29:17.127" v="52" actId="14100"/>
          <ac:cxnSpMkLst>
            <pc:docMk/>
            <pc:sldMk cId="3588923400" sldId="256"/>
            <ac:cxnSpMk id="17" creationId="{D5DF98BF-6728-EEE3-A5F5-B396E3A2C86F}"/>
          </ac:cxnSpMkLst>
        </pc:cxnChg>
        <pc:cxnChg chg="add mod">
          <ac:chgData name="裴 熙隆" userId="d70ee545ee25833c" providerId="LiveId" clId="{80C28766-F07C-4017-999D-2F77460AB8FB}" dt="2022-09-21T15:28:56.844" v="38" actId="14100"/>
          <ac:cxnSpMkLst>
            <pc:docMk/>
            <pc:sldMk cId="3588923400" sldId="256"/>
            <ac:cxnSpMk id="19" creationId="{D7E5367F-CBD6-5743-DC9D-8B5278DC2054}"/>
          </ac:cxnSpMkLst>
        </pc:cxnChg>
        <pc:cxnChg chg="add mod">
          <ac:chgData name="裴 熙隆" userId="d70ee545ee25833c" providerId="LiveId" clId="{80C28766-F07C-4017-999D-2F77460AB8FB}" dt="2022-09-21T15:29:41.471" v="63" actId="14100"/>
          <ac:cxnSpMkLst>
            <pc:docMk/>
            <pc:sldMk cId="3588923400" sldId="256"/>
            <ac:cxnSpMk id="25" creationId="{5007D5C9-B443-4680-B620-FA13BBDBBBE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7502FA7-2566-40B9-B713-8465D50CDED9}"/>
              </a:ext>
            </a:extLst>
          </p:cNvPr>
          <p:cNvSpPr/>
          <p:nvPr/>
        </p:nvSpPr>
        <p:spPr>
          <a:xfrm>
            <a:off x="1058091" y="195944"/>
            <a:ext cx="8791304" cy="57887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noFill/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56DD1B81-B12B-4A32-B58C-FF449589B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691706"/>
              </p:ext>
            </p:extLst>
          </p:nvPr>
        </p:nvGraphicFramePr>
        <p:xfrm>
          <a:off x="1656608" y="564078"/>
          <a:ext cx="756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60117602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6639514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8951388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51060633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95455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0002692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09768653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862886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65656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0522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159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E65D748B-0616-4108-86E9-164DAFD28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290911" y="2469476"/>
            <a:ext cx="291393" cy="50920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1EF30E0-B5CF-4D78-99E8-985CCFCA85F5}"/>
              </a:ext>
            </a:extLst>
          </p:cNvPr>
          <p:cNvCxnSpPr>
            <a:cxnSpLocks/>
          </p:cNvCxnSpPr>
          <p:nvPr/>
        </p:nvCxnSpPr>
        <p:spPr>
          <a:xfrm>
            <a:off x="4896608" y="5109317"/>
            <a:ext cx="108000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E5F54B8-93B6-4B2F-8AD1-187C88448F5F}"/>
              </a:ext>
            </a:extLst>
          </p:cNvPr>
          <p:cNvCxnSpPr>
            <a:cxnSpLocks/>
          </p:cNvCxnSpPr>
          <p:nvPr/>
        </p:nvCxnSpPr>
        <p:spPr>
          <a:xfrm>
            <a:off x="1444847" y="2184077"/>
            <a:ext cx="0" cy="108000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CBDE40C-73E5-45AF-9476-754D60143E07}"/>
              </a:ext>
            </a:extLst>
          </p:cNvPr>
          <p:cNvCxnSpPr>
            <a:cxnSpLocks/>
          </p:cNvCxnSpPr>
          <p:nvPr/>
        </p:nvCxnSpPr>
        <p:spPr>
          <a:xfrm rot="3600000">
            <a:off x="1656609" y="24078"/>
            <a:ext cx="0" cy="108000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8F599B3-99DA-43B1-AE12-71F70C325055}"/>
              </a:ext>
            </a:extLst>
          </p:cNvPr>
          <p:cNvSpPr txBox="1"/>
          <p:nvPr/>
        </p:nvSpPr>
        <p:spPr>
          <a:xfrm>
            <a:off x="6032665" y="4860140"/>
            <a:ext cx="623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#1</a:t>
            </a:r>
            <a:endParaRPr lang="zh-CN" altLang="en-US" sz="32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4629DE-0CF0-4CDB-9087-6E6E1CCC0958}"/>
              </a:ext>
            </a:extLst>
          </p:cNvPr>
          <p:cNvSpPr txBox="1"/>
          <p:nvPr/>
        </p:nvSpPr>
        <p:spPr>
          <a:xfrm>
            <a:off x="1045623" y="138627"/>
            <a:ext cx="623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#2</a:t>
            </a:r>
            <a:endParaRPr lang="zh-CN" altLang="en-US" sz="32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BFC67B-5FCD-4097-8970-51FA9F3E75D6}"/>
              </a:ext>
            </a:extLst>
          </p:cNvPr>
          <p:cNvSpPr txBox="1"/>
          <p:nvPr/>
        </p:nvSpPr>
        <p:spPr>
          <a:xfrm>
            <a:off x="1133120" y="3241689"/>
            <a:ext cx="623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#3</a:t>
            </a:r>
            <a:endParaRPr lang="zh-CN" altLang="en-US" sz="32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F09FDCE-22A8-7632-C014-73F833B81630}"/>
              </a:ext>
            </a:extLst>
          </p:cNvPr>
          <p:cNvCxnSpPr>
            <a:cxnSpLocks/>
          </p:cNvCxnSpPr>
          <p:nvPr/>
        </p:nvCxnSpPr>
        <p:spPr>
          <a:xfrm flipH="1">
            <a:off x="8137071" y="4781609"/>
            <a:ext cx="1079537" cy="0"/>
          </a:xfrm>
          <a:prstGeom prst="line">
            <a:avLst/>
          </a:prstGeom>
          <a:ln w="19050">
            <a:prstDash val="dash"/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6670D7C-C7C1-86E9-C9BA-E8AACC2579F9}"/>
              </a:ext>
            </a:extLst>
          </p:cNvPr>
          <p:cNvSpPr txBox="1"/>
          <p:nvPr/>
        </p:nvSpPr>
        <p:spPr>
          <a:xfrm>
            <a:off x="8321613" y="4812032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1.2 m</a:t>
            </a:r>
            <a:endParaRPr lang="zh-CN" altLang="en-US" sz="24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pic>
        <p:nvPicPr>
          <p:cNvPr id="15" name="图形 14" descr="智能手机 纯色填充">
            <a:extLst>
              <a:ext uri="{FF2B5EF4-FFF2-40B4-BE49-F238E27FC236}">
                <a16:creationId xmlns:a16="http://schemas.microsoft.com/office/drawing/2014/main" id="{927F9DF3-18AB-A947-AA87-9BF472B5D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4485" y="873266"/>
            <a:ext cx="504706" cy="50470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CD0D131-FB67-08E5-6F02-B7E510915CCB}"/>
              </a:ext>
            </a:extLst>
          </p:cNvPr>
          <p:cNvSpPr txBox="1"/>
          <p:nvPr/>
        </p:nvSpPr>
        <p:spPr>
          <a:xfrm>
            <a:off x="3921170" y="2517012"/>
            <a:ext cx="1107997" cy="461665"/>
          </a:xfrm>
          <a:prstGeom prst="rect">
            <a:avLst/>
          </a:prstGeom>
          <a:solidFill>
            <a:schemeClr val="accent6">
              <a:lumMod val="40000"/>
              <a:lumOff val="60000"/>
              <a:alpha val="90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zh-CN" altLang="en-US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发射机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5DF98BF-6728-EEE3-A5F5-B396E3A2C86F}"/>
              </a:ext>
            </a:extLst>
          </p:cNvPr>
          <p:cNvCxnSpPr>
            <a:cxnSpLocks/>
            <a:stCxn id="16" idx="3"/>
            <a:endCxn id="3" idx="3"/>
          </p:cNvCxnSpPr>
          <p:nvPr/>
        </p:nvCxnSpPr>
        <p:spPr>
          <a:xfrm flipV="1">
            <a:off x="5029167" y="2724077"/>
            <a:ext cx="261744" cy="237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5D05916-A498-2BBD-70C0-DBDD40523352}"/>
              </a:ext>
            </a:extLst>
          </p:cNvPr>
          <p:cNvSpPr txBox="1"/>
          <p:nvPr/>
        </p:nvSpPr>
        <p:spPr>
          <a:xfrm>
            <a:off x="7134603" y="1296601"/>
            <a:ext cx="1184002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9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zh-CN" altLang="en-US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接收机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7E5367F-CBD6-5743-DC9D-8B5278DC2054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 flipV="1">
            <a:off x="8318605" y="1125619"/>
            <a:ext cx="105880" cy="4018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3E17CC1C-11DD-C55B-DE66-77B5C95407B1}"/>
              </a:ext>
            </a:extLst>
          </p:cNvPr>
          <p:cNvSpPr txBox="1"/>
          <p:nvPr/>
        </p:nvSpPr>
        <p:spPr>
          <a:xfrm>
            <a:off x="3618412" y="5181364"/>
            <a:ext cx="748760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altLang="zh-CN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endParaRPr lang="zh-CN" altLang="en-US" sz="24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007D5C9-B443-4680-B620-FA13BBDBBBE9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4367172" y="5105289"/>
            <a:ext cx="529436" cy="3069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61AEF1A-5870-4881-AD67-49740E2597EB}"/>
              </a:ext>
            </a:extLst>
          </p:cNvPr>
          <p:cNvCxnSpPr>
            <a:cxnSpLocks/>
          </p:cNvCxnSpPr>
          <p:nvPr/>
        </p:nvCxnSpPr>
        <p:spPr>
          <a:xfrm rot="5400000">
            <a:off x="2608653" y="-524056"/>
            <a:ext cx="0" cy="1440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8543CBC-561D-412B-95F3-9DBC19EBBD77}"/>
              </a:ext>
            </a:extLst>
          </p:cNvPr>
          <p:cNvCxnSpPr>
            <a:cxnSpLocks/>
          </p:cNvCxnSpPr>
          <p:nvPr/>
        </p:nvCxnSpPr>
        <p:spPr>
          <a:xfrm rot="5400000">
            <a:off x="5408922" y="-524056"/>
            <a:ext cx="0" cy="1440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2A20441-EF1C-425A-872E-58E67263879B}"/>
              </a:ext>
            </a:extLst>
          </p:cNvPr>
          <p:cNvCxnSpPr>
            <a:cxnSpLocks/>
          </p:cNvCxnSpPr>
          <p:nvPr/>
        </p:nvCxnSpPr>
        <p:spPr>
          <a:xfrm rot="5400000">
            <a:off x="8209191" y="-524056"/>
            <a:ext cx="0" cy="1440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97712BF-661C-4A99-BCE9-7DAEB1723A9A}"/>
              </a:ext>
            </a:extLst>
          </p:cNvPr>
          <p:cNvSpPr txBox="1"/>
          <p:nvPr/>
        </p:nvSpPr>
        <p:spPr>
          <a:xfrm>
            <a:off x="5190385" y="166304"/>
            <a:ext cx="492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窗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6565690-9D36-4B4B-A075-1DC1B3ED211A}"/>
              </a:ext>
            </a:extLst>
          </p:cNvPr>
          <p:cNvSpPr txBox="1"/>
          <p:nvPr/>
        </p:nvSpPr>
        <p:spPr>
          <a:xfrm>
            <a:off x="7890849" y="168317"/>
            <a:ext cx="492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窗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8456A2-5366-4CB5-B0E1-FEA955AD21C7}"/>
              </a:ext>
            </a:extLst>
          </p:cNvPr>
          <p:cNvSpPr txBox="1"/>
          <p:nvPr/>
        </p:nvSpPr>
        <p:spPr>
          <a:xfrm>
            <a:off x="2370738" y="159849"/>
            <a:ext cx="492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窗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BD39DC5-A53C-47DA-A377-88FB4FFD3087}"/>
              </a:ext>
            </a:extLst>
          </p:cNvPr>
          <p:cNvCxnSpPr>
            <a:cxnSpLocks/>
          </p:cNvCxnSpPr>
          <p:nvPr/>
        </p:nvCxnSpPr>
        <p:spPr>
          <a:xfrm rot="5400000">
            <a:off x="2020156" y="5534734"/>
            <a:ext cx="0" cy="900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0BA54D4-6051-45E7-BD46-BF0381948DEE}"/>
              </a:ext>
            </a:extLst>
          </p:cNvPr>
          <p:cNvCxnSpPr>
            <a:cxnSpLocks/>
          </p:cNvCxnSpPr>
          <p:nvPr/>
        </p:nvCxnSpPr>
        <p:spPr>
          <a:xfrm rot="5400000">
            <a:off x="5378612" y="5534734"/>
            <a:ext cx="0" cy="900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4BF9A52-FB3B-4666-8296-4361621A44E9}"/>
              </a:ext>
            </a:extLst>
          </p:cNvPr>
          <p:cNvCxnSpPr>
            <a:cxnSpLocks/>
          </p:cNvCxnSpPr>
          <p:nvPr/>
        </p:nvCxnSpPr>
        <p:spPr>
          <a:xfrm rot="5400000">
            <a:off x="8737067" y="5534734"/>
            <a:ext cx="0" cy="90000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B5A432BA-6EF6-4AD9-B127-CA5415A28927}"/>
              </a:ext>
            </a:extLst>
          </p:cNvPr>
          <p:cNvSpPr txBox="1"/>
          <p:nvPr/>
        </p:nvSpPr>
        <p:spPr>
          <a:xfrm>
            <a:off x="1751113" y="5532814"/>
            <a:ext cx="492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门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68ED481-E008-4510-B14B-42A62DA17819}"/>
              </a:ext>
            </a:extLst>
          </p:cNvPr>
          <p:cNvSpPr txBox="1"/>
          <p:nvPr/>
        </p:nvSpPr>
        <p:spPr>
          <a:xfrm>
            <a:off x="5138021" y="5528186"/>
            <a:ext cx="492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87AEC1E-5BDC-4852-AEAD-03C7A4FCDA76}"/>
              </a:ext>
            </a:extLst>
          </p:cNvPr>
          <p:cNvSpPr txBox="1"/>
          <p:nvPr/>
        </p:nvSpPr>
        <p:spPr>
          <a:xfrm>
            <a:off x="8468022" y="5533396"/>
            <a:ext cx="492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门</a:t>
            </a:r>
          </a:p>
        </p:txBody>
      </p:sp>
    </p:spTree>
    <p:extLst>
      <p:ext uri="{BB962C8B-B14F-4D97-AF65-F5344CB8AC3E}">
        <p14:creationId xmlns:p14="http://schemas.microsoft.com/office/powerpoint/2010/main" val="3588923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45</Words>
  <Application>Microsoft Office PowerPoint</Application>
  <PresentationFormat>宽屏</PresentationFormat>
  <Paragraphs>41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TimesSimSun</vt:lpstr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2</cp:revision>
  <dcterms:created xsi:type="dcterms:W3CDTF">2022-09-20T11:32:03Z</dcterms:created>
  <dcterms:modified xsi:type="dcterms:W3CDTF">2026-04-04T07:00:19Z</dcterms:modified>
</cp:coreProperties>
</file>