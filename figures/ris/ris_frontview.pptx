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1415713" cy="4895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8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5A92B59E-15D1-4F92-8D39-41924DE0C219}"/>
    <pc:docChg chg="modSld">
      <pc:chgData name="裴 熙隆" userId="d70ee545ee25833c" providerId="LiveId" clId="{5A92B59E-15D1-4F92-8D39-41924DE0C219}" dt="2026-04-03T08:20:13.647" v="79" actId="207"/>
      <pc:docMkLst>
        <pc:docMk/>
      </pc:docMkLst>
      <pc:sldChg chg="modSp mod">
        <pc:chgData name="裴 熙隆" userId="d70ee545ee25833c" providerId="LiveId" clId="{5A92B59E-15D1-4F92-8D39-41924DE0C219}" dt="2026-04-03T08:20:13.647" v="79" actId="207"/>
        <pc:sldMkLst>
          <pc:docMk/>
          <pc:sldMk cId="1080044080" sldId="256"/>
        </pc:sldMkLst>
        <pc:spChg chg="mod">
          <ac:chgData name="裴 熙隆" userId="d70ee545ee25833c" providerId="LiveId" clId="{5A92B59E-15D1-4F92-8D39-41924DE0C219}" dt="2026-04-03T08:19:35.717" v="77" actId="207"/>
          <ac:spMkLst>
            <pc:docMk/>
            <pc:sldMk cId="1080044080" sldId="256"/>
            <ac:spMk id="6" creationId="{FFFE138A-35B2-4AF6-8C28-638D5479F831}"/>
          </ac:spMkLst>
        </pc:spChg>
        <pc:spChg chg="mod">
          <ac:chgData name="裴 熙隆" userId="d70ee545ee25833c" providerId="LiveId" clId="{5A92B59E-15D1-4F92-8D39-41924DE0C219}" dt="2026-03-31T08:56:04.857" v="0" actId="2711"/>
          <ac:spMkLst>
            <pc:docMk/>
            <pc:sldMk cId="1080044080" sldId="256"/>
            <ac:spMk id="7" creationId="{3A8D635C-4590-48A7-9BD2-4883B909E60E}"/>
          </ac:spMkLst>
        </pc:spChg>
        <pc:spChg chg="mod">
          <ac:chgData name="裴 熙隆" userId="d70ee545ee25833c" providerId="LiveId" clId="{5A92B59E-15D1-4F92-8D39-41924DE0C219}" dt="2026-04-03T08:20:12.190" v="78" actId="207"/>
          <ac:spMkLst>
            <pc:docMk/>
            <pc:sldMk cId="1080044080" sldId="256"/>
            <ac:spMk id="10" creationId="{1BA20C91-FD1C-4259-AACE-5A3ACAB47EA3}"/>
          </ac:spMkLst>
        </pc:spChg>
        <pc:spChg chg="mod">
          <ac:chgData name="裴 熙隆" userId="d70ee545ee25833c" providerId="LiveId" clId="{5A92B59E-15D1-4F92-8D39-41924DE0C219}" dt="2026-03-31T08:56:04.857" v="0" actId="2711"/>
          <ac:spMkLst>
            <pc:docMk/>
            <pc:sldMk cId="1080044080" sldId="256"/>
            <ac:spMk id="11" creationId="{EF73CED1-5DF9-4F5D-9492-9CA462982620}"/>
          </ac:spMkLst>
        </pc:spChg>
        <pc:spChg chg="mod">
          <ac:chgData name="裴 熙隆" userId="d70ee545ee25833c" providerId="LiveId" clId="{5A92B59E-15D1-4F92-8D39-41924DE0C219}" dt="2026-04-03T08:20:13.647" v="79" actId="207"/>
          <ac:spMkLst>
            <pc:docMk/>
            <pc:sldMk cId="1080044080" sldId="256"/>
            <ac:spMk id="12" creationId="{BE29A22B-943E-4E79-8E5F-01E91345DC34}"/>
          </ac:spMkLst>
        </pc:spChg>
      </pc:sldChg>
    </pc:docChg>
  </pc:docChgLst>
  <pc:docChgLst>
    <pc:chgData name="裴 熙隆" userId="d70ee545ee25833c" providerId="LiveId" clId="{ACDA59E9-7135-4DDE-B3CE-EB33AF896D56}"/>
    <pc:docChg chg="undo redo custSel addSld modSld">
      <pc:chgData name="裴 熙隆" userId="d70ee545ee25833c" providerId="LiveId" clId="{ACDA59E9-7135-4DDE-B3CE-EB33AF896D56}" dt="2021-02-02T03:34:55.321" v="115" actId="208"/>
      <pc:docMkLst>
        <pc:docMk/>
      </pc:docMkLst>
      <pc:sldChg chg="addSp delSp modSp new mod">
        <pc:chgData name="裴 熙隆" userId="d70ee545ee25833c" providerId="LiveId" clId="{ACDA59E9-7135-4DDE-B3CE-EB33AF896D56}" dt="2021-02-02T03:34:55.321" v="115" actId="208"/>
        <pc:sldMkLst>
          <pc:docMk/>
          <pc:sldMk cId="1080044080" sldId="256"/>
        </pc:sldMkLst>
        <pc:spChg chg="del">
          <ac:chgData name="裴 熙隆" userId="d70ee545ee25833c" providerId="LiveId" clId="{ACDA59E9-7135-4DDE-B3CE-EB33AF896D56}" dt="2021-01-30T13:12:21.272" v="2" actId="478"/>
          <ac:spMkLst>
            <pc:docMk/>
            <pc:sldMk cId="1080044080" sldId="256"/>
            <ac:spMk id="2" creationId="{56A24071-4489-4F89-9832-0B2AEA6DC27F}"/>
          </ac:spMkLst>
        </pc:spChg>
        <pc:spChg chg="del">
          <ac:chgData name="裴 熙隆" userId="d70ee545ee25833c" providerId="LiveId" clId="{ACDA59E9-7135-4DDE-B3CE-EB33AF896D56}" dt="2021-01-30T13:12:20.137" v="1" actId="478"/>
          <ac:spMkLst>
            <pc:docMk/>
            <pc:sldMk cId="1080044080" sldId="256"/>
            <ac:spMk id="3" creationId="{F5809C68-7EE4-456E-A4E5-A32A80668714}"/>
          </ac:spMkLst>
        </pc:spChg>
        <pc:spChg chg="add mod">
          <ac:chgData name="裴 熙隆" userId="d70ee545ee25833c" providerId="LiveId" clId="{ACDA59E9-7135-4DDE-B3CE-EB33AF896D56}" dt="2021-02-02T03:34:55.321" v="115" actId="208"/>
          <ac:spMkLst>
            <pc:docMk/>
            <pc:sldMk cId="1080044080" sldId="256"/>
            <ac:spMk id="6" creationId="{FFFE138A-35B2-4AF6-8C28-638D5479F831}"/>
          </ac:spMkLst>
        </pc:spChg>
        <pc:spChg chg="add mod">
          <ac:chgData name="裴 熙隆" userId="d70ee545ee25833c" providerId="LiveId" clId="{ACDA59E9-7135-4DDE-B3CE-EB33AF896D56}" dt="2021-01-30T13:16:32.868" v="60" actId="14100"/>
          <ac:spMkLst>
            <pc:docMk/>
            <pc:sldMk cId="1080044080" sldId="256"/>
            <ac:spMk id="7" creationId="{3A8D635C-4590-48A7-9BD2-4883B909E60E}"/>
          </ac:spMkLst>
        </pc:spChg>
        <pc:spChg chg="add del mod">
          <ac:chgData name="裴 熙隆" userId="d70ee545ee25833c" providerId="LiveId" clId="{ACDA59E9-7135-4DDE-B3CE-EB33AF896D56}" dt="2021-01-30T13:17:58.731" v="71" actId="478"/>
          <ac:spMkLst>
            <pc:docMk/>
            <pc:sldMk cId="1080044080" sldId="256"/>
            <ac:spMk id="8" creationId="{93CA4BD5-25DC-496F-8311-BA8B57D07797}"/>
          </ac:spMkLst>
        </pc:spChg>
        <pc:spChg chg="add del mod">
          <ac:chgData name="裴 熙隆" userId="d70ee545ee25833c" providerId="LiveId" clId="{ACDA59E9-7135-4DDE-B3CE-EB33AF896D56}" dt="2021-01-30T13:17:57.229" v="70" actId="478"/>
          <ac:spMkLst>
            <pc:docMk/>
            <pc:sldMk cId="1080044080" sldId="256"/>
            <ac:spMk id="9" creationId="{D1191D05-D81F-4585-BF4F-5F032D4A86D8}"/>
          </ac:spMkLst>
        </pc:spChg>
        <pc:spChg chg="add mod">
          <ac:chgData name="裴 熙隆" userId="d70ee545ee25833c" providerId="LiveId" clId="{ACDA59E9-7135-4DDE-B3CE-EB33AF896D56}" dt="2021-02-02T03:34:31.391" v="111" actId="207"/>
          <ac:spMkLst>
            <pc:docMk/>
            <pc:sldMk cId="1080044080" sldId="256"/>
            <ac:spMk id="10" creationId="{1BA20C91-FD1C-4259-AACE-5A3ACAB47EA3}"/>
          </ac:spMkLst>
        </pc:spChg>
        <pc:spChg chg="add mod">
          <ac:chgData name="裴 熙隆" userId="d70ee545ee25833c" providerId="LiveId" clId="{ACDA59E9-7135-4DDE-B3CE-EB33AF896D56}" dt="2021-01-30T13:19:57.829" v="93" actId="14100"/>
          <ac:spMkLst>
            <pc:docMk/>
            <pc:sldMk cId="1080044080" sldId="256"/>
            <ac:spMk id="11" creationId="{EF73CED1-5DF9-4F5D-9492-9CA462982620}"/>
          </ac:spMkLst>
        </pc:spChg>
        <pc:spChg chg="add mod">
          <ac:chgData name="裴 熙隆" userId="d70ee545ee25833c" providerId="LiveId" clId="{ACDA59E9-7135-4DDE-B3CE-EB33AF896D56}" dt="2021-02-02T03:34:31.391" v="111" actId="207"/>
          <ac:spMkLst>
            <pc:docMk/>
            <pc:sldMk cId="1080044080" sldId="256"/>
            <ac:spMk id="12" creationId="{BE29A22B-943E-4E79-8E5F-01E91345DC34}"/>
          </ac:spMkLst>
        </pc:spChg>
        <pc:picChg chg="add del mod modCrop">
          <ac:chgData name="裴 熙隆" userId="d70ee545ee25833c" providerId="LiveId" clId="{ACDA59E9-7135-4DDE-B3CE-EB33AF896D56}" dt="2021-01-30T13:15:38.711" v="45" actId="1076"/>
          <ac:picMkLst>
            <pc:docMk/>
            <pc:sldMk cId="1080044080" sldId="256"/>
            <ac:picMk id="5" creationId="{C3DD11B0-9B38-475D-9F1E-3038FDCDCD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2D46C-D036-410D-AE6A-0D5C620D3894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68275" y="1143000"/>
            <a:ext cx="7194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956DD-3C48-4D29-89C0-190FE4F7DC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83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1pPr>
    <a:lvl2pPr marL="391455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2pPr>
    <a:lvl3pPr marL="782909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3pPr>
    <a:lvl4pPr marL="1174364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4pPr>
    <a:lvl5pPr marL="1565819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5pPr>
    <a:lvl6pPr marL="1957273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6pPr>
    <a:lvl7pPr marL="2348728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7pPr>
    <a:lvl8pPr marL="2740182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8pPr>
    <a:lvl9pPr marL="3131637" algn="l" defTabSz="782909" rtl="0" eaLnBrk="1" latinLnBrk="0" hangingPunct="1">
      <a:defRPr sz="10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956DD-3C48-4D29-89C0-190FE4F7DCE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49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964" y="801243"/>
            <a:ext cx="8561785" cy="1704481"/>
          </a:xfrm>
        </p:spPr>
        <p:txBody>
          <a:bodyPr anchor="b"/>
          <a:lstStyle>
            <a:lvl1pPr algn="ctr">
              <a:defRPr sz="4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6964" y="2571455"/>
            <a:ext cx="8561785" cy="1182030"/>
          </a:xfrm>
        </p:spPr>
        <p:txBody>
          <a:bodyPr/>
          <a:lstStyle>
            <a:lvl1pPr marL="0" indent="0" algn="ctr">
              <a:buNone/>
              <a:defRPr sz="1713"/>
            </a:lvl1pPr>
            <a:lvl2pPr marL="326395" indent="0" algn="ctr">
              <a:buNone/>
              <a:defRPr sz="1428"/>
            </a:lvl2pPr>
            <a:lvl3pPr marL="652790" indent="0" algn="ctr">
              <a:buNone/>
              <a:defRPr sz="1285"/>
            </a:lvl3pPr>
            <a:lvl4pPr marL="979185" indent="0" algn="ctr">
              <a:buNone/>
              <a:defRPr sz="1142"/>
            </a:lvl4pPr>
            <a:lvl5pPr marL="1305580" indent="0" algn="ctr">
              <a:buNone/>
              <a:defRPr sz="1142"/>
            </a:lvl5pPr>
            <a:lvl6pPr marL="1631975" indent="0" algn="ctr">
              <a:buNone/>
              <a:defRPr sz="1142"/>
            </a:lvl6pPr>
            <a:lvl7pPr marL="1958370" indent="0" algn="ctr">
              <a:buNone/>
              <a:defRPr sz="1142"/>
            </a:lvl7pPr>
            <a:lvl8pPr marL="2284766" indent="0" algn="ctr">
              <a:buNone/>
              <a:defRPr sz="1142"/>
            </a:lvl8pPr>
            <a:lvl9pPr marL="2611161" indent="0" algn="ctr">
              <a:buNone/>
              <a:defRPr sz="114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51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84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885" y="1220563"/>
            <a:ext cx="9846052" cy="2036537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8885" y="3276367"/>
            <a:ext cx="9846052" cy="1070967"/>
          </a:xfrm>
        </p:spPr>
        <p:txBody>
          <a:bodyPr/>
          <a:lstStyle>
            <a:lvl1pPr marL="0" indent="0">
              <a:buNone/>
              <a:defRPr sz="1713">
                <a:solidFill>
                  <a:schemeClr val="tx1">
                    <a:tint val="75000"/>
                  </a:schemeClr>
                </a:solidFill>
              </a:defRPr>
            </a:lvl1pPr>
            <a:lvl2pPr marL="326395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2pPr>
            <a:lvl3pPr marL="652790" indent="0">
              <a:buNone/>
              <a:defRPr sz="1285">
                <a:solidFill>
                  <a:schemeClr val="tx1">
                    <a:tint val="75000"/>
                  </a:schemeClr>
                </a:solidFill>
              </a:defRPr>
            </a:lvl3pPr>
            <a:lvl4pPr marL="97918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4pPr>
            <a:lvl5pPr marL="130558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5pPr>
            <a:lvl6pPr marL="163197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6pPr>
            <a:lvl7pPr marL="195837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7pPr>
            <a:lvl8pPr marL="2284766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8pPr>
            <a:lvl9pPr marL="2611161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43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4830" y="1303293"/>
            <a:ext cx="4851678" cy="3106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9205" y="1303293"/>
            <a:ext cx="4851678" cy="3106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1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17" y="260659"/>
            <a:ext cx="9846052" cy="946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318" y="1200163"/>
            <a:ext cx="4829381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318" y="1788345"/>
            <a:ext cx="4829381" cy="2630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9205" y="1200163"/>
            <a:ext cx="4853165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9205" y="1788345"/>
            <a:ext cx="4853165" cy="2630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5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43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0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18" y="326390"/>
            <a:ext cx="3681864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3165" y="704912"/>
            <a:ext cx="5779205" cy="3479227"/>
          </a:xfrm>
        </p:spPr>
        <p:txBody>
          <a:bodyPr/>
          <a:lstStyle>
            <a:lvl1pPr>
              <a:defRPr sz="2284"/>
            </a:lvl1pPr>
            <a:lvl2pPr>
              <a:defRPr sz="1999"/>
            </a:lvl2pPr>
            <a:lvl3pPr>
              <a:defRPr sz="1713"/>
            </a:lvl3pPr>
            <a:lvl4pPr>
              <a:defRPr sz="1428"/>
            </a:lvl4pPr>
            <a:lvl5pPr>
              <a:defRPr sz="1428"/>
            </a:lvl5pPr>
            <a:lvl6pPr>
              <a:defRPr sz="1428"/>
            </a:lvl6pPr>
            <a:lvl7pPr>
              <a:defRPr sz="1428"/>
            </a:lvl7pPr>
            <a:lvl8pPr>
              <a:defRPr sz="1428"/>
            </a:lvl8pPr>
            <a:lvl9pPr>
              <a:defRPr sz="142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6318" y="1468755"/>
            <a:ext cx="3681864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5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18" y="326390"/>
            <a:ext cx="3681864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3165" y="704912"/>
            <a:ext cx="5779205" cy="3479227"/>
          </a:xfrm>
        </p:spPr>
        <p:txBody>
          <a:bodyPr anchor="t"/>
          <a:lstStyle>
            <a:lvl1pPr marL="0" indent="0">
              <a:buNone/>
              <a:defRPr sz="2284"/>
            </a:lvl1pPr>
            <a:lvl2pPr marL="326395" indent="0">
              <a:buNone/>
              <a:defRPr sz="1999"/>
            </a:lvl2pPr>
            <a:lvl3pPr marL="652790" indent="0">
              <a:buNone/>
              <a:defRPr sz="1713"/>
            </a:lvl3pPr>
            <a:lvl4pPr marL="979185" indent="0">
              <a:buNone/>
              <a:defRPr sz="1428"/>
            </a:lvl4pPr>
            <a:lvl5pPr marL="1305580" indent="0">
              <a:buNone/>
              <a:defRPr sz="1428"/>
            </a:lvl5pPr>
            <a:lvl6pPr marL="1631975" indent="0">
              <a:buNone/>
              <a:defRPr sz="1428"/>
            </a:lvl6pPr>
            <a:lvl7pPr marL="1958370" indent="0">
              <a:buNone/>
              <a:defRPr sz="1428"/>
            </a:lvl7pPr>
            <a:lvl8pPr marL="2284766" indent="0">
              <a:buNone/>
              <a:defRPr sz="1428"/>
            </a:lvl8pPr>
            <a:lvl9pPr marL="2611161" indent="0">
              <a:buNone/>
              <a:defRPr sz="142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6318" y="1468755"/>
            <a:ext cx="3681864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12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47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69370" y="260658"/>
            <a:ext cx="2461513" cy="41490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4830" y="260658"/>
            <a:ext cx="7241843" cy="41490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11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4831" y="260659"/>
            <a:ext cx="9846052" cy="94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4831" y="1303293"/>
            <a:ext cx="9846052" cy="3106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4830" y="4537728"/>
            <a:ext cx="256853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CF858-1D41-49A6-9740-CDA1EBE509B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1455" y="4537728"/>
            <a:ext cx="3852803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2348" y="4537728"/>
            <a:ext cx="256853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FA540-17C5-4FEA-85AB-F25DF19F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44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2790" rtl="0" eaLnBrk="1" latinLnBrk="0" hangingPunct="1">
        <a:lnSpc>
          <a:spcPct val="90000"/>
        </a:lnSpc>
        <a:spcBef>
          <a:spcPct val="0"/>
        </a:spcBef>
        <a:buNone/>
        <a:defRPr sz="31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198" indent="-163198" algn="l" defTabSz="65279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8959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2pPr>
      <a:lvl3pPr marL="81598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14238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46877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17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212156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44796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77435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1pPr>
      <a:lvl2pPr marL="32639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2pPr>
      <a:lvl3pPr marL="65279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3pPr>
      <a:lvl4pPr marL="97918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30558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63197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195837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284766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611161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DD11B0-9B38-475D-9F1E-3038FDCDCD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12664" r="2268"/>
          <a:stretch/>
        </p:blipFill>
        <p:spPr>
          <a:xfrm>
            <a:off x="-1" y="0"/>
            <a:ext cx="11415713" cy="48955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FE138A-35B2-4AF6-8C28-638D5479F831}"/>
              </a:ext>
            </a:extLst>
          </p:cNvPr>
          <p:cNvSpPr txBox="1"/>
          <p:nvPr/>
        </p:nvSpPr>
        <p:spPr>
          <a:xfrm>
            <a:off x="4323504" y="293621"/>
            <a:ext cx="2768707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5.8 GHz RIS</a:t>
            </a:r>
            <a:r>
              <a:rPr lang="zh-CN" altLang="en-US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面板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3A8D635C-4590-48A7-9BD2-4883B909E60E}"/>
              </a:ext>
            </a:extLst>
          </p:cNvPr>
          <p:cNvSpPr/>
          <p:nvPr/>
        </p:nvSpPr>
        <p:spPr>
          <a:xfrm>
            <a:off x="1443317" y="1981201"/>
            <a:ext cx="331695" cy="1981200"/>
          </a:xfrm>
          <a:prstGeom prst="leftBrace">
            <a:avLst>
              <a:gd name="adj1" fmla="val 43974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A20C91-FD1C-4259-AACE-5A3ACAB47EA3}"/>
              </a:ext>
            </a:extLst>
          </p:cNvPr>
          <p:cNvSpPr txBox="1"/>
          <p:nvPr/>
        </p:nvSpPr>
        <p:spPr>
          <a:xfrm>
            <a:off x="565491" y="2740968"/>
            <a:ext cx="845194" cy="46166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20</a:t>
            </a:r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行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EF73CED1-5DF9-4F5D-9492-9CA462982620}"/>
              </a:ext>
            </a:extLst>
          </p:cNvPr>
          <p:cNvSpPr/>
          <p:nvPr/>
        </p:nvSpPr>
        <p:spPr>
          <a:xfrm rot="16200000">
            <a:off x="5531224" y="322730"/>
            <a:ext cx="331695" cy="7611037"/>
          </a:xfrm>
          <a:prstGeom prst="leftBrace">
            <a:avLst>
              <a:gd name="adj1" fmla="val 43974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29A22B-943E-4E79-8E5F-01E91345DC34}"/>
              </a:ext>
            </a:extLst>
          </p:cNvPr>
          <p:cNvSpPr txBox="1"/>
          <p:nvPr/>
        </p:nvSpPr>
        <p:spPr>
          <a:xfrm>
            <a:off x="5247607" y="4371396"/>
            <a:ext cx="920496" cy="46166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55</a:t>
            </a:r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列</a:t>
            </a:r>
          </a:p>
        </p:txBody>
      </p:sp>
    </p:spTree>
    <p:extLst>
      <p:ext uri="{BB962C8B-B14F-4D97-AF65-F5344CB8AC3E}">
        <p14:creationId xmlns:p14="http://schemas.microsoft.com/office/powerpoint/2010/main" val="108004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10</Words>
  <Application>Microsoft Office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</cp:revision>
  <dcterms:created xsi:type="dcterms:W3CDTF">2021-01-30T13:12:15Z</dcterms:created>
  <dcterms:modified xsi:type="dcterms:W3CDTF">2026-04-03T08:20:15Z</dcterms:modified>
</cp:coreProperties>
</file>