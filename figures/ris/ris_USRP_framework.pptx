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07997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347" autoAdjust="0"/>
  </p:normalViewPr>
  <p:slideViewPr>
    <p:cSldViewPr snapToGrid="0">
      <p:cViewPr>
        <p:scale>
          <a:sx n="66" d="100"/>
          <a:sy n="66" d="100"/>
        </p:scale>
        <p:origin x="2885" y="43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D5E2483D-CA62-4916-8871-CAF80BF81283}"/>
    <pc:docChg chg="undo redo custSel addSld modSld">
      <pc:chgData name="裴 熙隆" userId="d70ee545ee25833c" providerId="LiveId" clId="{D5E2483D-CA62-4916-8871-CAF80BF81283}" dt="2021-02-03T08:33:04.259" v="642" actId="1076"/>
      <pc:docMkLst>
        <pc:docMk/>
      </pc:docMkLst>
      <pc:sldChg chg="addSp delSp modSp new mod">
        <pc:chgData name="裴 熙隆" userId="d70ee545ee25833c" providerId="LiveId" clId="{D5E2483D-CA62-4916-8871-CAF80BF81283}" dt="2021-02-03T08:33:04.259" v="642" actId="1076"/>
        <pc:sldMkLst>
          <pc:docMk/>
          <pc:sldMk cId="14528085" sldId="256"/>
        </pc:sldMkLst>
        <pc:spChg chg="del">
          <ac:chgData name="裴 熙隆" userId="d70ee545ee25833c" providerId="LiveId" clId="{D5E2483D-CA62-4916-8871-CAF80BF81283}" dt="2021-02-03T04:50:01.967" v="2" actId="478"/>
          <ac:spMkLst>
            <pc:docMk/>
            <pc:sldMk cId="14528085" sldId="256"/>
            <ac:spMk id="2" creationId="{1B8F4975-E04F-4F58-9689-7AC2AF83B674}"/>
          </ac:spMkLst>
        </pc:spChg>
        <pc:spChg chg="del">
          <ac:chgData name="裴 熙隆" userId="d70ee545ee25833c" providerId="LiveId" clId="{D5E2483D-CA62-4916-8871-CAF80BF81283}" dt="2021-02-03T04:50:00.780" v="1" actId="478"/>
          <ac:spMkLst>
            <pc:docMk/>
            <pc:sldMk cId="14528085" sldId="256"/>
            <ac:spMk id="3" creationId="{F3BE35F8-539B-4B94-8E41-A653F7A42C1C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4" creationId="{A3C621BC-797D-4737-8F38-E6F149DEE295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5" creationId="{21BDF61A-45E1-4585-9FED-E2C1F95D8B50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6" creationId="{3531B70F-EE91-4F23-90DC-216DD32DCB68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7" creationId="{13817FC5-0085-4C7B-8DE8-5364D416C7DB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8" creationId="{91BBEC11-0FBC-4230-B0EA-E32EA0EE52B9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9" creationId="{3716062A-FB88-497A-9D90-9DCA24B6C29B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10" creationId="{3957428B-2907-414E-AD6B-27F0386619D0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11" creationId="{0754AD39-ED1C-4BD3-88FA-045FB8AFEE77}"/>
          </ac:spMkLst>
        </pc:spChg>
        <pc:spChg chg="add del mod">
          <ac:chgData name="裴 熙隆" userId="d70ee545ee25833c" providerId="LiveId" clId="{D5E2483D-CA62-4916-8871-CAF80BF81283}" dt="2021-02-03T08:12:54.658" v="343" actId="478"/>
          <ac:spMkLst>
            <pc:docMk/>
            <pc:sldMk cId="14528085" sldId="256"/>
            <ac:spMk id="12" creationId="{F6678A35-3A45-4F3B-8E0F-0BD2BF0726C2}"/>
          </ac:spMkLst>
        </pc:spChg>
        <pc:spChg chg="add mod">
          <ac:chgData name="裴 熙隆" userId="d70ee545ee25833c" providerId="LiveId" clId="{D5E2483D-CA62-4916-8871-CAF80BF81283}" dt="2021-02-03T08:28:42.661" v="595" actId="208"/>
          <ac:spMkLst>
            <pc:docMk/>
            <pc:sldMk cId="14528085" sldId="256"/>
            <ac:spMk id="13" creationId="{EE7E1912-DE2A-4BA5-AA11-EA9D4608B314}"/>
          </ac:spMkLst>
        </pc:spChg>
        <pc:spChg chg="add del mod">
          <ac:chgData name="裴 熙隆" userId="d70ee545ee25833c" providerId="LiveId" clId="{D5E2483D-CA62-4916-8871-CAF80BF81283}" dt="2021-02-03T08:12:53.422" v="342" actId="478"/>
          <ac:spMkLst>
            <pc:docMk/>
            <pc:sldMk cId="14528085" sldId="256"/>
            <ac:spMk id="14" creationId="{D9F13CCB-DFF9-4D7C-8C65-25E77E4D94F7}"/>
          </ac:spMkLst>
        </pc:spChg>
        <pc:spChg chg="add del mod">
          <ac:chgData name="裴 熙隆" userId="d70ee545ee25833c" providerId="LiveId" clId="{D5E2483D-CA62-4916-8871-CAF80BF81283}" dt="2021-02-03T08:12:53.422" v="342" actId="478"/>
          <ac:spMkLst>
            <pc:docMk/>
            <pc:sldMk cId="14528085" sldId="256"/>
            <ac:spMk id="15" creationId="{F7FE1E73-36B8-4250-A1CB-D72DA5CD9229}"/>
          </ac:spMkLst>
        </pc:spChg>
        <pc:spChg chg="add del mod">
          <ac:chgData name="裴 熙隆" userId="d70ee545ee25833c" providerId="LiveId" clId="{D5E2483D-CA62-4916-8871-CAF80BF81283}" dt="2021-02-03T08:12:53.422" v="342" actId="478"/>
          <ac:spMkLst>
            <pc:docMk/>
            <pc:sldMk cId="14528085" sldId="256"/>
            <ac:spMk id="16" creationId="{644E818C-21EC-45EF-A1BF-73B72DE4C463}"/>
          </ac:spMkLst>
        </pc:spChg>
        <pc:spChg chg="add del mod">
          <ac:chgData name="裴 熙隆" userId="d70ee545ee25833c" providerId="LiveId" clId="{D5E2483D-CA62-4916-8871-CAF80BF81283}" dt="2021-02-03T08:12:53.422" v="342" actId="478"/>
          <ac:spMkLst>
            <pc:docMk/>
            <pc:sldMk cId="14528085" sldId="256"/>
            <ac:spMk id="17" creationId="{3F3D9B54-1226-44FD-90DE-0AF7A0AE5020}"/>
          </ac:spMkLst>
        </pc:spChg>
        <pc:spChg chg="add del mod">
          <ac:chgData name="裴 熙隆" userId="d70ee545ee25833c" providerId="LiveId" clId="{D5E2483D-CA62-4916-8871-CAF80BF81283}" dt="2021-02-03T08:12:53.422" v="342" actId="478"/>
          <ac:spMkLst>
            <pc:docMk/>
            <pc:sldMk cId="14528085" sldId="256"/>
            <ac:spMk id="18" creationId="{D0C66335-ED9E-4327-A500-0DE5CFF6131E}"/>
          </ac:spMkLst>
        </pc:spChg>
        <pc:spChg chg="add del mod">
          <ac:chgData name="裴 熙隆" userId="d70ee545ee25833c" providerId="LiveId" clId="{D5E2483D-CA62-4916-8871-CAF80BF81283}" dt="2021-02-03T08:12:53.422" v="342" actId="478"/>
          <ac:spMkLst>
            <pc:docMk/>
            <pc:sldMk cId="14528085" sldId="256"/>
            <ac:spMk id="19" creationId="{2661A406-15AA-4E8F-A99F-C96A9AD41F82}"/>
          </ac:spMkLst>
        </pc:spChg>
        <pc:spChg chg="add del mod">
          <ac:chgData name="裴 熙隆" userId="d70ee545ee25833c" providerId="LiveId" clId="{D5E2483D-CA62-4916-8871-CAF80BF81283}" dt="2021-02-03T08:02:16.996" v="263" actId="478"/>
          <ac:spMkLst>
            <pc:docMk/>
            <pc:sldMk cId="14528085" sldId="256"/>
            <ac:spMk id="50" creationId="{F2361001-66EB-4092-A610-A326F2CBA63E}"/>
          </ac:spMkLst>
        </pc:spChg>
        <pc:spChg chg="add mod">
          <ac:chgData name="裴 熙隆" userId="d70ee545ee25833c" providerId="LiveId" clId="{D5E2483D-CA62-4916-8871-CAF80BF81283}" dt="2021-02-03T08:09:45.031" v="313" actId="1582"/>
          <ac:spMkLst>
            <pc:docMk/>
            <pc:sldMk cId="14528085" sldId="256"/>
            <ac:spMk id="51" creationId="{3F532078-FB04-46CA-B4C5-C7F1429F2368}"/>
          </ac:spMkLst>
        </pc:spChg>
        <pc:spChg chg="add del">
          <ac:chgData name="裴 熙隆" userId="d70ee545ee25833c" providerId="LiveId" clId="{D5E2483D-CA62-4916-8871-CAF80BF81283}" dt="2021-02-03T08:06:45.170" v="282" actId="478"/>
          <ac:spMkLst>
            <pc:docMk/>
            <pc:sldMk cId="14528085" sldId="256"/>
            <ac:spMk id="56" creationId="{17CF59D0-65D2-4F5A-993B-2D6BB18BE85C}"/>
          </ac:spMkLst>
        </pc:spChg>
        <pc:spChg chg="add mod">
          <ac:chgData name="裴 熙隆" userId="d70ee545ee25833c" providerId="LiveId" clId="{D5E2483D-CA62-4916-8871-CAF80BF81283}" dt="2021-02-03T08:08:11.878" v="301" actId="1076"/>
          <ac:spMkLst>
            <pc:docMk/>
            <pc:sldMk cId="14528085" sldId="256"/>
            <ac:spMk id="57" creationId="{41F6A983-449A-4247-A8C3-FCB651CFB4D8}"/>
          </ac:spMkLst>
        </pc:spChg>
        <pc:spChg chg="add mod ord">
          <ac:chgData name="裴 熙隆" userId="d70ee545ee25833c" providerId="LiveId" clId="{D5E2483D-CA62-4916-8871-CAF80BF81283}" dt="2021-02-03T08:12:50.177" v="341" actId="693"/>
          <ac:spMkLst>
            <pc:docMk/>
            <pc:sldMk cId="14528085" sldId="256"/>
            <ac:spMk id="65" creationId="{E4DC5443-4138-44AD-8176-457F45D7D4C9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66" creationId="{F6C70772-112C-416A-9329-F2B6F93623C1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67" creationId="{CF4FD78B-6665-4B24-BBD3-99BC2DDFD408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68" creationId="{D7108A41-9CBF-461C-AAA2-1FA6593409AB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69" creationId="{5BA3FC30-EA83-47F9-9EED-53699EA2FB05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70" creationId="{C037B7F2-D846-4384-8F52-48EBB18FBBB6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71" creationId="{AF7E121C-86E0-42AB-97C6-9C750265B3D5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72" creationId="{EBD96268-1F96-42ED-9991-4DEE36E63CE6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73" creationId="{CD4D7904-055B-402A-B6D0-57322437008C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74" creationId="{F2F26050-A3A8-4ECA-8B96-396587625F30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75" creationId="{362B7B53-32C4-48E7-8B01-028FD8B68BF9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83" creationId="{1F1B73A1-097A-4F6E-AAE4-2A0F15B0E7D5}"/>
          </ac:spMkLst>
        </pc:spChg>
        <pc:spChg chg="add del mod">
          <ac:chgData name="裴 熙隆" userId="d70ee545ee25833c" providerId="LiveId" clId="{D5E2483D-CA62-4916-8871-CAF80BF81283}" dt="2021-02-03T08:12:47.172" v="339"/>
          <ac:spMkLst>
            <pc:docMk/>
            <pc:sldMk cId="14528085" sldId="256"/>
            <ac:spMk id="85" creationId="{1A5196D2-1F5A-4D14-A52A-EF959B1982DC}"/>
          </ac:spMkLst>
        </pc:spChg>
        <pc:spChg chg="add mod">
          <ac:chgData name="裴 熙隆" userId="d70ee545ee25833c" providerId="LiveId" clId="{D5E2483D-CA62-4916-8871-CAF80BF81283}" dt="2021-02-03T08:33:04.259" v="642" actId="1076"/>
          <ac:spMkLst>
            <pc:docMk/>
            <pc:sldMk cId="14528085" sldId="256"/>
            <ac:spMk id="87" creationId="{CDE5FB8C-730D-4514-87AE-9249106B7879}"/>
          </ac:spMkLst>
        </pc:spChg>
        <pc:spChg chg="add mod">
          <ac:chgData name="裴 熙隆" userId="d70ee545ee25833c" providerId="LiveId" clId="{D5E2483D-CA62-4916-8871-CAF80BF81283}" dt="2021-02-03T08:30:01.159" v="608" actId="108"/>
          <ac:spMkLst>
            <pc:docMk/>
            <pc:sldMk cId="14528085" sldId="256"/>
            <ac:spMk id="88" creationId="{4628BB3C-B4FF-4551-986A-1AA64399A656}"/>
          </ac:spMkLst>
        </pc:spChg>
        <pc:spChg chg="add mod">
          <ac:chgData name="裴 熙隆" userId="d70ee545ee25833c" providerId="LiveId" clId="{D5E2483D-CA62-4916-8871-CAF80BF81283}" dt="2021-02-03T08:29:58.513" v="607" actId="108"/>
          <ac:spMkLst>
            <pc:docMk/>
            <pc:sldMk cId="14528085" sldId="256"/>
            <ac:spMk id="89" creationId="{908BC085-6D35-4E64-A93F-30066EC63F00}"/>
          </ac:spMkLst>
        </pc:spChg>
        <pc:spChg chg="add mod">
          <ac:chgData name="裴 熙隆" userId="d70ee545ee25833c" providerId="LiveId" clId="{D5E2483D-CA62-4916-8871-CAF80BF81283}" dt="2021-02-03T08:29:49.225" v="604" actId="108"/>
          <ac:spMkLst>
            <pc:docMk/>
            <pc:sldMk cId="14528085" sldId="256"/>
            <ac:spMk id="90" creationId="{19669642-8BF4-4FD3-89D6-06263DB72F1D}"/>
          </ac:spMkLst>
        </pc:spChg>
        <pc:spChg chg="add mod">
          <ac:chgData name="裴 熙隆" userId="d70ee545ee25833c" providerId="LiveId" clId="{D5E2483D-CA62-4916-8871-CAF80BF81283}" dt="2021-02-03T08:29:51.814" v="605" actId="108"/>
          <ac:spMkLst>
            <pc:docMk/>
            <pc:sldMk cId="14528085" sldId="256"/>
            <ac:spMk id="91" creationId="{79940CC7-E3C2-4BAA-BCBF-421B678F8741}"/>
          </ac:spMkLst>
        </pc:spChg>
        <pc:spChg chg="add del mod">
          <ac:chgData name="裴 熙隆" userId="d70ee545ee25833c" providerId="LiveId" clId="{D5E2483D-CA62-4916-8871-CAF80BF81283}" dt="2021-02-03T08:22:55.680" v="493" actId="478"/>
          <ac:spMkLst>
            <pc:docMk/>
            <pc:sldMk cId="14528085" sldId="256"/>
            <ac:spMk id="92" creationId="{56D84A8A-8063-4D2B-836C-8F7DF6EA91EC}"/>
          </ac:spMkLst>
        </pc:spChg>
        <pc:spChg chg="add mod">
          <ac:chgData name="裴 熙隆" userId="d70ee545ee25833c" providerId="LiveId" clId="{D5E2483D-CA62-4916-8871-CAF80BF81283}" dt="2021-02-03T08:29:33.736" v="600" actId="108"/>
          <ac:spMkLst>
            <pc:docMk/>
            <pc:sldMk cId="14528085" sldId="256"/>
            <ac:spMk id="93" creationId="{267989FC-D850-4437-A44B-0DF2BA411009}"/>
          </ac:spMkLst>
        </pc:spChg>
        <pc:spChg chg="add mod">
          <ac:chgData name="裴 熙隆" userId="d70ee545ee25833c" providerId="LiveId" clId="{D5E2483D-CA62-4916-8871-CAF80BF81283}" dt="2021-02-03T08:29:17.008" v="597" actId="108"/>
          <ac:spMkLst>
            <pc:docMk/>
            <pc:sldMk cId="14528085" sldId="256"/>
            <ac:spMk id="94" creationId="{5DB1F622-7E82-498B-A382-90E2CC072B16}"/>
          </ac:spMkLst>
        </pc:spChg>
        <pc:spChg chg="add mod">
          <ac:chgData name="裴 熙隆" userId="d70ee545ee25833c" providerId="LiveId" clId="{D5E2483D-CA62-4916-8871-CAF80BF81283}" dt="2021-02-03T08:29:31.401" v="599" actId="108"/>
          <ac:spMkLst>
            <pc:docMk/>
            <pc:sldMk cId="14528085" sldId="256"/>
            <ac:spMk id="95" creationId="{41AA04CE-E03C-44A2-B7F9-FA91F96C5B52}"/>
          </ac:spMkLst>
        </pc:spChg>
        <pc:spChg chg="add mod">
          <ac:chgData name="裴 熙隆" userId="d70ee545ee25833c" providerId="LiveId" clId="{D5E2483D-CA62-4916-8871-CAF80BF81283}" dt="2021-02-03T08:28:38.978" v="594" actId="208"/>
          <ac:spMkLst>
            <pc:docMk/>
            <pc:sldMk cId="14528085" sldId="256"/>
            <ac:spMk id="96" creationId="{A6E4A42B-894D-496A-A17E-B61566D07CCD}"/>
          </ac:spMkLst>
        </pc:spChg>
        <pc:spChg chg="add mod">
          <ac:chgData name="裴 熙隆" userId="d70ee545ee25833c" providerId="LiveId" clId="{D5E2483D-CA62-4916-8871-CAF80BF81283}" dt="2021-02-03T08:29:11.899" v="596" actId="208"/>
          <ac:spMkLst>
            <pc:docMk/>
            <pc:sldMk cId="14528085" sldId="256"/>
            <ac:spMk id="104" creationId="{5517A66E-829E-4B46-8774-BAD596CC9E0B}"/>
          </ac:spMkLst>
        </pc:spChg>
        <pc:spChg chg="add mod">
          <ac:chgData name="裴 熙隆" userId="d70ee545ee25833c" providerId="LiveId" clId="{D5E2483D-CA62-4916-8871-CAF80BF81283}" dt="2021-02-03T08:30:10" v="611" actId="207"/>
          <ac:spMkLst>
            <pc:docMk/>
            <pc:sldMk cId="14528085" sldId="256"/>
            <ac:spMk id="106" creationId="{BA185ACC-78EB-462F-B36F-50F4E7231B08}"/>
          </ac:spMkLst>
        </pc:spChg>
        <pc:spChg chg="add mod">
          <ac:chgData name="裴 熙隆" userId="d70ee545ee25833c" providerId="LiveId" clId="{D5E2483D-CA62-4916-8871-CAF80BF81283}" dt="2021-02-03T08:29:54.229" v="606" actId="108"/>
          <ac:spMkLst>
            <pc:docMk/>
            <pc:sldMk cId="14528085" sldId="256"/>
            <ac:spMk id="211" creationId="{92171209-D765-41AC-BB9D-773D7896ED27}"/>
          </ac:spMkLst>
        </pc:spChg>
        <pc:spChg chg="add mod">
          <ac:chgData name="裴 熙隆" userId="d70ee545ee25833c" providerId="LiveId" clId="{D5E2483D-CA62-4916-8871-CAF80BF81283}" dt="2021-02-03T08:29:40.668" v="602" actId="108"/>
          <ac:spMkLst>
            <pc:docMk/>
            <pc:sldMk cId="14528085" sldId="256"/>
            <ac:spMk id="230" creationId="{3FCB54C3-5288-4661-B3EE-ED1184F1CCFC}"/>
          </ac:spMkLst>
        </pc:spChg>
        <pc:spChg chg="add mod">
          <ac:chgData name="裴 熙隆" userId="d70ee545ee25833c" providerId="LiveId" clId="{D5E2483D-CA62-4916-8871-CAF80BF81283}" dt="2021-02-03T08:29:46.488" v="603" actId="108"/>
          <ac:spMkLst>
            <pc:docMk/>
            <pc:sldMk cId="14528085" sldId="256"/>
            <ac:spMk id="233" creationId="{5610BF65-8F3D-4277-9ECF-9010129C83A0}"/>
          </ac:spMkLst>
        </pc:spChg>
        <pc:cxnChg chg="add mod">
          <ac:chgData name="裴 熙隆" userId="d70ee545ee25833c" providerId="LiveId" clId="{D5E2483D-CA62-4916-8871-CAF80BF81283}" dt="2021-02-03T08:09:45.031" v="313" actId="1582"/>
          <ac:cxnSpMkLst>
            <pc:docMk/>
            <pc:sldMk cId="14528085" sldId="256"/>
            <ac:cxnSpMk id="21" creationId="{427B9716-5705-4D20-8F0F-8D6F9347E0AA}"/>
          </ac:cxnSpMkLst>
        </pc:cxnChg>
        <pc:cxnChg chg="add mod">
          <ac:chgData name="裴 熙隆" userId="d70ee545ee25833c" providerId="LiveId" clId="{D5E2483D-CA62-4916-8871-CAF80BF81283}" dt="2021-02-03T08:09:45.031" v="313" actId="1582"/>
          <ac:cxnSpMkLst>
            <pc:docMk/>
            <pc:sldMk cId="14528085" sldId="256"/>
            <ac:cxnSpMk id="22" creationId="{EE685858-E96E-43E4-9DF9-7053F95E5F67}"/>
          </ac:cxnSpMkLst>
        </pc:cxnChg>
        <pc:cxnChg chg="add del mod">
          <ac:chgData name="裴 熙隆" userId="d70ee545ee25833c" providerId="LiveId" clId="{D5E2483D-CA62-4916-8871-CAF80BF81283}" dt="2021-02-03T07:59:16.873" v="232" actId="478"/>
          <ac:cxnSpMkLst>
            <pc:docMk/>
            <pc:sldMk cId="14528085" sldId="256"/>
            <ac:cxnSpMk id="26" creationId="{D0A95737-5A3E-4D8E-AC1E-1B4DA35E9F38}"/>
          </ac:cxnSpMkLst>
        </pc:cxnChg>
        <pc:cxnChg chg="add mod">
          <ac:chgData name="裴 熙隆" userId="d70ee545ee25833c" providerId="LiveId" clId="{D5E2483D-CA62-4916-8871-CAF80BF81283}" dt="2021-02-03T08:09:45.031" v="313" actId="1582"/>
          <ac:cxnSpMkLst>
            <pc:docMk/>
            <pc:sldMk cId="14528085" sldId="256"/>
            <ac:cxnSpMk id="28" creationId="{45BA28A8-32FF-48AD-BF7C-D42AA7E51EAD}"/>
          </ac:cxnSpMkLst>
        </pc:cxnChg>
        <pc:cxnChg chg="add mod">
          <ac:chgData name="裴 熙隆" userId="d70ee545ee25833c" providerId="LiveId" clId="{D5E2483D-CA62-4916-8871-CAF80BF81283}" dt="2021-02-03T08:09:45.031" v="313" actId="1582"/>
          <ac:cxnSpMkLst>
            <pc:docMk/>
            <pc:sldMk cId="14528085" sldId="256"/>
            <ac:cxnSpMk id="31" creationId="{5EC314BB-FBED-4B89-8EE5-E56178486EFE}"/>
          </ac:cxnSpMkLst>
        </pc:cxnChg>
        <pc:cxnChg chg="add mod">
          <ac:chgData name="裴 熙隆" userId="d70ee545ee25833c" providerId="LiveId" clId="{D5E2483D-CA62-4916-8871-CAF80BF81283}" dt="2021-02-03T08:09:45.031" v="313" actId="1582"/>
          <ac:cxnSpMkLst>
            <pc:docMk/>
            <pc:sldMk cId="14528085" sldId="256"/>
            <ac:cxnSpMk id="32" creationId="{C8DA5A0C-F6D7-4410-8F77-768A86CE123F}"/>
          </ac:cxnSpMkLst>
        </pc:cxnChg>
        <pc:cxnChg chg="add mod">
          <ac:chgData name="裴 熙隆" userId="d70ee545ee25833c" providerId="LiveId" clId="{D5E2483D-CA62-4916-8871-CAF80BF81283}" dt="2021-02-03T08:09:45.031" v="313" actId="1582"/>
          <ac:cxnSpMkLst>
            <pc:docMk/>
            <pc:sldMk cId="14528085" sldId="256"/>
            <ac:cxnSpMk id="36" creationId="{ABAD8225-4F21-4A67-B514-41F6B9D854AF}"/>
          </ac:cxnSpMkLst>
        </pc:cxnChg>
        <pc:cxnChg chg="add mod">
          <ac:chgData name="裴 熙隆" userId="d70ee545ee25833c" providerId="LiveId" clId="{D5E2483D-CA62-4916-8871-CAF80BF81283}" dt="2021-02-03T08:09:45.031" v="313" actId="1582"/>
          <ac:cxnSpMkLst>
            <pc:docMk/>
            <pc:sldMk cId="14528085" sldId="256"/>
            <ac:cxnSpMk id="49" creationId="{9862AB0F-4160-4DBC-9492-E77E43FDD87B}"/>
          </ac:cxnSpMkLst>
        </pc:cxnChg>
        <pc:cxnChg chg="add mod">
          <ac:chgData name="裴 熙隆" userId="d70ee545ee25833c" providerId="LiveId" clId="{D5E2483D-CA62-4916-8871-CAF80BF81283}" dt="2021-02-03T08:09:54.092" v="314" actId="108"/>
          <ac:cxnSpMkLst>
            <pc:docMk/>
            <pc:sldMk cId="14528085" sldId="256"/>
            <ac:cxnSpMk id="53" creationId="{188F3C2F-1976-45FC-80A5-4DF8E1BE3005}"/>
          </ac:cxnSpMkLst>
        </pc:cxnChg>
        <pc:cxnChg chg="add del mod">
          <ac:chgData name="裴 熙隆" userId="d70ee545ee25833c" providerId="LiveId" clId="{D5E2483D-CA62-4916-8871-CAF80BF81283}" dt="2021-02-03T08:06:00.191" v="279" actId="478"/>
          <ac:cxnSpMkLst>
            <pc:docMk/>
            <pc:sldMk cId="14528085" sldId="256"/>
            <ac:cxnSpMk id="55" creationId="{FDBE8AFD-F229-41FD-96D1-49A5EEE112D7}"/>
          </ac:cxnSpMkLst>
        </pc:cxnChg>
        <pc:cxnChg chg="add mod">
          <ac:chgData name="裴 熙隆" userId="d70ee545ee25833c" providerId="LiveId" clId="{D5E2483D-CA62-4916-8871-CAF80BF81283}" dt="2021-02-03T08:09:57.953" v="316" actId="108"/>
          <ac:cxnSpMkLst>
            <pc:docMk/>
            <pc:sldMk cId="14528085" sldId="256"/>
            <ac:cxnSpMk id="59" creationId="{232E9B95-2D61-401C-ACD3-F6257FBAE7B5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76" creationId="{50F9E3F0-BF6D-4F9E-950D-D138A13B0B5E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77" creationId="{F2996320-DF0E-4F3A-B12E-605479E02FFF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78" creationId="{790E70E4-D3A7-4734-90D3-1F602F2D0E59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79" creationId="{514005B3-6B23-4C7F-8473-C51062BB157C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80" creationId="{8B221AD1-2D54-44F2-B75A-35178B5C9EC0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81" creationId="{27A06197-C6D2-48CE-92D1-7AE9513FF8BB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82" creationId="{7A57E3EC-759E-4A6C-AB9A-9F772637FAA3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84" creationId="{7CFA2C02-9F19-4588-AA77-63AFF8DA649F}"/>
          </ac:cxnSpMkLst>
        </pc:cxnChg>
        <pc:cxnChg chg="add del mod">
          <ac:chgData name="裴 熙隆" userId="d70ee545ee25833c" providerId="LiveId" clId="{D5E2483D-CA62-4916-8871-CAF80BF81283}" dt="2021-02-03T08:12:47.172" v="339"/>
          <ac:cxnSpMkLst>
            <pc:docMk/>
            <pc:sldMk cId="14528085" sldId="256"/>
            <ac:cxnSpMk id="86" creationId="{0E90AF08-A27C-4DAC-AF94-8D004CE134C0}"/>
          </ac:cxnSpMkLst>
        </pc:cxnChg>
        <pc:cxnChg chg="add del mod">
          <ac:chgData name="裴 熙隆" userId="d70ee545ee25833c" providerId="LiveId" clId="{D5E2483D-CA62-4916-8871-CAF80BF81283}" dt="2021-02-03T08:24:34.787" v="547" actId="478"/>
          <ac:cxnSpMkLst>
            <pc:docMk/>
            <pc:sldMk cId="14528085" sldId="256"/>
            <ac:cxnSpMk id="97" creationId="{0F93EF06-1033-4236-BF37-451415B5AAC4}"/>
          </ac:cxnSpMkLst>
        </pc:cxnChg>
        <pc:cxnChg chg="add del mod">
          <ac:chgData name="裴 熙隆" userId="d70ee545ee25833c" providerId="LiveId" clId="{D5E2483D-CA62-4916-8871-CAF80BF81283}" dt="2021-02-03T08:22:57.832" v="495" actId="478"/>
          <ac:cxnSpMkLst>
            <pc:docMk/>
            <pc:sldMk cId="14528085" sldId="256"/>
            <ac:cxnSpMk id="98" creationId="{A0BEBBF1-216F-47C0-A862-1ECB6506952A}"/>
          </ac:cxnSpMkLst>
        </pc:cxnChg>
        <pc:cxnChg chg="add del mod">
          <ac:chgData name="裴 熙隆" userId="d70ee545ee25833c" providerId="LiveId" clId="{D5E2483D-CA62-4916-8871-CAF80BF81283}" dt="2021-02-03T08:22:56.623" v="494" actId="478"/>
          <ac:cxnSpMkLst>
            <pc:docMk/>
            <pc:sldMk cId="14528085" sldId="256"/>
            <ac:cxnSpMk id="99" creationId="{81C533B2-590D-4339-8A9C-2A61BE39EC0D}"/>
          </ac:cxnSpMkLst>
        </pc:cxnChg>
        <pc:cxnChg chg="add mod">
          <ac:chgData name="裴 熙隆" userId="d70ee545ee25833c" providerId="LiveId" clId="{D5E2483D-CA62-4916-8871-CAF80BF81283}" dt="2021-02-03T08:30:52.032" v="616" actId="208"/>
          <ac:cxnSpMkLst>
            <pc:docMk/>
            <pc:sldMk cId="14528085" sldId="256"/>
            <ac:cxnSpMk id="100" creationId="{1ABB4A89-8640-424A-879B-48EDF97726DE}"/>
          </ac:cxnSpMkLst>
        </pc:cxnChg>
        <pc:cxnChg chg="add del mod">
          <ac:chgData name="裴 熙隆" userId="d70ee545ee25833c" providerId="LiveId" clId="{D5E2483D-CA62-4916-8871-CAF80BF81283}" dt="2021-02-03T08:26:28.423" v="563" actId="478"/>
          <ac:cxnSpMkLst>
            <pc:docMk/>
            <pc:sldMk cId="14528085" sldId="256"/>
            <ac:cxnSpMk id="101" creationId="{01661C85-894F-49D5-8363-608F711444E8}"/>
          </ac:cxnSpMkLst>
        </pc:cxnChg>
        <pc:cxnChg chg="add mod">
          <ac:chgData name="裴 熙隆" userId="d70ee545ee25833c" providerId="LiveId" clId="{D5E2483D-CA62-4916-8871-CAF80BF81283}" dt="2021-02-03T08:30:46.863" v="615" actId="208"/>
          <ac:cxnSpMkLst>
            <pc:docMk/>
            <pc:sldMk cId="14528085" sldId="256"/>
            <ac:cxnSpMk id="102" creationId="{4AD071E7-3F9F-4E00-BB10-8D32E4107EB9}"/>
          </ac:cxnSpMkLst>
        </pc:cxnChg>
        <pc:cxnChg chg="add mod">
          <ac:chgData name="裴 熙隆" userId="d70ee545ee25833c" providerId="LiveId" clId="{D5E2483D-CA62-4916-8871-CAF80BF81283}" dt="2021-02-03T08:30:44.920" v="614" actId="208"/>
          <ac:cxnSpMkLst>
            <pc:docMk/>
            <pc:sldMk cId="14528085" sldId="256"/>
            <ac:cxnSpMk id="103" creationId="{C890804E-F635-4B82-865F-430F59281BFD}"/>
          </ac:cxnSpMkLst>
        </pc:cxnChg>
        <pc:cxnChg chg="add del mod">
          <ac:chgData name="裴 熙隆" userId="d70ee545ee25833c" providerId="LiveId" clId="{D5E2483D-CA62-4916-8871-CAF80BF81283}" dt="2021-02-03T08:25:06.247" v="549" actId="478"/>
          <ac:cxnSpMkLst>
            <pc:docMk/>
            <pc:sldMk cId="14528085" sldId="256"/>
            <ac:cxnSpMk id="105" creationId="{36AB8317-0ECC-4830-9AFC-7AEFCD2B686E}"/>
          </ac:cxnSpMkLst>
        </pc:cxnChg>
        <pc:cxnChg chg="add mod">
          <ac:chgData name="裴 熙隆" userId="d70ee545ee25833c" providerId="LiveId" clId="{D5E2483D-CA62-4916-8871-CAF80BF81283}" dt="2021-02-03T08:30:15.268" v="612" actId="208"/>
          <ac:cxnSpMkLst>
            <pc:docMk/>
            <pc:sldMk cId="14528085" sldId="256"/>
            <ac:cxnSpMk id="107" creationId="{0B632103-629A-4C54-A916-550E3DA65015}"/>
          </ac:cxnSpMkLst>
        </pc:cxnChg>
        <pc:cxnChg chg="add mod">
          <ac:chgData name="裴 熙隆" userId="d70ee545ee25833c" providerId="LiveId" clId="{D5E2483D-CA62-4916-8871-CAF80BF81283}" dt="2021-02-03T08:30:42.700" v="613" actId="208"/>
          <ac:cxnSpMkLst>
            <pc:docMk/>
            <pc:sldMk cId="14528085" sldId="256"/>
            <ac:cxnSpMk id="217" creationId="{ED751FB3-A26F-4BF4-B1E9-0537AD81F654}"/>
          </ac:cxnSpMkLst>
        </pc:cxnChg>
        <pc:cxnChg chg="add mod">
          <ac:chgData name="裴 熙隆" userId="d70ee545ee25833c" providerId="LiveId" clId="{D5E2483D-CA62-4916-8871-CAF80BF81283}" dt="2021-02-03T08:31:41.710" v="621" actId="14100"/>
          <ac:cxnSpMkLst>
            <pc:docMk/>
            <pc:sldMk cId="14528085" sldId="256"/>
            <ac:cxnSpMk id="234" creationId="{24A64AF3-DA03-43D1-AF30-DE89D620FB9C}"/>
          </ac:cxnSpMkLst>
        </pc:cxnChg>
        <pc:cxnChg chg="add mod">
          <ac:chgData name="裴 熙隆" userId="d70ee545ee25833c" providerId="LiveId" clId="{D5E2483D-CA62-4916-8871-CAF80BF81283}" dt="2021-02-03T08:31:53.171" v="625" actId="14100"/>
          <ac:cxnSpMkLst>
            <pc:docMk/>
            <pc:sldMk cId="14528085" sldId="256"/>
            <ac:cxnSpMk id="238" creationId="{00107731-45E1-41F7-8561-659A9A71F095}"/>
          </ac:cxnSpMkLst>
        </pc:cxnChg>
        <pc:cxnChg chg="add mod">
          <ac:chgData name="裴 熙隆" userId="d70ee545ee25833c" providerId="LiveId" clId="{D5E2483D-CA62-4916-8871-CAF80BF81283}" dt="2021-02-03T08:32:06.920" v="629" actId="14100"/>
          <ac:cxnSpMkLst>
            <pc:docMk/>
            <pc:sldMk cId="14528085" sldId="256"/>
            <ac:cxnSpMk id="241" creationId="{A8927C6A-C451-4E2A-94ED-E39C7B77B61B}"/>
          </ac:cxnSpMkLst>
        </pc:cxnChg>
        <pc:cxnChg chg="add mod">
          <ac:chgData name="裴 熙隆" userId="d70ee545ee25833c" providerId="LiveId" clId="{D5E2483D-CA62-4916-8871-CAF80BF81283}" dt="2021-02-03T08:32:17.915" v="633" actId="14100"/>
          <ac:cxnSpMkLst>
            <pc:docMk/>
            <pc:sldMk cId="14528085" sldId="256"/>
            <ac:cxnSpMk id="244" creationId="{0A20F28C-AD83-46C8-B3BD-DC1F097CA34E}"/>
          </ac:cxnSpMkLst>
        </pc:cxnChg>
        <pc:cxnChg chg="add mod">
          <ac:chgData name="裴 熙隆" userId="d70ee545ee25833c" providerId="LiveId" clId="{D5E2483D-CA62-4916-8871-CAF80BF81283}" dt="2021-02-03T08:32:30.781" v="637" actId="14100"/>
          <ac:cxnSpMkLst>
            <pc:docMk/>
            <pc:sldMk cId="14528085" sldId="256"/>
            <ac:cxnSpMk id="247" creationId="{7911B80C-3870-49AA-81A8-4AEF793FA115}"/>
          </ac:cxnSpMkLst>
        </pc:cxnChg>
        <pc:cxnChg chg="add mod">
          <ac:chgData name="裴 熙隆" userId="d70ee545ee25833c" providerId="LiveId" clId="{D5E2483D-CA62-4916-8871-CAF80BF81283}" dt="2021-02-03T08:32:46.533" v="641" actId="14100"/>
          <ac:cxnSpMkLst>
            <pc:docMk/>
            <pc:sldMk cId="14528085" sldId="256"/>
            <ac:cxnSpMk id="250" creationId="{EB796D42-BFA8-4099-84C6-1B39EE9A319D}"/>
          </ac:cxnSpMkLst>
        </pc:cxnChg>
      </pc:sldChg>
    </pc:docChg>
  </pc:docChgLst>
  <pc:docChgLst>
    <pc:chgData name="裴 熙隆" userId="d70ee545ee25833c" providerId="LiveId" clId="{A4B4AB54-5B4A-4A08-8F33-F98CCB9FD1EF}"/>
    <pc:docChg chg="undo custSel modSld">
      <pc:chgData name="裴 熙隆" userId="d70ee545ee25833c" providerId="LiveId" clId="{A4B4AB54-5B4A-4A08-8F33-F98CCB9FD1EF}" dt="2026-03-31T09:15:57.958" v="177" actId="1076"/>
      <pc:docMkLst>
        <pc:docMk/>
      </pc:docMkLst>
      <pc:sldChg chg="modSp mod">
        <pc:chgData name="裴 熙隆" userId="d70ee545ee25833c" providerId="LiveId" clId="{A4B4AB54-5B4A-4A08-8F33-F98CCB9FD1EF}" dt="2026-03-31T09:15:57.958" v="177" actId="1076"/>
        <pc:sldMkLst>
          <pc:docMk/>
          <pc:sldMk cId="14528085" sldId="256"/>
        </pc:sldMkLst>
        <pc:spChg chg="mod">
          <ac:chgData name="裴 熙隆" userId="d70ee545ee25833c" providerId="LiveId" clId="{A4B4AB54-5B4A-4A08-8F33-F98CCB9FD1EF}" dt="2026-03-31T09:12:50.238" v="68" actId="20577"/>
          <ac:spMkLst>
            <pc:docMk/>
            <pc:sldMk cId="14528085" sldId="256"/>
            <ac:spMk id="4" creationId="{A3C621BC-797D-4737-8F38-E6F149DEE295}"/>
          </ac:spMkLst>
        </pc:spChg>
        <pc:spChg chg="mod">
          <ac:chgData name="裴 熙隆" userId="d70ee545ee25833c" providerId="LiveId" clId="{A4B4AB54-5B4A-4A08-8F33-F98CCB9FD1EF}" dt="2026-03-31T09:15:54.008" v="176" actId="1076"/>
          <ac:spMkLst>
            <pc:docMk/>
            <pc:sldMk cId="14528085" sldId="256"/>
            <ac:spMk id="5" creationId="{21BDF61A-45E1-4585-9FED-E2C1F95D8B50}"/>
          </ac:spMkLst>
        </pc:spChg>
        <pc:spChg chg="mod">
          <ac:chgData name="裴 熙隆" userId="d70ee545ee25833c" providerId="LiveId" clId="{A4B4AB54-5B4A-4A08-8F33-F98CCB9FD1EF}" dt="2026-03-31T09:14:18.285" v="138" actId="1076"/>
          <ac:spMkLst>
            <pc:docMk/>
            <pc:sldMk cId="14528085" sldId="256"/>
            <ac:spMk id="6" creationId="{3531B70F-EE91-4F23-90DC-216DD32DCB68}"/>
          </ac:spMkLst>
        </pc:spChg>
        <pc:spChg chg="mod">
          <ac:chgData name="裴 熙隆" userId="d70ee545ee25833c" providerId="LiveId" clId="{A4B4AB54-5B4A-4A08-8F33-F98CCB9FD1EF}" dt="2026-03-31T09:14:34.355" v="147" actId="1076"/>
          <ac:spMkLst>
            <pc:docMk/>
            <pc:sldMk cId="14528085" sldId="256"/>
            <ac:spMk id="7" creationId="{13817FC5-0085-4C7B-8DE8-5364D416C7DB}"/>
          </ac:spMkLst>
        </pc:spChg>
        <pc:spChg chg="mod">
          <ac:chgData name="裴 熙隆" userId="d70ee545ee25833c" providerId="LiveId" clId="{A4B4AB54-5B4A-4A08-8F33-F98CCB9FD1EF}" dt="2026-03-31T09:15:57.958" v="177" actId="1076"/>
          <ac:spMkLst>
            <pc:docMk/>
            <pc:sldMk cId="14528085" sldId="256"/>
            <ac:spMk id="8" creationId="{91BBEC11-0FBC-4230-B0EA-E32EA0EE52B9}"/>
          </ac:spMkLst>
        </pc:spChg>
        <pc:spChg chg="mod">
          <ac:chgData name="裴 熙隆" userId="d70ee545ee25833c" providerId="LiveId" clId="{A4B4AB54-5B4A-4A08-8F33-F98CCB9FD1EF}" dt="2026-03-31T09:14:47.680" v="165" actId="1076"/>
          <ac:spMkLst>
            <pc:docMk/>
            <pc:sldMk cId="14528085" sldId="256"/>
            <ac:spMk id="9" creationId="{3716062A-FB88-497A-9D90-9DCA24B6C29B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10" creationId="{3957428B-2907-414E-AD6B-27F0386619D0}"/>
          </ac:spMkLst>
        </pc:spChg>
        <pc:spChg chg="mod">
          <ac:chgData name="裴 熙隆" userId="d70ee545ee25833c" providerId="LiveId" clId="{A4B4AB54-5B4A-4A08-8F33-F98CCB9FD1EF}" dt="2026-03-31T09:15:54.008" v="176" actId="1076"/>
          <ac:spMkLst>
            <pc:docMk/>
            <pc:sldMk cId="14528085" sldId="256"/>
            <ac:spMk id="11" creationId="{0754AD39-ED1C-4BD3-88FA-045FB8AFEE77}"/>
          </ac:spMkLst>
        </pc:spChg>
        <pc:spChg chg="mod">
          <ac:chgData name="裴 熙隆" userId="d70ee545ee25833c" providerId="LiveId" clId="{A4B4AB54-5B4A-4A08-8F33-F98CCB9FD1EF}" dt="2026-03-31T09:12:39.124" v="61" actId="113"/>
          <ac:spMkLst>
            <pc:docMk/>
            <pc:sldMk cId="14528085" sldId="256"/>
            <ac:spMk id="13" creationId="{EE7E1912-DE2A-4BA5-AA11-EA9D4608B314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51" creationId="{3F532078-FB04-46CA-B4C5-C7F1429F2368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57" creationId="{41F6A983-449A-4247-A8C3-FCB651CFB4D8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65" creationId="{E4DC5443-4138-44AD-8176-457F45D7D4C9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87" creationId="{CDE5FB8C-730D-4514-87AE-9249106B7879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88" creationId="{4628BB3C-B4FF-4551-986A-1AA64399A656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89" creationId="{908BC085-6D35-4E64-A93F-30066EC63F00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90" creationId="{19669642-8BF4-4FD3-89D6-06263DB72F1D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91" creationId="{79940CC7-E3C2-4BAA-BCBF-421B678F8741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93" creationId="{267989FC-D850-4437-A44B-0DF2BA411009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94" creationId="{5DB1F622-7E82-498B-A382-90E2CC072B16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95" creationId="{41AA04CE-E03C-44A2-B7F9-FA91F96C5B52}"/>
          </ac:spMkLst>
        </pc:spChg>
        <pc:spChg chg="mod">
          <ac:chgData name="裴 熙隆" userId="d70ee545ee25833c" providerId="LiveId" clId="{A4B4AB54-5B4A-4A08-8F33-F98CCB9FD1EF}" dt="2026-03-31T09:12:41.327" v="62" actId="113"/>
          <ac:spMkLst>
            <pc:docMk/>
            <pc:sldMk cId="14528085" sldId="256"/>
            <ac:spMk id="96" creationId="{A6E4A42B-894D-496A-A17E-B61566D07CCD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104" creationId="{5517A66E-829E-4B46-8774-BAD596CC9E0B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106" creationId="{BA185ACC-78EB-462F-B36F-50F4E7231B08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211" creationId="{92171209-D765-41AC-BB9D-773D7896ED27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230" creationId="{3FCB54C3-5288-4661-B3EE-ED1184F1CCFC}"/>
          </ac:spMkLst>
        </pc:spChg>
        <pc:spChg chg="mod">
          <ac:chgData name="裴 熙隆" userId="d70ee545ee25833c" providerId="LiveId" clId="{A4B4AB54-5B4A-4A08-8F33-F98CCB9FD1EF}" dt="2026-03-31T09:11:38.736" v="22" actId="2711"/>
          <ac:spMkLst>
            <pc:docMk/>
            <pc:sldMk cId="14528085" sldId="256"/>
            <ac:spMk id="233" creationId="{5610BF65-8F3D-4277-9ECF-9010129C83A0}"/>
          </ac:spMkLst>
        </pc:spChg>
        <pc:cxnChg chg="mod">
          <ac:chgData name="裴 熙隆" userId="d70ee545ee25833c" providerId="LiveId" clId="{A4B4AB54-5B4A-4A08-8F33-F98CCB9FD1EF}" dt="2026-03-31T09:15:54.008" v="176" actId="1076"/>
          <ac:cxnSpMkLst>
            <pc:docMk/>
            <pc:sldMk cId="14528085" sldId="256"/>
            <ac:cxnSpMk id="21" creationId="{427B9716-5705-4D20-8F0F-8D6F9347E0AA}"/>
          </ac:cxnSpMkLst>
        </pc:cxnChg>
        <pc:cxnChg chg="mod">
          <ac:chgData name="裴 熙隆" userId="d70ee545ee25833c" providerId="LiveId" clId="{A4B4AB54-5B4A-4A08-8F33-F98CCB9FD1EF}" dt="2026-03-31T09:15:54.008" v="176" actId="1076"/>
          <ac:cxnSpMkLst>
            <pc:docMk/>
            <pc:sldMk cId="14528085" sldId="256"/>
            <ac:cxnSpMk id="22" creationId="{EE685858-E96E-43E4-9DF9-7053F95E5F67}"/>
          </ac:cxnSpMkLst>
        </pc:cxnChg>
        <pc:cxnChg chg="mod">
          <ac:chgData name="裴 熙隆" userId="d70ee545ee25833c" providerId="LiveId" clId="{A4B4AB54-5B4A-4A08-8F33-F98CCB9FD1EF}" dt="2026-03-31T09:15:57.958" v="177" actId="1076"/>
          <ac:cxnSpMkLst>
            <pc:docMk/>
            <pc:sldMk cId="14528085" sldId="256"/>
            <ac:cxnSpMk id="28" creationId="{45BA28A8-32FF-48AD-BF7C-D42AA7E51EAD}"/>
          </ac:cxnSpMkLst>
        </pc:cxnChg>
        <pc:cxnChg chg="mod">
          <ac:chgData name="裴 熙隆" userId="d70ee545ee25833c" providerId="LiveId" clId="{A4B4AB54-5B4A-4A08-8F33-F98CCB9FD1EF}" dt="2026-03-31T09:14:34.355" v="147" actId="1076"/>
          <ac:cxnSpMkLst>
            <pc:docMk/>
            <pc:sldMk cId="14528085" sldId="256"/>
            <ac:cxnSpMk id="31" creationId="{5EC314BB-FBED-4B89-8EE5-E56178486EFE}"/>
          </ac:cxnSpMkLst>
        </pc:cxnChg>
        <pc:cxnChg chg="mod">
          <ac:chgData name="裴 熙隆" userId="d70ee545ee25833c" providerId="LiveId" clId="{A4B4AB54-5B4A-4A08-8F33-F98CCB9FD1EF}" dt="2026-03-31T09:14:47.680" v="165" actId="1076"/>
          <ac:cxnSpMkLst>
            <pc:docMk/>
            <pc:sldMk cId="14528085" sldId="256"/>
            <ac:cxnSpMk id="32" creationId="{C8DA5A0C-F6D7-4410-8F77-768A86CE123F}"/>
          </ac:cxnSpMkLst>
        </pc:cxnChg>
        <pc:cxnChg chg="mod">
          <ac:chgData name="裴 熙隆" userId="d70ee545ee25833c" providerId="LiveId" clId="{A4B4AB54-5B4A-4A08-8F33-F98CCB9FD1EF}" dt="2026-03-31T09:15:54.008" v="176" actId="1076"/>
          <ac:cxnSpMkLst>
            <pc:docMk/>
            <pc:sldMk cId="14528085" sldId="256"/>
            <ac:cxnSpMk id="36" creationId="{ABAD8225-4F21-4A67-B514-41F6B9D854AF}"/>
          </ac:cxnSpMkLst>
        </pc:cxnChg>
        <pc:cxnChg chg="mod">
          <ac:chgData name="裴 熙隆" userId="d70ee545ee25833c" providerId="LiveId" clId="{A4B4AB54-5B4A-4A08-8F33-F98CCB9FD1EF}" dt="2026-03-31T09:15:54.008" v="176" actId="1076"/>
          <ac:cxnSpMkLst>
            <pc:docMk/>
            <pc:sldMk cId="14528085" sldId="256"/>
            <ac:cxnSpMk id="49" creationId="{9862AB0F-4160-4DBC-9492-E77E43FDD87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E3E7A-B5F4-4F3C-9B7C-844C127D3FA6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31D9B-A719-4179-ADD9-D04D278D96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8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31D9B-A719-4179-ADD9-D04D278D96A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89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356703"/>
            <a:ext cx="9179799" cy="501340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7563446"/>
            <a:ext cx="8099822" cy="3476717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808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62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590057"/>
            <a:ext cx="9314796" cy="5990088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9636813"/>
            <a:ext cx="9314796" cy="315004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696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3833390"/>
            <a:ext cx="458989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3833390"/>
            <a:ext cx="458989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73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66681"/>
            <a:ext cx="9314796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530053"/>
            <a:ext cx="4568805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5260078"/>
            <a:ext cx="4568805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530053"/>
            <a:ext cx="4591306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5260078"/>
            <a:ext cx="4591306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01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89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6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073367"/>
            <a:ext cx="5467380" cy="1023348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31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073367"/>
            <a:ext cx="5467380" cy="1023348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61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04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766678"/>
            <a:ext cx="2328699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766678"/>
            <a:ext cx="6851100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8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766681"/>
            <a:ext cx="9314796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3833390"/>
            <a:ext cx="9314796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37646-6CA1-4DB1-80BC-2F8D761DBCD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3346867"/>
            <a:ext cx="364492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8BF35-A749-4E8D-82ED-B455755A5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2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E4DC5443-4138-44AD-8176-457F45D7D4C9}"/>
              </a:ext>
            </a:extLst>
          </p:cNvPr>
          <p:cNvSpPr/>
          <p:nvPr/>
        </p:nvSpPr>
        <p:spPr>
          <a:xfrm>
            <a:off x="0" y="0"/>
            <a:ext cx="10799763" cy="360000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C621BC-797D-4737-8F38-E6F149DEE295}"/>
              </a:ext>
            </a:extLst>
          </p:cNvPr>
          <p:cNvSpPr txBox="1"/>
          <p:nvPr/>
        </p:nvSpPr>
        <p:spPr>
          <a:xfrm>
            <a:off x="678589" y="446303"/>
            <a:ext cx="162256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UDP</a:t>
            </a:r>
            <a:r>
              <a:rPr lang="zh-CN" altLang="en-US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读取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BDF61A-45E1-4585-9FED-E2C1F95D8B50}"/>
              </a:ext>
            </a:extLst>
          </p:cNvPr>
          <p:cNvSpPr txBox="1"/>
          <p:nvPr/>
        </p:nvSpPr>
        <p:spPr>
          <a:xfrm>
            <a:off x="2866038" y="458365"/>
            <a:ext cx="162095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信道编码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31B70F-EE91-4F23-90DC-216DD32DCB68}"/>
              </a:ext>
            </a:extLst>
          </p:cNvPr>
          <p:cNvSpPr txBox="1"/>
          <p:nvPr/>
        </p:nvSpPr>
        <p:spPr>
          <a:xfrm>
            <a:off x="7751244" y="452341"/>
            <a:ext cx="162095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资源映射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817FC5-0085-4C7B-8DE8-5364D416C7DB}"/>
              </a:ext>
            </a:extLst>
          </p:cNvPr>
          <p:cNvSpPr txBox="1"/>
          <p:nvPr/>
        </p:nvSpPr>
        <p:spPr>
          <a:xfrm>
            <a:off x="7546059" y="1264019"/>
            <a:ext cx="203132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OFDM </a:t>
            </a:r>
            <a:r>
              <a:rPr lang="zh-CN" altLang="en-US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调制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BEC11-0FBC-4230-B0EA-E32EA0EE52B9}"/>
              </a:ext>
            </a:extLst>
          </p:cNvPr>
          <p:cNvSpPr txBox="1"/>
          <p:nvPr/>
        </p:nvSpPr>
        <p:spPr>
          <a:xfrm>
            <a:off x="2583593" y="1239466"/>
            <a:ext cx="1883849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PPS + CRC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16062A-FB88-497A-9D90-9DCA24B6C29B}"/>
              </a:ext>
            </a:extLst>
          </p:cNvPr>
          <p:cNvSpPr txBox="1"/>
          <p:nvPr/>
        </p:nvSpPr>
        <p:spPr>
          <a:xfrm>
            <a:off x="7571706" y="2014055"/>
            <a:ext cx="1980029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数字上变频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57428B-2907-414E-AD6B-27F0386619D0}"/>
              </a:ext>
            </a:extLst>
          </p:cNvPr>
          <p:cNvSpPr txBox="1"/>
          <p:nvPr/>
        </p:nvSpPr>
        <p:spPr>
          <a:xfrm>
            <a:off x="1065457" y="2008017"/>
            <a:ext cx="94288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DAC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54AD39-ED1C-4BD3-88FA-045FB8AFEE77}"/>
              </a:ext>
            </a:extLst>
          </p:cNvPr>
          <p:cNvSpPr txBox="1"/>
          <p:nvPr/>
        </p:nvSpPr>
        <p:spPr>
          <a:xfrm>
            <a:off x="2688726" y="2020079"/>
            <a:ext cx="1342034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RF</a:t>
            </a:r>
            <a:r>
              <a:rPr lang="zh-CN" altLang="en-US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损伤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7E1912-DE2A-4BA5-AA11-EA9D4608B314}"/>
              </a:ext>
            </a:extLst>
          </p:cNvPr>
          <p:cNvSpPr txBox="1"/>
          <p:nvPr/>
        </p:nvSpPr>
        <p:spPr>
          <a:xfrm>
            <a:off x="8488529" y="2788874"/>
            <a:ext cx="1426994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发射机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27B9716-5705-4D20-8F0F-8D6F9347E0A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01149" y="707913"/>
            <a:ext cx="564889" cy="12062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E685858-E96E-43E4-9DF9-7053F95E5F6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486995" y="713951"/>
            <a:ext cx="3264249" cy="602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45BA28A8-32FF-48AD-BF7C-D42AA7E51EAD}"/>
              </a:ext>
            </a:extLst>
          </p:cNvPr>
          <p:cNvCxnSpPr>
            <a:stCxn id="8" idx="3"/>
            <a:endCxn id="6" idx="1"/>
          </p:cNvCxnSpPr>
          <p:nvPr/>
        </p:nvCxnSpPr>
        <p:spPr>
          <a:xfrm flipV="1">
            <a:off x="4467442" y="713951"/>
            <a:ext cx="3283802" cy="78712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EC314BB-FBED-4B89-8EE5-E56178486EFE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8561722" y="975561"/>
            <a:ext cx="1" cy="28845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8DA5A0C-F6D7-4410-8F77-768A86CE123F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8561721" y="1787239"/>
            <a:ext cx="1" cy="22681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BAD8225-4F21-4A67-B514-41F6B9D854AF}"/>
              </a:ext>
            </a:extLst>
          </p:cNvPr>
          <p:cNvCxnSpPr>
            <a:stCxn id="9" idx="1"/>
            <a:endCxn id="11" idx="3"/>
          </p:cNvCxnSpPr>
          <p:nvPr/>
        </p:nvCxnSpPr>
        <p:spPr>
          <a:xfrm flipH="1">
            <a:off x="4030760" y="2275665"/>
            <a:ext cx="3540946" cy="602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862AB0F-4160-4DBC-9492-E77E43FDD87B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flipH="1" flipV="1">
            <a:off x="2008344" y="2269627"/>
            <a:ext cx="680382" cy="12062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3F532078-FB04-46CA-B4C5-C7F1429F2368}"/>
              </a:ext>
            </a:extLst>
          </p:cNvPr>
          <p:cNvSpPr txBox="1"/>
          <p:nvPr/>
        </p:nvSpPr>
        <p:spPr>
          <a:xfrm>
            <a:off x="1224955" y="3046511"/>
            <a:ext cx="623889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RF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88F3C2F-1976-45FC-80A5-4DF8E1BE3005}"/>
              </a:ext>
            </a:extLst>
          </p:cNvPr>
          <p:cNvCxnSpPr>
            <a:stCxn id="10" idx="2"/>
            <a:endCxn id="51" idx="0"/>
          </p:cNvCxnSpPr>
          <p:nvPr/>
        </p:nvCxnSpPr>
        <p:spPr>
          <a:xfrm flipH="1">
            <a:off x="1536900" y="2531237"/>
            <a:ext cx="1" cy="51527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等腰三角形 56">
            <a:extLst>
              <a:ext uri="{FF2B5EF4-FFF2-40B4-BE49-F238E27FC236}">
                <a16:creationId xmlns:a16="http://schemas.microsoft.com/office/drawing/2014/main" id="{41F6A983-449A-4247-A8C3-FCB651CFB4D8}"/>
              </a:ext>
            </a:extLst>
          </p:cNvPr>
          <p:cNvSpPr/>
          <p:nvPr/>
        </p:nvSpPr>
        <p:spPr>
          <a:xfrm rot="10800000">
            <a:off x="2160789" y="2661749"/>
            <a:ext cx="498354" cy="443221"/>
          </a:xfrm>
          <a:prstGeom prst="triangle">
            <a:avLst/>
          </a:prstGeom>
          <a:solidFill>
            <a:schemeClr val="accent2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232E9B95-2D61-401C-ACD3-F6257FBAE7B5}"/>
              </a:ext>
            </a:extLst>
          </p:cNvPr>
          <p:cNvCxnSpPr>
            <a:stCxn id="51" idx="3"/>
            <a:endCxn id="57" idx="0"/>
          </p:cNvCxnSpPr>
          <p:nvPr/>
        </p:nvCxnSpPr>
        <p:spPr>
          <a:xfrm flipV="1">
            <a:off x="1848844" y="3104970"/>
            <a:ext cx="561122" cy="203151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CDE5FB8C-730D-4514-87AE-9249106B7879}"/>
              </a:ext>
            </a:extLst>
          </p:cNvPr>
          <p:cNvSpPr>
            <a:spLocks/>
          </p:cNvSpPr>
          <p:nvPr/>
        </p:nvSpPr>
        <p:spPr>
          <a:xfrm>
            <a:off x="-1367" y="3827782"/>
            <a:ext cx="10799763" cy="3600000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628BB3C-B4FF-4551-986A-1AA64399A656}"/>
              </a:ext>
            </a:extLst>
          </p:cNvPr>
          <p:cNvSpPr txBox="1"/>
          <p:nvPr/>
        </p:nvSpPr>
        <p:spPr>
          <a:xfrm>
            <a:off x="8081622" y="6689231"/>
            <a:ext cx="171662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UDP Read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908BC085-6D35-4E64-A93F-30066EC63F00}"/>
              </a:ext>
            </a:extLst>
          </p:cNvPr>
          <p:cNvSpPr txBox="1"/>
          <p:nvPr/>
        </p:nvSpPr>
        <p:spPr>
          <a:xfrm>
            <a:off x="4177715" y="6689231"/>
            <a:ext cx="286328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Channel Decoding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9669642-8BF4-4FD3-89D6-06263DB72F1D}"/>
              </a:ext>
            </a:extLst>
          </p:cNvPr>
          <p:cNvSpPr txBox="1"/>
          <p:nvPr/>
        </p:nvSpPr>
        <p:spPr>
          <a:xfrm>
            <a:off x="3676517" y="5877553"/>
            <a:ext cx="336502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OFDM Demodulation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79940CC7-E3C2-4BAA-BCBF-421B678F8741}"/>
              </a:ext>
            </a:extLst>
          </p:cNvPr>
          <p:cNvSpPr txBox="1"/>
          <p:nvPr/>
        </p:nvSpPr>
        <p:spPr>
          <a:xfrm>
            <a:off x="7417724" y="5877324"/>
            <a:ext cx="3044423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CFO</a:t>
            </a:r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 </a:t>
            </a:r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Compensation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67989FC-D850-4437-A44B-0DF2BA411009}"/>
              </a:ext>
            </a:extLst>
          </p:cNvPr>
          <p:cNvSpPr txBox="1"/>
          <p:nvPr/>
        </p:nvSpPr>
        <p:spPr>
          <a:xfrm>
            <a:off x="4125943" y="5021167"/>
            <a:ext cx="372249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Digital </a:t>
            </a:r>
            <a:r>
              <a:rPr lang="en-US" altLang="zh-CN" dirty="0" err="1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Downconversion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DB1F622-7E82-498B-A382-90E2CC072B16}"/>
              </a:ext>
            </a:extLst>
          </p:cNvPr>
          <p:cNvSpPr txBox="1"/>
          <p:nvPr/>
        </p:nvSpPr>
        <p:spPr>
          <a:xfrm>
            <a:off x="71892" y="5019836"/>
            <a:ext cx="94288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ADC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41AA04CE-E03C-44A2-B7F9-FA91F96C5B52}"/>
              </a:ext>
            </a:extLst>
          </p:cNvPr>
          <p:cNvSpPr txBox="1"/>
          <p:nvPr/>
        </p:nvSpPr>
        <p:spPr>
          <a:xfrm>
            <a:off x="1380347" y="5019836"/>
            <a:ext cx="238719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RF </a:t>
            </a:r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Impairment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6E4A42B-894D-496A-A17E-B61566D07CCD}"/>
              </a:ext>
            </a:extLst>
          </p:cNvPr>
          <p:cNvSpPr txBox="1"/>
          <p:nvPr/>
        </p:nvSpPr>
        <p:spPr>
          <a:xfrm>
            <a:off x="8488529" y="4026262"/>
            <a:ext cx="1426994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接收机</a:t>
            </a: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1ABB4A89-8640-424A-879B-48EDF97726DE}"/>
              </a:ext>
            </a:extLst>
          </p:cNvPr>
          <p:cNvCxnSpPr>
            <a:cxnSpLocks/>
            <a:stCxn id="90" idx="3"/>
            <a:endCxn id="91" idx="1"/>
          </p:cNvCxnSpPr>
          <p:nvPr/>
        </p:nvCxnSpPr>
        <p:spPr>
          <a:xfrm flipV="1">
            <a:off x="7041541" y="6138934"/>
            <a:ext cx="376183" cy="22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AD071E7-3F9F-4E00-BB10-8D32E4107EB9}"/>
              </a:ext>
            </a:extLst>
          </p:cNvPr>
          <p:cNvCxnSpPr>
            <a:cxnSpLocks/>
            <a:stCxn id="95" idx="3"/>
            <a:endCxn id="93" idx="1"/>
          </p:cNvCxnSpPr>
          <p:nvPr/>
        </p:nvCxnSpPr>
        <p:spPr>
          <a:xfrm>
            <a:off x="3767539" y="5281446"/>
            <a:ext cx="358404" cy="133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C890804E-F635-4B82-865F-430F59281BFD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>
            <a:off x="1014779" y="5281446"/>
            <a:ext cx="36556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517A66E-829E-4B46-8774-BAD596CC9E0B}"/>
              </a:ext>
            </a:extLst>
          </p:cNvPr>
          <p:cNvSpPr txBox="1"/>
          <p:nvPr/>
        </p:nvSpPr>
        <p:spPr>
          <a:xfrm>
            <a:off x="1215470" y="4307562"/>
            <a:ext cx="623889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RF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6" name="等腰三角形 105">
            <a:extLst>
              <a:ext uri="{FF2B5EF4-FFF2-40B4-BE49-F238E27FC236}">
                <a16:creationId xmlns:a16="http://schemas.microsoft.com/office/drawing/2014/main" id="{BA185ACC-78EB-462F-B36F-50F4E7231B08}"/>
              </a:ext>
            </a:extLst>
          </p:cNvPr>
          <p:cNvSpPr/>
          <p:nvPr/>
        </p:nvSpPr>
        <p:spPr>
          <a:xfrm rot="10800000">
            <a:off x="2129405" y="4002993"/>
            <a:ext cx="498354" cy="443221"/>
          </a:xfrm>
          <a:prstGeom prst="triangle">
            <a:avLst/>
          </a:prstGeom>
          <a:solidFill>
            <a:schemeClr val="accent6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0B632103-629A-4C54-A916-550E3DA65015}"/>
              </a:ext>
            </a:extLst>
          </p:cNvPr>
          <p:cNvCxnSpPr>
            <a:stCxn id="104" idx="3"/>
            <a:endCxn id="106" idx="0"/>
          </p:cNvCxnSpPr>
          <p:nvPr/>
        </p:nvCxnSpPr>
        <p:spPr>
          <a:xfrm flipV="1">
            <a:off x="1839359" y="4446214"/>
            <a:ext cx="539223" cy="122958"/>
          </a:xfrm>
          <a:prstGeom prst="bentConnector2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文本框 210">
            <a:extLst>
              <a:ext uri="{FF2B5EF4-FFF2-40B4-BE49-F238E27FC236}">
                <a16:creationId xmlns:a16="http://schemas.microsoft.com/office/drawing/2014/main" id="{92171209-D765-41AC-BB9D-773D7896ED27}"/>
              </a:ext>
            </a:extLst>
          </p:cNvPr>
          <p:cNvSpPr txBox="1"/>
          <p:nvPr/>
        </p:nvSpPr>
        <p:spPr>
          <a:xfrm>
            <a:off x="159818" y="6683193"/>
            <a:ext cx="328006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Channel Equalization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17" name="连接符: 肘形 216">
            <a:extLst>
              <a:ext uri="{FF2B5EF4-FFF2-40B4-BE49-F238E27FC236}">
                <a16:creationId xmlns:a16="http://schemas.microsoft.com/office/drawing/2014/main" id="{ED751FB3-A26F-4BF4-B1E9-0537AD81F654}"/>
              </a:ext>
            </a:extLst>
          </p:cNvPr>
          <p:cNvCxnSpPr>
            <a:stCxn id="104" idx="1"/>
            <a:endCxn id="94" idx="0"/>
          </p:cNvCxnSpPr>
          <p:nvPr/>
        </p:nvCxnSpPr>
        <p:spPr>
          <a:xfrm rot="10800000" flipV="1">
            <a:off x="543336" y="4569172"/>
            <a:ext cx="672134" cy="450664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文本框 229">
            <a:extLst>
              <a:ext uri="{FF2B5EF4-FFF2-40B4-BE49-F238E27FC236}">
                <a16:creationId xmlns:a16="http://schemas.microsoft.com/office/drawing/2014/main" id="{3FCB54C3-5288-4661-B3EE-ED1184F1CCFC}"/>
              </a:ext>
            </a:extLst>
          </p:cNvPr>
          <p:cNvSpPr txBox="1"/>
          <p:nvPr/>
        </p:nvSpPr>
        <p:spPr>
          <a:xfrm>
            <a:off x="8488529" y="5020632"/>
            <a:ext cx="902811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Sync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5610BF65-8F3D-4277-9ECF-9010129C83A0}"/>
              </a:ext>
            </a:extLst>
          </p:cNvPr>
          <p:cNvSpPr txBox="1"/>
          <p:nvPr/>
        </p:nvSpPr>
        <p:spPr>
          <a:xfrm>
            <a:off x="288861" y="5877324"/>
            <a:ext cx="3021981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Channel Estimation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24A64AF3-DA03-43D1-AF30-DE89D620FB9C}"/>
              </a:ext>
            </a:extLst>
          </p:cNvPr>
          <p:cNvCxnSpPr>
            <a:cxnSpLocks/>
            <a:stCxn id="93" idx="3"/>
            <a:endCxn id="230" idx="1"/>
          </p:cNvCxnSpPr>
          <p:nvPr/>
        </p:nvCxnSpPr>
        <p:spPr>
          <a:xfrm flipV="1">
            <a:off x="7848437" y="5282242"/>
            <a:ext cx="640092" cy="53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00107731-45E1-41F7-8561-659A9A71F095}"/>
              </a:ext>
            </a:extLst>
          </p:cNvPr>
          <p:cNvCxnSpPr>
            <a:cxnSpLocks/>
            <a:stCxn id="90" idx="1"/>
            <a:endCxn id="233" idx="3"/>
          </p:cNvCxnSpPr>
          <p:nvPr/>
        </p:nvCxnSpPr>
        <p:spPr>
          <a:xfrm flipH="1" flipV="1">
            <a:off x="3310842" y="6138934"/>
            <a:ext cx="365675" cy="22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A8927C6A-C451-4E2A-94ED-E39C7B77B61B}"/>
              </a:ext>
            </a:extLst>
          </p:cNvPr>
          <p:cNvCxnSpPr>
            <a:cxnSpLocks/>
            <a:stCxn id="211" idx="3"/>
            <a:endCxn id="89" idx="1"/>
          </p:cNvCxnSpPr>
          <p:nvPr/>
        </p:nvCxnSpPr>
        <p:spPr>
          <a:xfrm>
            <a:off x="3439883" y="6944803"/>
            <a:ext cx="737832" cy="603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0A20F28C-AD83-46C8-B3BD-DC1F097CA34E}"/>
              </a:ext>
            </a:extLst>
          </p:cNvPr>
          <p:cNvCxnSpPr>
            <a:cxnSpLocks/>
            <a:endCxn id="211" idx="0"/>
          </p:cNvCxnSpPr>
          <p:nvPr/>
        </p:nvCxnSpPr>
        <p:spPr>
          <a:xfrm>
            <a:off x="1799850" y="6410513"/>
            <a:ext cx="1" cy="27268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7911B80C-3870-49AA-81A8-4AEF793FA115}"/>
              </a:ext>
            </a:extLst>
          </p:cNvPr>
          <p:cNvCxnSpPr>
            <a:cxnSpLocks/>
            <a:stCxn id="89" idx="3"/>
            <a:endCxn id="88" idx="1"/>
          </p:cNvCxnSpPr>
          <p:nvPr/>
        </p:nvCxnSpPr>
        <p:spPr>
          <a:xfrm>
            <a:off x="7040999" y="6950841"/>
            <a:ext cx="1040623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EB796D42-BFA8-4099-84C6-1B39EE9A319D}"/>
              </a:ext>
            </a:extLst>
          </p:cNvPr>
          <p:cNvCxnSpPr>
            <a:cxnSpLocks/>
            <a:stCxn id="230" idx="2"/>
            <a:endCxn id="91" idx="0"/>
          </p:cNvCxnSpPr>
          <p:nvPr/>
        </p:nvCxnSpPr>
        <p:spPr>
          <a:xfrm>
            <a:off x="8939935" y="5543852"/>
            <a:ext cx="1" cy="33347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8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</TotalTime>
  <Words>38</Words>
  <Application>Microsoft Office PowerPoint</Application>
  <PresentationFormat>自定义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TimesSimSun</vt:lpstr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5</cp:revision>
  <dcterms:created xsi:type="dcterms:W3CDTF">2021-02-03T04:49:56Z</dcterms:created>
  <dcterms:modified xsi:type="dcterms:W3CDTF">2026-03-31T09:17:25Z</dcterms:modified>
</cp:coreProperties>
</file>