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</pc:sldChg>
    </pc:docChg>
  </pc:docChgLst>
  <pc:docChgLst>
    <pc:chgData name="裴 熙隆" userId="d70ee545ee25833c" providerId="LiveId" clId="{020E18F7-8EA0-4108-A4C8-20FF3EFE3E66}"/>
    <pc:docChg chg="undo custSel addSld delSld modSld">
      <pc:chgData name="裴 熙隆" userId="d70ee545ee25833c" providerId="LiveId" clId="{020E18F7-8EA0-4108-A4C8-20FF3EFE3E66}" dt="2026-03-30T10:18:49.063" v="234" actId="47"/>
      <pc:docMkLst>
        <pc:docMk/>
      </pc:docMkLst>
      <pc:sldChg chg="addSp delSp modSp mod">
        <pc:chgData name="裴 熙隆" userId="d70ee545ee25833c" providerId="LiveId" clId="{020E18F7-8EA0-4108-A4C8-20FF3EFE3E66}" dt="2026-03-22T07:34:57.707" v="230" actId="1076"/>
        <pc:sldMkLst>
          <pc:docMk/>
          <pc:sldMk cId="2108633778" sldId="257"/>
        </pc:sldMkLst>
        <pc:spChg chg="del mod">
          <ac:chgData name="裴 熙隆" userId="d70ee545ee25833c" providerId="LiveId" clId="{020E18F7-8EA0-4108-A4C8-20FF3EFE3E66}" dt="2026-03-22T07:22:03.232" v="12" actId="478"/>
          <ac:spMkLst>
            <pc:docMk/>
            <pc:sldMk cId="2108633778" sldId="257"/>
            <ac:spMk id="6" creationId="{A170E8EF-773B-4555-B326-D015537E9E65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9" creationId="{BE009D0E-A7B6-4DD0-AE5F-3866A2D5B7F1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1" creationId="{BDBF5D2C-C09F-4E45-B9C9-D6FB2D0C8AD2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2" creationId="{C3BB002E-CB75-4AB3-9027-69778544D8EC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3" creationId="{41AFC15F-7376-48CF-9B34-FE5A1F692A9D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4" creationId="{B2190AF6-FCE8-4951-92B8-EB3B82AF2405}"/>
          </ac:spMkLst>
        </pc:spChg>
        <pc:spChg chg="mod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5" creationId="{A49A0554-B5C3-49FF-A3C7-0AC376E40168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7" creationId="{28FC9528-33C9-4670-90D1-D49B62A09945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8" creationId="{64DFF29B-0214-4147-871D-F4ECAAAB2376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19" creationId="{A628DE0E-CF6B-4CF7-816F-E17CE85E34D8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1" creationId="{D6E25414-038A-472D-A5E0-DDCEFB0A4AFA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22" creationId="{00B7ADEF-8C1E-4DCB-8009-9C6B3A6DBD8C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3" creationId="{873D46E7-5D5C-4040-BC0D-88A3090BC81F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4" creationId="{5CD9A247-2887-4A81-9699-6FA4709EABF1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5" creationId="{A13E182B-CC83-4FC4-A2CB-2E7FAE8F3DC1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6" creationId="{D18D0ABB-C839-4E7D-BCC0-17D7356661BF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7" creationId="{D23CB59E-79D6-42A5-8137-6AD6AAD6D006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8" creationId="{2B5F4D43-943D-456F-8995-502D67215F0D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29" creationId="{C7F48C06-8ED0-4206-B41D-1B9ED84D65A5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31" creationId="{33DC9083-8674-465B-B4E1-C124F19EF9C5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32" creationId="{A0A254E3-173B-4315-A82E-180F869934AC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34" creationId="{6FAFB3C8-ABD4-47D9-A04A-E55024085AC8}"/>
          </ac:spMkLst>
        </pc:spChg>
        <pc:spChg chg="mod topLvl">
          <ac:chgData name="裴 熙隆" userId="d70ee545ee25833c" providerId="LiveId" clId="{020E18F7-8EA0-4108-A4C8-20FF3EFE3E66}" dt="2026-03-22T07:24:11.173" v="50" actId="165"/>
          <ac:spMkLst>
            <pc:docMk/>
            <pc:sldMk cId="2108633778" sldId="257"/>
            <ac:spMk id="35" creationId="{9DD9BC83-BE2E-4CDE-AB75-615518B12B7B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37" creationId="{8824BE5A-D8F0-4E42-809A-4E4A927E95F2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38" creationId="{4B04F9DA-7B3F-4D0B-95A1-550E3579A621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39" creationId="{76C88119-ED4A-4639-A2AD-DB345EEF460D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0" creationId="{63C9522B-1BD3-4DEE-89EC-5DBF38194342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1" creationId="{3F3DD771-CB72-4CC1-B1B7-E0CF6331D5BA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2" creationId="{F384F5A7-EF03-4D39-9D28-86A815933504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3" creationId="{B6EF451B-D8F8-4BE8-8E9F-D28AE2DE33EC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5" creationId="{9A0A484C-13F9-4CDD-A7CE-314F35A08432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7" creationId="{E185D343-CFAE-4D36-88BC-5B5518A176DD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49" creationId="{088F162A-4BA9-4DF1-921F-D2DCA9CEAD4D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1" creationId="{30DCB590-2501-449A-8866-9E6764FB08BF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2" creationId="{A7E08162-CB74-4F16-B6AB-C99A62A30738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4" creationId="{2D6751F3-B3D8-4787-855D-DEE23E9B47B2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5" creationId="{CE8EC834-4233-43EF-9C06-301FB6C393D3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6" creationId="{00032056-0A40-4B7D-ADD8-1A3A99402598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7" creationId="{761B0CF3-C482-49C3-95CB-177CE861EFF7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8" creationId="{6FC2CAE8-8BBE-4B84-A013-F8B5AB77CCD3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59" creationId="{FCC52082-E22F-4CCB-85BC-0EFADB99699C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0" creationId="{96F89E1B-C250-4E9C-A42D-52CD092216B1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1" creationId="{0EFD22D7-3D4B-4D62-9D0A-21006F97AB1B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2" creationId="{257A82DD-9045-4C33-B3FC-A0E9CA1CF355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3" creationId="{BE785E1D-83B7-49D3-BA68-F44755AE2712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4" creationId="{8636C8AF-3F11-49A6-8FD4-C6255BE8B82E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66" creationId="{4E781E7B-66BE-48D4-ACAA-2B7534D3CB72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68" creationId="{0E031EBA-3829-42EC-A2AA-DEDA244AD66F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69" creationId="{1C6F9091-214E-4BAB-92ED-BCA907BBA495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0" creationId="{E552712E-75BA-488D-BE0D-B133ADB093E3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1" creationId="{9F362303-BFD1-4054-9EC1-05BC4D359698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2" creationId="{DA7BC340-F4EB-4D82-9F8B-7F6BBA8A66AD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3" creationId="{0E80AC3D-5C88-4BFC-99E8-6A63CC57BB1E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4" creationId="{B5C15F97-BD19-4615-8FE9-E8B61DEB0322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5" creationId="{E55B1E85-6A70-43F6-883C-05B0FFD2F9EB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6" creationId="{6DFEBB7E-6490-4B3F-8CBA-03FA8ECC0B06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7" creationId="{F7904A54-BF12-40B9-A967-5E502D79AD46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8" creationId="{32432727-D41F-4DBF-ABCE-D05202ED369D}"/>
          </ac:spMkLst>
        </pc:spChg>
        <pc:spChg chg="mod">
          <ac:chgData name="裴 熙隆" userId="d70ee545ee25833c" providerId="LiveId" clId="{020E18F7-8EA0-4108-A4C8-20FF3EFE3E66}" dt="2026-03-22T07:25:05.931" v="54" actId="207"/>
          <ac:spMkLst>
            <pc:docMk/>
            <pc:sldMk cId="2108633778" sldId="257"/>
            <ac:spMk id="79" creationId="{456DFD2F-E6C2-4485-88B3-275ED265B43D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81" creationId="{F10F404B-D993-4DF7-9C6B-DBFEBDEA6AEF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82" creationId="{0A5026EB-7C4E-44F6-9301-B1030D61FD37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83" creationId="{AF9CB99C-B547-42BB-AEB9-FC655E26D0E8}"/>
          </ac:spMkLst>
        </pc:spChg>
        <pc:spChg chg="mod">
          <ac:chgData name="裴 熙隆" userId="d70ee545ee25833c" providerId="LiveId" clId="{020E18F7-8EA0-4108-A4C8-20FF3EFE3E66}" dt="2026-03-22T07:21:53.133" v="10" actId="27803"/>
          <ac:spMkLst>
            <pc:docMk/>
            <pc:sldMk cId="2108633778" sldId="257"/>
            <ac:spMk id="84" creationId="{993518B4-2067-45DD-9793-B150679C2DE1}"/>
          </ac:spMkLst>
        </pc:spChg>
        <pc:spChg chg="mod topLvl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86" creationId="{2177797F-D231-4EA4-9E41-BB3033E2BA97}"/>
          </ac:spMkLst>
        </pc:spChg>
        <pc:spChg chg="mod topLvl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87" creationId="{613A522C-ADEF-4443-8F19-70C2D27B3E84}"/>
          </ac:spMkLst>
        </pc:spChg>
        <pc:spChg chg="mod topLvl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88" creationId="{BD06E03F-35F3-4AE0-A6D9-B73840D4F9C7}"/>
          </ac:spMkLst>
        </pc:spChg>
        <pc:spChg chg="del mod topLvl">
          <ac:chgData name="裴 熙隆" userId="d70ee545ee25833c" providerId="LiveId" clId="{020E18F7-8EA0-4108-A4C8-20FF3EFE3E66}" dt="2026-03-22T07:27:14.457" v="110" actId="478"/>
          <ac:spMkLst>
            <pc:docMk/>
            <pc:sldMk cId="2108633778" sldId="257"/>
            <ac:spMk id="89" creationId="{E574FCA3-F2A9-4388-B136-8D85C30BB695}"/>
          </ac:spMkLst>
        </pc:spChg>
        <pc:spChg chg="del mod topLvl">
          <ac:chgData name="裴 熙隆" userId="d70ee545ee25833c" providerId="LiveId" clId="{020E18F7-8EA0-4108-A4C8-20FF3EFE3E66}" dt="2026-03-22T07:27:13.722" v="109" actId="478"/>
          <ac:spMkLst>
            <pc:docMk/>
            <pc:sldMk cId="2108633778" sldId="257"/>
            <ac:spMk id="90" creationId="{C4BF20C1-09BE-4F5B-AE99-B8B4366E2179}"/>
          </ac:spMkLst>
        </pc:spChg>
        <pc:spChg chg="del mod topLvl">
          <ac:chgData name="裴 熙隆" userId="d70ee545ee25833c" providerId="LiveId" clId="{020E18F7-8EA0-4108-A4C8-20FF3EFE3E66}" dt="2026-03-22T07:27:12.737" v="108" actId="478"/>
          <ac:spMkLst>
            <pc:docMk/>
            <pc:sldMk cId="2108633778" sldId="257"/>
            <ac:spMk id="91" creationId="{B909B2CE-D16C-4275-9AD3-3BE6E33B1980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11" creationId="{F2E2C323-3698-474F-874A-0B4C60472B5D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13" creationId="{DE554261-B034-4E33-ABEE-1AA94172FCEB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15" creationId="{7466C8D5-C668-4FEC-9339-53D565A50B08}"/>
          </ac:spMkLst>
        </pc:spChg>
        <pc:spChg chg="add mod">
          <ac:chgData name="裴 熙隆" userId="d70ee545ee25833c" providerId="LiveId" clId="{020E18F7-8EA0-4108-A4C8-20FF3EFE3E66}" dt="2026-03-22T07:23:19.233" v="42" actId="571"/>
          <ac:spMkLst>
            <pc:docMk/>
            <pc:sldMk cId="2108633778" sldId="257"/>
            <ac:spMk id="120" creationId="{27D74D00-6035-4907-A655-2CA9FE8526AA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020E18F7-8EA0-4108-A4C8-20FF3EFE3E66}" dt="2026-03-22T07:23:19.233" v="42" actId="571"/>
          <ac:spMkLst>
            <pc:docMk/>
            <pc:sldMk cId="2108633778" sldId="257"/>
            <ac:spMk id="122" creationId="{038748D1-038A-4FDD-85F7-5B1749B1F908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124" creationId="{83C950F5-B30C-44B8-928E-298DD4E663EC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5" creationId="{3E0D4D7C-75A7-42FA-B4CC-9680CA198ACE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7" creationId="{011AC10C-C38F-4F73-8956-EBE09635EF61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8" creationId="{403D12B4-5EAE-4B7C-9F66-F818A3ADEB9B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130" creationId="{3812C793-6A97-42BA-92CA-756C2569D6F9}"/>
          </ac:spMkLst>
        </pc:spChg>
        <pc:spChg chg="add mod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131" creationId="{B5370672-916A-476E-85D3-962409E4B1A8}"/>
          </ac:spMkLst>
        </pc:spChg>
        <pc:spChg chg="mod">
          <ac:chgData name="裴 熙隆" userId="d70ee545ee25833c" providerId="LiveId" clId="{020E18F7-8EA0-4108-A4C8-20FF3EFE3E66}" dt="2026-03-22T07:27:39.193" v="114" actId="164"/>
          <ac:spMkLst>
            <pc:docMk/>
            <pc:sldMk cId="2108633778" sldId="257"/>
            <ac:spMk id="132" creationId="{D479493B-86C9-478B-A655-1A20F964823C}"/>
          </ac:spMkLst>
        </pc:spChg>
        <pc:spChg chg="add mod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133" creationId="{D0F81984-D668-4F03-AD88-B0234EE79261}"/>
          </ac:spMkLst>
        </pc:spChg>
        <pc:spChg chg="add mod">
          <ac:chgData name="裴 熙隆" userId="d70ee545ee25833c" providerId="LiveId" clId="{020E18F7-8EA0-4108-A4C8-20FF3EFE3E66}" dt="2026-03-22T07:34:57.707" v="230" actId="1076"/>
          <ac:spMkLst>
            <pc:docMk/>
            <pc:sldMk cId="2108633778" sldId="257"/>
            <ac:spMk id="134" creationId="{4EAEA545-4D90-4A97-A805-7E81619F26E5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36" creationId="{066A4A03-626A-4A11-8F80-BC8DC185A483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37" creationId="{EDD57F05-2E54-4DE2-8FBF-6F5270B53E60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38" creationId="{A40E3E78-8907-4A0A-A6EB-A10F63C3B5EB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39" creationId="{BA346189-3A2C-4F4C-9EB7-56913EC7FF8B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40" creationId="{4FE63F6D-9125-40C6-88CA-E9306CD5885B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41" creationId="{9D7B99AA-CD59-4B9B-81DD-99A5407DA182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42" creationId="{C32B289C-89D8-49CA-862A-6624596674DE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020E18F7-8EA0-4108-A4C8-20FF3EFE3E66}" dt="2026-03-22T07:27:43.280" v="115" actId="164"/>
          <ac:spMkLst>
            <pc:docMk/>
            <pc:sldMk cId="2108633778" sldId="257"/>
            <ac:spMk id="153" creationId="{402624E0-036F-4B0A-B018-283C4D34D224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61" creationId="{1B7E6E98-BE1E-4B64-8CC9-7D698C1B2CCF}"/>
          </ac:spMkLst>
        </pc:spChg>
        <pc:spChg chg="del">
          <ac:chgData name="裴 熙隆" userId="d70ee545ee25833c" providerId="LiveId" clId="{020E18F7-8EA0-4108-A4C8-20FF3EFE3E66}" dt="2026-03-22T07:21:39.952" v="8" actId="478"/>
          <ac:spMkLst>
            <pc:docMk/>
            <pc:sldMk cId="2108633778" sldId="257"/>
            <ac:spMk id="162" creationId="{BE8794AD-4871-48D9-8908-E7A0F096154C}"/>
          </ac:spMkLst>
        </pc:spChg>
        <pc:grpChg chg="del mod">
          <ac:chgData name="裴 熙隆" userId="d70ee545ee25833c" providerId="LiveId" clId="{020E18F7-8EA0-4108-A4C8-20FF3EFE3E66}" dt="2026-03-22T07:21:53.133" v="10" actId="27803"/>
          <ac:grpSpMkLst>
            <pc:docMk/>
            <pc:sldMk cId="2108633778" sldId="257"/>
            <ac:grpSpMk id="5" creationId="{9C75AC4E-23CF-4C2A-865D-21B1587BF6FD}"/>
          </ac:grpSpMkLst>
        </pc:grpChg>
        <pc:grpChg chg="add del mod">
          <ac:chgData name="裴 熙隆" userId="d70ee545ee25833c" providerId="LiveId" clId="{020E18F7-8EA0-4108-A4C8-20FF3EFE3E66}" dt="2026-03-22T07:27:43.280" v="115" actId="164"/>
          <ac:grpSpMkLst>
            <pc:docMk/>
            <pc:sldMk cId="2108633778" sldId="257"/>
            <ac:grpSpMk id="7" creationId="{78456398-392C-422D-8170-9C98860F9DBB}"/>
          </ac:grpSpMkLst>
        </pc:grpChg>
        <pc:grpChg chg="mod topLvl">
          <ac:chgData name="裴 熙隆" userId="d70ee545ee25833c" providerId="LiveId" clId="{020E18F7-8EA0-4108-A4C8-20FF3EFE3E66}" dt="2026-03-22T07:24:11.173" v="50" actId="165"/>
          <ac:grpSpMkLst>
            <pc:docMk/>
            <pc:sldMk cId="2108633778" sldId="257"/>
            <ac:grpSpMk id="8" creationId="{C7463E6F-1ACF-451F-9498-02543F336E10}"/>
          </ac:grpSpMkLst>
        </pc:grpChg>
        <pc:grpChg chg="add del mod topLvl">
          <ac:chgData name="裴 熙隆" userId="d70ee545ee25833c" providerId="LiveId" clId="{020E18F7-8EA0-4108-A4C8-20FF3EFE3E66}" dt="2026-03-22T07:24:11.173" v="50" actId="165"/>
          <ac:grpSpMkLst>
            <pc:docMk/>
            <pc:sldMk cId="2108633778" sldId="257"/>
            <ac:grpSpMk id="16" creationId="{017DD2E8-A25F-4314-8B85-86941D1308EE}"/>
          </ac:grpSpMkLst>
        </pc:grpChg>
        <pc:grpChg chg="mod">
          <ac:chgData name="裴 熙隆" userId="d70ee545ee25833c" providerId="LiveId" clId="{020E18F7-8EA0-4108-A4C8-20FF3EFE3E66}" dt="2026-03-22T07:34:57.707" v="230" actId="1076"/>
          <ac:grpSpMkLst>
            <pc:docMk/>
            <pc:sldMk cId="2108633778" sldId="257"/>
            <ac:grpSpMk id="36" creationId="{6A5DBB18-B4B6-4DB7-AEFB-44E9C1D683AC}"/>
          </ac:grpSpMkLst>
        </pc:grpChg>
        <pc:grpChg chg="mod">
          <ac:chgData name="裴 熙隆" userId="d70ee545ee25833c" providerId="LiveId" clId="{020E18F7-8EA0-4108-A4C8-20FF3EFE3E66}" dt="2026-03-22T07:34:57.707" v="230" actId="1076"/>
          <ac:grpSpMkLst>
            <pc:docMk/>
            <pc:sldMk cId="2108633778" sldId="257"/>
            <ac:grpSpMk id="65" creationId="{CF2D43C1-6D1E-4102-A035-48C8B8D3E4FB}"/>
          </ac:grpSpMkLst>
        </pc:grpChg>
        <pc:grpChg chg="mod">
          <ac:chgData name="裴 熙隆" userId="d70ee545ee25833c" providerId="LiveId" clId="{020E18F7-8EA0-4108-A4C8-20FF3EFE3E66}" dt="2026-03-22T07:21:53.133" v="10" actId="27803"/>
          <ac:grpSpMkLst>
            <pc:docMk/>
            <pc:sldMk cId="2108633778" sldId="257"/>
            <ac:grpSpMk id="67" creationId="{976099F2-795B-49F8-88D2-550878B9A5FB}"/>
          </ac:grpSpMkLst>
        </pc:grpChg>
        <pc:grpChg chg="del mod">
          <ac:chgData name="裴 熙隆" userId="d70ee545ee25833c" providerId="LiveId" clId="{020E18F7-8EA0-4108-A4C8-20FF3EFE3E66}" dt="2026-03-22T07:26:00.176" v="86" actId="478"/>
          <ac:grpSpMkLst>
            <pc:docMk/>
            <pc:sldMk cId="2108633778" sldId="257"/>
            <ac:grpSpMk id="80" creationId="{AC214290-5688-4C12-B0D0-A6BFBAFFBE83}"/>
          </ac:grpSpMkLst>
        </pc:grpChg>
        <pc:grpChg chg="del mod">
          <ac:chgData name="裴 熙隆" userId="d70ee545ee25833c" providerId="LiveId" clId="{020E18F7-8EA0-4108-A4C8-20FF3EFE3E66}" dt="2026-03-22T07:24:20.634" v="52" actId="165"/>
          <ac:grpSpMkLst>
            <pc:docMk/>
            <pc:sldMk cId="2108633778" sldId="257"/>
            <ac:grpSpMk id="85" creationId="{408F8911-C39E-4187-B978-E03220CACECE}"/>
          </ac:grpSpMkLst>
        </pc:grpChg>
        <pc:grpChg chg="add mod">
          <ac:chgData name="裴 熙隆" userId="d70ee545ee25833c" providerId="LiveId" clId="{020E18F7-8EA0-4108-A4C8-20FF3EFE3E66}" dt="2026-03-22T07:34:57.707" v="230" actId="1076"/>
          <ac:grpSpMkLst>
            <pc:docMk/>
            <pc:sldMk cId="2108633778" sldId="257"/>
            <ac:grpSpMk id="92" creationId="{2DE9FFA2-2D46-4284-851C-1953E6B4152A}"/>
          </ac:grpSpMkLst>
        </pc:grpChg>
        <pc:grpChg chg="add mod">
          <ac:chgData name="裴 熙隆" userId="d70ee545ee25833c" providerId="LiveId" clId="{020E18F7-8EA0-4108-A4C8-20FF3EFE3E66}" dt="2026-03-22T07:34:57.707" v="230" actId="1076"/>
          <ac:grpSpMkLst>
            <pc:docMk/>
            <pc:sldMk cId="2108633778" sldId="257"/>
            <ac:grpSpMk id="93" creationId="{78AC4195-BA42-47E9-8D42-5663FE379635}"/>
          </ac:grpSpMkLst>
        </pc:grpChg>
        <pc:picChg chg="add del mod">
          <ac:chgData name="裴 熙隆" userId="d70ee545ee25833c" providerId="LiveId" clId="{020E18F7-8EA0-4108-A4C8-20FF3EFE3E66}" dt="2026-03-22T07:21:53.133" v="10" actId="27803"/>
          <ac:picMkLst>
            <pc:docMk/>
            <pc:sldMk cId="2108633778" sldId="257"/>
            <ac:picMk id="4" creationId="{076E45B3-9268-44FE-8971-74DF9C7DD9EB}"/>
          </ac:picMkLst>
        </pc:picChg>
        <pc:picChg chg="del">
          <ac:chgData name="裴 熙隆" userId="d70ee545ee25833c" providerId="LiveId" clId="{020E18F7-8EA0-4108-A4C8-20FF3EFE3E66}" dt="2026-03-22T07:21:39.952" v="8" actId="478"/>
          <ac:picMkLst>
            <pc:docMk/>
            <pc:sldMk cId="2108633778" sldId="257"/>
            <ac:picMk id="20" creationId="{659AB4F9-C06C-49C5-AFDB-5468058CF636}"/>
          </ac:picMkLst>
        </pc:picChg>
        <pc:picChg chg="del">
          <ac:chgData name="裴 熙隆" userId="d70ee545ee25833c" providerId="LiveId" clId="{020E18F7-8EA0-4108-A4C8-20FF3EFE3E66}" dt="2026-03-22T07:21:39.952" v="8" actId="478"/>
          <ac:picMkLst>
            <pc:docMk/>
            <pc:sldMk cId="2108633778" sldId="257"/>
            <ac:picMk id="33" creationId="{66F97F53-F9F9-4A07-A711-03EDA6F7680F}"/>
          </ac:picMkLst>
        </pc:picChg>
        <pc:picChg chg="add mod">
          <ac:chgData name="裴 熙隆" userId="d70ee545ee25833c" providerId="LiveId" clId="{020E18F7-8EA0-4108-A4C8-20FF3EFE3E66}" dt="2026-03-22T07:27:39.193" v="114" actId="164"/>
          <ac:picMkLst>
            <pc:docMk/>
            <pc:sldMk cId="2108633778" sldId="257"/>
            <ac:picMk id="126" creationId="{6440C742-B740-4BAB-95DC-6E9A594FAEF6}"/>
          </ac:picMkLst>
        </pc:pic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3" creationId="{90626465-BA73-4118-9A58-8033B0A679ED}"/>
          </ac:cxnSpMkLst>
        </pc:cxnChg>
        <pc:cxnChg chg="del mod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30" creationId="{66E8AE3A-63C3-4142-96AC-8B2F30F7D9D0}"/>
          </ac:cxnSpMkLst>
        </pc:cxnChg>
        <pc:cxnChg chg="del mod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44" creationId="{25A82A1C-D356-4B76-B9C4-BFDC68E28DCB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46" creationId="{142CD69C-C388-4523-9189-D12A0734967B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48" creationId="{6C98E931-A788-4F40-86AD-8A81E41C67FE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04" creationId="{8F573D05-11A5-422E-A777-7839BDF56D13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48" creationId="{04C7A379-E57B-450D-BA65-0381B65272AC}"/>
          </ac:cxnSpMkLst>
        </pc:cxnChg>
        <pc:cxnChg chg="del mod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49" creationId="{B139D756-9F3D-41C3-8E92-7A464B015AC4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54" creationId="{4CD0ABCD-EF5E-47B3-8BD0-FE360F1DD1F7}"/>
          </ac:cxnSpMkLst>
        </pc:cxnChg>
        <pc:cxnChg chg="del">
          <ac:chgData name="裴 熙隆" userId="d70ee545ee25833c" providerId="LiveId" clId="{020E18F7-8EA0-4108-A4C8-20FF3EFE3E66}" dt="2026-03-22T07:21:39.952" v="8" actId="478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del">
        <pc:chgData name="裴 熙隆" userId="d70ee545ee25833c" providerId="LiveId" clId="{020E18F7-8EA0-4108-A4C8-20FF3EFE3E66}" dt="2026-03-30T10:18:47.288" v="231" actId="47"/>
        <pc:sldMkLst>
          <pc:docMk/>
          <pc:sldMk cId="1599201057" sldId="260"/>
        </pc:sldMkLst>
      </pc:sldChg>
      <pc:sldChg chg="del">
        <pc:chgData name="裴 熙隆" userId="d70ee545ee25833c" providerId="LiveId" clId="{020E18F7-8EA0-4108-A4C8-20FF3EFE3E66}" dt="2026-03-30T10:18:48.101" v="232" actId="47"/>
        <pc:sldMkLst>
          <pc:docMk/>
          <pc:sldMk cId="2940007549" sldId="261"/>
        </pc:sldMkLst>
      </pc:sldChg>
      <pc:sldChg chg="del">
        <pc:chgData name="裴 熙隆" userId="d70ee545ee25833c" providerId="LiveId" clId="{020E18F7-8EA0-4108-A4C8-20FF3EFE3E66}" dt="2026-03-30T10:18:48.625" v="233" actId="47"/>
        <pc:sldMkLst>
          <pc:docMk/>
          <pc:sldMk cId="640387381" sldId="262"/>
        </pc:sldMkLst>
      </pc:sldChg>
      <pc:sldChg chg="delSp add del mod">
        <pc:chgData name="裴 熙隆" userId="d70ee545ee25833c" providerId="LiveId" clId="{020E18F7-8EA0-4108-A4C8-20FF3EFE3E66}" dt="2026-03-30T10:18:49.063" v="234" actId="47"/>
        <pc:sldMkLst>
          <pc:docMk/>
          <pc:sldMk cId="280830536" sldId="263"/>
        </pc:sldMkLst>
        <pc:picChg chg="del">
          <ac:chgData name="裴 熙隆" userId="d70ee545ee25833c" providerId="LiveId" clId="{020E18F7-8EA0-4108-A4C8-20FF3EFE3E66}" dt="2026-03-22T07:21:21.508" v="2" actId="478"/>
          <ac:picMkLst>
            <pc:docMk/>
            <pc:sldMk cId="280830536" sldId="263"/>
            <ac:picMk id="4" creationId="{076E45B3-9268-44FE-8971-74DF9C7DD9EB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0-09T16:09:46.814" v="29" actId="1076"/>
      <pc:docMkLst>
        <pc:docMk/>
      </pc:docMkLst>
      <pc:sldChg chg="addSp delSp modSp mod">
        <pc:chgData name="Rabbit AI" userId="d70ee545ee25833c" providerId="LiveId" clId="{8AEE6C01-8D16-45E4-B595-8E2846456CE4}" dt="2025-10-09T16:09:42.663" v="27" actId="21"/>
        <pc:sldMkLst>
          <pc:docMk/>
          <pc:sldMk cId="2108633778" sldId="257"/>
        </pc:sldMkLst>
        <pc:picChg chg="add del mod">
          <ac:chgData name="Rabbit AI" userId="d70ee545ee25833c" providerId="LiveId" clId="{8AEE6C01-8D16-45E4-B595-8E2846456CE4}" dt="2025-10-09T16:09:42.663" v="27" actId="21"/>
          <ac:picMkLst>
            <pc:docMk/>
            <pc:sldMk cId="2108633778" sldId="257"/>
            <ac:picMk id="4" creationId="{6FE8D1F2-13F9-6AEA-EF4B-F81818FE6D89}"/>
          </ac:picMkLst>
        </pc:picChg>
      </pc:sldChg>
      <pc:sldChg chg="addSp modSp mod">
        <pc:chgData name="Rabbit AI" userId="d70ee545ee25833c" providerId="LiveId" clId="{8AEE6C01-8D16-45E4-B595-8E2846456CE4}" dt="2025-10-09T16:09:46.814" v="29" actId="1076"/>
        <pc:sldMkLst>
          <pc:docMk/>
          <pc:sldMk cId="1599201057" sldId="260"/>
        </pc:sldMkLst>
        <pc:picChg chg="add mod">
          <ac:chgData name="Rabbit AI" userId="d70ee545ee25833c" providerId="LiveId" clId="{8AEE6C01-8D16-45E4-B595-8E2846456CE4}" dt="2025-10-09T16:09:46.814" v="29" actId="1076"/>
          <ac:picMkLst>
            <pc:docMk/>
            <pc:sldMk cId="1599201057" sldId="260"/>
            <ac:picMk id="4" creationId="{6FE8D1F2-13F9-6AEA-EF4B-F81818FE6D89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B684D470-22EE-4533-B0FB-03780E6D1B0B}"/>
    <pc:docChg chg="undo redo custSel addSld delSld modSld">
      <pc:chgData name="裴 熙隆" userId="d70ee545ee25833c" providerId="LiveId" clId="{B684D470-22EE-4533-B0FB-03780E6D1B0B}" dt="2025-10-19T06:59:10.936" v="727" actId="1076"/>
      <pc:docMkLst>
        <pc:docMk/>
      </pc:docMkLst>
      <pc:sldChg chg="addSp delSp modSp mod setBg">
        <pc:chgData name="裴 熙隆" userId="d70ee545ee25833c" providerId="LiveId" clId="{B684D470-22EE-4533-B0FB-03780E6D1B0B}" dt="2025-10-19T06:59:10.936" v="727" actId="1076"/>
        <pc:sldMkLst>
          <pc:docMk/>
          <pc:sldMk cId="2108633778" sldId="257"/>
        </pc:sldMkLst>
        <pc:spChg chg="add del mod">
          <ac:chgData name="裴 熙隆" userId="d70ee545ee25833c" providerId="LiveId" clId="{B684D470-22EE-4533-B0FB-03780E6D1B0B}" dt="2025-10-09T06:53:50.333" v="40" actId="478"/>
          <ac:spMkLst>
            <pc:docMk/>
            <pc:sldMk cId="2108633778" sldId="257"/>
            <ac:spMk id="9" creationId="{F3C744FE-7AD8-469F-8C11-AB928EC818B7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0" creationId="{A25F084B-8E2A-434F-89C1-FB8047CCA79E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8" creationId="{4C3091FE-5DF0-4DE9-8386-233E5AC3E10B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9" creationId="{ADDD9DC1-9EDD-4764-8E9D-F31D2CB2280B}"/>
          </ac:spMkLst>
        </pc:spChg>
        <pc:spChg chg="add mod">
          <ac:chgData name="裴 熙隆" userId="d70ee545ee25833c" providerId="LiveId" clId="{B684D470-22EE-4533-B0FB-03780E6D1B0B}" dt="2025-10-09T07:12:28.891" v="332" actId="207"/>
          <ac:spMkLst>
            <pc:docMk/>
            <pc:sldMk cId="2108633778" sldId="257"/>
            <ac:spMk id="22" creationId="{00B7ADEF-8C1E-4DCB-8009-9C6B3A6DBD8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24" creationId="{EA9A7F84-37B1-4725-A503-0A3D54F7B58F}"/>
          </ac:spMkLst>
        </pc:spChg>
        <pc:spChg chg="add del">
          <ac:chgData name="裴 熙隆" userId="d70ee545ee25833c" providerId="LiveId" clId="{B684D470-22EE-4533-B0FB-03780E6D1B0B}" dt="2025-10-09T07:17:21.990" v="396" actId="478"/>
          <ac:spMkLst>
            <pc:docMk/>
            <pc:sldMk cId="2108633778" sldId="257"/>
            <ac:spMk id="28" creationId="{00316E6F-ED93-4154-838B-C7411D5CC87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B684D470-22EE-4533-B0FB-03780E6D1B0B}" dt="2025-10-14T04:15:23.020" v="714" actId="1076"/>
          <ac:spMkLst>
            <pc:docMk/>
            <pc:sldMk cId="2108633778" sldId="257"/>
            <ac:spMk id="50" creationId="{6BDD76B2-2EF1-40D3-A62E-B4E27145D97A}"/>
          </ac:spMkLst>
        </pc:spChg>
        <pc:spChg chg="add mod">
          <ac:chgData name="裴 熙隆" userId="d70ee545ee25833c" providerId="LiveId" clId="{B684D470-22EE-4533-B0FB-03780E6D1B0B}" dt="2025-10-11T02:23:07.306" v="509" actId="20577"/>
          <ac:spMkLst>
            <pc:docMk/>
            <pc:sldMk cId="2108633778" sldId="257"/>
            <ac:spMk id="53" creationId="{A115B632-18AD-49B0-86CC-1FA5AD2C9A0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6" creationId="{B6A3833E-4D38-4F75-84A0-F43E9665700D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7" creationId="{DB7ECC85-3835-4311-80F8-0E1AB2016876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B684D470-22EE-4533-B0FB-03780E6D1B0B}" dt="2025-10-11T02:43:35.069" v="510" actId="1076"/>
          <ac:spMkLst>
            <pc:docMk/>
            <pc:sldMk cId="2108633778" sldId="257"/>
            <ac:spMk id="111" creationId="{F2E2C323-3698-474F-874A-0B4C60472B5D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3" creationId="{DE554261-B034-4E33-ABEE-1AA94172FCEB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5" creationId="{7466C8D5-C668-4FEC-9339-53D565A50B08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6" creationId="{182F2F87-8C86-4608-B213-7DF6440D6B64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8" creationId="{8BD2366A-94B8-4FF6-A084-9340A07D5AC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B684D470-22EE-4533-B0FB-03780E6D1B0B}" dt="2025-10-09T07:29:42.108" v="409" actId="1076"/>
          <ac:spMkLst>
            <pc:docMk/>
            <pc:sldMk cId="2108633778" sldId="257"/>
            <ac:spMk id="125" creationId="{3E0D4D7C-75A7-42FA-B4CC-9680CA198ACE}"/>
          </ac:spMkLst>
        </pc:spChg>
        <pc:spChg chg="add mod">
          <ac:chgData name="裴 熙隆" userId="d70ee545ee25833c" providerId="LiveId" clId="{B684D470-22EE-4533-B0FB-03780E6D1B0B}" dt="2025-10-09T07:30:10.930" v="415" actId="1076"/>
          <ac:spMkLst>
            <pc:docMk/>
            <pc:sldMk cId="2108633778" sldId="257"/>
            <ac:spMk id="127" creationId="{011AC10C-C38F-4F73-8956-EBE09635EF61}"/>
          </ac:spMkLst>
        </pc:spChg>
        <pc:spChg chg="add mod">
          <ac:chgData name="裴 熙隆" userId="d70ee545ee25833c" providerId="LiveId" clId="{B684D470-22EE-4533-B0FB-03780E6D1B0B}" dt="2025-10-09T07:29:39.603" v="408" actId="1076"/>
          <ac:spMkLst>
            <pc:docMk/>
            <pc:sldMk cId="2108633778" sldId="257"/>
            <ac:spMk id="128" creationId="{403D12B4-5EAE-4B7C-9F66-F818A3ADEB9B}"/>
          </ac:spMkLst>
        </pc:spChg>
        <pc:spChg chg="add mod">
          <ac:chgData name="裴 熙隆" userId="d70ee545ee25833c" providerId="LiveId" clId="{B684D470-22EE-4533-B0FB-03780E6D1B0B}" dt="2025-10-09T07:29:35.494" v="407" actId="1076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B684D470-22EE-4533-B0FB-03780E6D1B0B}" dt="2025-10-19T06:59:10.936" v="727" actId="1076"/>
          <ac:spMkLst>
            <pc:docMk/>
            <pc:sldMk cId="2108633778" sldId="257"/>
            <ac:spMk id="132" creationId="{D479493B-86C9-478B-A655-1A20F964823C}"/>
          </ac:spMkLst>
        </pc:spChg>
        <pc:spChg chg="add del mod">
          <ac:chgData name="裴 熙隆" userId="d70ee545ee25833c" providerId="LiveId" clId="{B684D470-22EE-4533-B0FB-03780E6D1B0B}" dt="2025-10-19T06:58:49.490" v="718" actId="478"/>
          <ac:spMkLst>
            <pc:docMk/>
            <pc:sldMk cId="2108633778" sldId="257"/>
            <ac:spMk id="133" creationId="{96773FF4-56C1-4080-BECF-97952A67265C}"/>
          </ac:spMkLst>
        </pc:spChg>
        <pc:spChg chg="add del mod">
          <ac:chgData name="裴 熙隆" userId="d70ee545ee25833c" providerId="LiveId" clId="{B684D470-22EE-4533-B0FB-03780E6D1B0B}" dt="2025-10-19T06:58:51.329" v="720" actId="478"/>
          <ac:spMkLst>
            <pc:docMk/>
            <pc:sldMk cId="2108633778" sldId="257"/>
            <ac:spMk id="134" creationId="{1C25D86C-E6FD-4608-8A34-EE375FA1CDA7}"/>
          </ac:spMkLst>
        </pc:spChg>
        <pc:spChg chg="add del mod">
          <ac:chgData name="裴 熙隆" userId="d70ee545ee25833c" providerId="LiveId" clId="{B684D470-22EE-4533-B0FB-03780E6D1B0B}" dt="2025-10-19T06:58:50.764" v="719" actId="478"/>
          <ac:spMkLst>
            <pc:docMk/>
            <pc:sldMk cId="2108633778" sldId="257"/>
            <ac:spMk id="135" creationId="{020D260D-58A7-4645-B1A6-9380BAD65B7F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6" creationId="{066A4A03-626A-4A11-8F80-BC8DC185A483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7" creationId="{EDD57F05-2E54-4DE2-8FBF-6F5270B53E60}"/>
          </ac:spMkLst>
        </pc:spChg>
        <pc:spChg chg="add mod">
          <ac:chgData name="裴 熙隆" userId="d70ee545ee25833c" providerId="LiveId" clId="{B684D470-22EE-4533-B0FB-03780E6D1B0B}" dt="2025-10-09T07:13:12.017" v="339" actId="1076"/>
          <ac:spMkLst>
            <pc:docMk/>
            <pc:sldMk cId="2108633778" sldId="257"/>
            <ac:spMk id="138" creationId="{A40E3E78-8907-4A0A-A6EB-A10F63C3B5E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9" creationId="{BA346189-3A2C-4F4C-9EB7-56913EC7FF8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0" creationId="{4FE63F6D-9125-40C6-88CA-E9306CD5885B}"/>
          </ac:spMkLst>
        </pc:spChg>
        <pc:spChg chg="add mod">
          <ac:chgData name="裴 熙隆" userId="d70ee545ee25833c" providerId="LiveId" clId="{B684D470-22EE-4533-B0FB-03780E6D1B0B}" dt="2025-10-09T07:14:02.974" v="349" actId="1076"/>
          <ac:spMkLst>
            <pc:docMk/>
            <pc:sldMk cId="2108633778" sldId="257"/>
            <ac:spMk id="141" creationId="{9D7B99AA-CD59-4B9B-81DD-99A5407DA182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2" creationId="{C32B289C-89D8-49CA-862A-6624596674DE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3" creationId="{C47C87FC-51E6-4D15-8488-02A1565561BD}"/>
          </ac:spMkLst>
        </pc:spChg>
        <pc:spChg chg="add del mod">
          <ac:chgData name="裴 熙隆" userId="d70ee545ee25833c" providerId="LiveId" clId="{B684D470-22EE-4533-B0FB-03780E6D1B0B}" dt="2025-10-14T04:11:00.014" v="512" actId="478"/>
          <ac:spMkLst>
            <pc:docMk/>
            <pc:sldMk cId="2108633778" sldId="257"/>
            <ac:spMk id="147" creationId="{8C2E040C-2847-44B3-9628-B7CF15024B43}"/>
          </ac:spMkLst>
        </pc:spChg>
        <pc:spChg chg="add mod">
          <ac:chgData name="裴 熙隆" userId="d70ee545ee25833c" providerId="LiveId" clId="{B684D470-22EE-4533-B0FB-03780E6D1B0B}" dt="2025-10-09T07:31:35.031" v="438" actId="1076"/>
          <ac:spMkLst>
            <pc:docMk/>
            <pc:sldMk cId="2108633778" sldId="257"/>
            <ac:spMk id="153" creationId="{402624E0-036F-4B0A-B018-283C4D34D224}"/>
          </ac:spMkLst>
        </pc:spChg>
        <pc:spChg chg="add mod">
          <ac:chgData name="裴 熙隆" userId="d70ee545ee25833c" providerId="LiveId" clId="{B684D470-22EE-4533-B0FB-03780E6D1B0B}" dt="2025-10-09T07:54:09.471" v="487" actId="1076"/>
          <ac:spMkLst>
            <pc:docMk/>
            <pc:sldMk cId="2108633778" sldId="257"/>
            <ac:spMk id="161" creationId="{1B7E6E98-BE1E-4B64-8CC9-7D698C1B2CCF}"/>
          </ac:spMkLst>
        </pc:spChg>
        <pc:spChg chg="add mod">
          <ac:chgData name="裴 熙隆" userId="d70ee545ee25833c" providerId="LiveId" clId="{B684D470-22EE-4533-B0FB-03780E6D1B0B}" dt="2025-10-09T07:54:18.061" v="491" actId="20577"/>
          <ac:spMkLst>
            <pc:docMk/>
            <pc:sldMk cId="2108633778" sldId="257"/>
            <ac:spMk id="162" creationId="{BE8794AD-4871-48D9-8908-E7A0F096154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B684D470-22EE-4533-B0FB-03780E6D1B0B}" dt="2025-10-19T06:59:05.386" v="726" actId="1076"/>
          <ac:picMkLst>
            <pc:docMk/>
            <pc:sldMk cId="2108633778" sldId="257"/>
            <ac:picMk id="20" creationId="{659AB4F9-C06C-49C5-AFDB-5468058CF636}"/>
          </ac:picMkLst>
        </pc:picChg>
        <pc:picChg chg="add mod">
          <ac:chgData name="裴 熙隆" userId="d70ee545ee25833c" providerId="LiveId" clId="{B684D470-22EE-4533-B0FB-03780E6D1B0B}" dt="2025-10-09T07:30:47.443" v="426" actId="1076"/>
          <ac:picMkLst>
            <pc:docMk/>
            <pc:sldMk cId="2108633778" sldId="257"/>
            <ac:picMk id="33" creationId="{66F97F53-F9F9-4A07-A711-03EDA6F7680F}"/>
          </ac:picMkLst>
        </pc:picChg>
        <pc:picChg chg="add del mod">
          <ac:chgData name="裴 熙隆" userId="d70ee545ee25833c" providerId="LiveId" clId="{B684D470-22EE-4533-B0FB-03780E6D1B0B}" dt="2025-10-19T06:58:47.205" v="716" actId="478"/>
          <ac:picMkLst>
            <pc:docMk/>
            <pc:sldMk cId="2108633778" sldId="257"/>
            <ac:picMk id="130" creationId="{2F719659-7ECC-4855-9D55-8D1B61CFAEA5}"/>
          </ac:picMkLst>
        </pc:picChg>
        <pc:picChg chg="add del mod">
          <ac:chgData name="裴 熙隆" userId="d70ee545ee25833c" providerId="LiveId" clId="{B684D470-22EE-4533-B0FB-03780E6D1B0B}" dt="2025-10-19T06:58:51.730" v="721" actId="478"/>
          <ac:picMkLst>
            <pc:docMk/>
            <pc:sldMk cId="2108633778" sldId="257"/>
            <ac:picMk id="131" creationId="{525BBE09-0265-4355-9CF0-A7FA62D99596}"/>
          </ac:picMkLst>
        </pc:picChg>
        <pc:cxnChg chg="add mod">
          <ac:chgData name="裴 熙隆" userId="d70ee545ee25833c" providerId="LiveId" clId="{B684D470-22EE-4533-B0FB-03780E6D1B0B}" dt="2025-10-09T07:04:49.474" v="287" actId="14100"/>
          <ac:cxnSpMkLst>
            <pc:docMk/>
            <pc:sldMk cId="2108633778" sldId="257"/>
            <ac:cxnSpMk id="3" creationId="{90626465-BA73-4118-9A58-8033B0A679ED}"/>
          </ac:cxnSpMkLst>
        </pc:cxnChg>
        <pc:cxnChg chg="add mod">
          <ac:chgData name="裴 熙隆" userId="d70ee545ee25833c" providerId="LiveId" clId="{B684D470-22EE-4533-B0FB-03780E6D1B0B}" dt="2025-10-09T07:31:13.519" v="430" actId="14100"/>
          <ac:cxnSpMkLst>
            <pc:docMk/>
            <pc:sldMk cId="2108633778" sldId="257"/>
            <ac:cxnSpMk id="30" creationId="{66E8AE3A-63C3-4142-96AC-8B2F30F7D9D0}"/>
          </ac:cxnSpMkLst>
        </pc:cxnChg>
        <pc:cxnChg chg="add mod">
          <ac:chgData name="裴 熙隆" userId="d70ee545ee25833c" providerId="LiveId" clId="{B684D470-22EE-4533-B0FB-03780E6D1B0B}" dt="2025-10-11T02:22:15.646" v="499" actId="14100"/>
          <ac:cxnSpMkLst>
            <pc:docMk/>
            <pc:sldMk cId="2108633778" sldId="257"/>
            <ac:cxnSpMk id="44" creationId="{25A82A1C-D356-4B76-B9C4-BFDC68E28DCB}"/>
          </ac:cxnSpMkLst>
        </pc:cxnChg>
        <pc:cxnChg chg="add mod">
          <ac:chgData name="裴 熙隆" userId="d70ee545ee25833c" providerId="LiveId" clId="{B684D470-22EE-4533-B0FB-03780E6D1B0B}" dt="2025-10-14T04:14:13.194" v="692" actId="1076"/>
          <ac:cxnSpMkLst>
            <pc:docMk/>
            <pc:sldMk cId="2108633778" sldId="257"/>
            <ac:cxnSpMk id="46" creationId="{142CD69C-C388-4523-9189-D12A0734967B}"/>
          </ac:cxnSpMkLst>
        </pc:cxnChg>
        <pc:cxnChg chg="add mod">
          <ac:chgData name="裴 熙隆" userId="d70ee545ee25833c" providerId="LiveId" clId="{B684D470-22EE-4533-B0FB-03780E6D1B0B}" dt="2025-10-14T04:14:23.300" v="694" actId="1076"/>
          <ac:cxnSpMkLst>
            <pc:docMk/>
            <pc:sldMk cId="2108633778" sldId="257"/>
            <ac:cxnSpMk id="48" creationId="{6C98E931-A788-4F40-86AD-8A81E41C67FE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4" creationId="{8F573D05-11A5-422E-A777-7839BDF56D13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4" creationId="{49E2401D-E1DE-4898-8A99-035A85CC7169}"/>
          </ac:cxnSpMkLst>
        </pc:cxnChg>
        <pc:cxnChg chg="add mod">
          <ac:chgData name="裴 熙隆" userId="d70ee545ee25833c" providerId="LiveId" clId="{B684D470-22EE-4533-B0FB-03780E6D1B0B}" dt="2025-10-09T07:04:41.714" v="286" actId="1076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del mod">
          <ac:chgData name="裴 熙隆" userId="d70ee545ee25833c" providerId="LiveId" clId="{B684D470-22EE-4533-B0FB-03780E6D1B0B}" dt="2025-10-14T04:11:01.879" v="514" actId="478"/>
          <ac:cxnSpMkLst>
            <pc:docMk/>
            <pc:sldMk cId="2108633778" sldId="257"/>
            <ac:cxnSpMk id="144" creationId="{76DD8C9B-8A0B-4241-9106-BEEE20E69902}"/>
          </ac:cxnSpMkLst>
        </pc:cxnChg>
        <pc:cxnChg chg="add del mod">
          <ac:chgData name="裴 熙隆" userId="d70ee545ee25833c" providerId="LiveId" clId="{B684D470-22EE-4533-B0FB-03780E6D1B0B}" dt="2025-10-09T07:15:31.551" v="369" actId="478"/>
          <ac:cxnSpMkLst>
            <pc:docMk/>
            <pc:sldMk cId="2108633778" sldId="257"/>
            <ac:cxnSpMk id="145" creationId="{71C84B82-79F1-4B3C-885A-300ED2A09B44}"/>
          </ac:cxnSpMkLst>
        </pc:cxnChg>
        <pc:cxnChg chg="add del mod">
          <ac:chgData name="裴 熙隆" userId="d70ee545ee25833c" providerId="LiveId" clId="{B684D470-22EE-4533-B0FB-03780E6D1B0B}" dt="2025-10-14T04:11:01.222" v="513" actId="478"/>
          <ac:cxnSpMkLst>
            <pc:docMk/>
            <pc:sldMk cId="2108633778" sldId="257"/>
            <ac:cxnSpMk id="146" creationId="{C3DA7675-1F1A-44E3-A5AC-0F631F1F32A5}"/>
          </ac:cxnSpMkLst>
        </pc:cxnChg>
        <pc:cxnChg chg="add mod">
          <ac:chgData name="裴 熙隆" userId="d70ee545ee25833c" providerId="LiveId" clId="{B684D470-22EE-4533-B0FB-03780E6D1B0B}" dt="2025-10-09T07:31:06.415" v="429" actId="14100"/>
          <ac:cxnSpMkLst>
            <pc:docMk/>
            <pc:sldMk cId="2108633778" sldId="257"/>
            <ac:cxnSpMk id="148" creationId="{04C7A379-E57B-450D-BA65-0381B65272AC}"/>
          </ac:cxnSpMkLst>
        </pc:cxnChg>
        <pc:cxnChg chg="add mod">
          <ac:chgData name="裴 熙隆" userId="d70ee545ee25833c" providerId="LiveId" clId="{B684D470-22EE-4533-B0FB-03780E6D1B0B}" dt="2025-10-09T07:30:57.813" v="428" actId="14100"/>
          <ac:cxnSpMkLst>
            <pc:docMk/>
            <pc:sldMk cId="2108633778" sldId="257"/>
            <ac:cxnSpMk id="149" creationId="{B139D756-9F3D-41C3-8E92-7A464B015AC4}"/>
          </ac:cxnSpMkLst>
        </pc:cxnChg>
        <pc:cxnChg chg="add mod">
          <ac:chgData name="裴 熙隆" userId="d70ee545ee25833c" providerId="LiveId" clId="{B684D470-22EE-4533-B0FB-03780E6D1B0B}" dt="2025-10-11T02:22:45.837" v="504" actId="14100"/>
          <ac:cxnSpMkLst>
            <pc:docMk/>
            <pc:sldMk cId="2108633778" sldId="257"/>
            <ac:cxnSpMk id="154" creationId="{4CD0ABCD-EF5E-47B3-8BD0-FE360F1DD1F7}"/>
          </ac:cxnSpMkLst>
        </pc:cxnChg>
        <pc:cxnChg chg="add mod">
          <ac:chgData name="裴 熙隆" userId="d70ee545ee25833c" providerId="LiveId" clId="{B684D470-22EE-4533-B0FB-03780E6D1B0B}" dt="2025-10-11T02:22:20.439" v="500" actId="1076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addSp delSp modSp mod">
        <pc:chgData name="裴 熙隆" userId="d70ee545ee25833c" providerId="LiveId" clId="{B684D470-22EE-4533-B0FB-03780E6D1B0B}" dt="2025-10-09T07:07:33.020" v="321" actId="1076"/>
        <pc:sldMkLst>
          <pc:docMk/>
          <pc:sldMk cId="1599201057" sldId="260"/>
        </pc:sldMkLst>
        <pc:spChg chg="del">
          <ac:chgData name="裴 熙隆" userId="d70ee545ee25833c" providerId="LiveId" clId="{B684D470-22EE-4533-B0FB-03780E6D1B0B}" dt="2025-10-09T07:06:50.864" v="310" actId="478"/>
          <ac:spMkLst>
            <pc:docMk/>
            <pc:sldMk cId="1599201057" sldId="260"/>
            <ac:spMk id="2" creationId="{138E2230-BFB3-48FF-A813-308F67E4EEF3}"/>
          </ac:spMkLst>
        </pc:spChg>
        <pc:spChg chg="add del">
          <ac:chgData name="裴 熙隆" userId="d70ee545ee25833c" providerId="LiveId" clId="{B684D470-22EE-4533-B0FB-03780E6D1B0B}" dt="2025-10-09T07:06:56.936" v="313"/>
          <ac:spMkLst>
            <pc:docMk/>
            <pc:sldMk cId="1599201057" sldId="260"/>
            <ac:spMk id="3" creationId="{7C904B35-B0A5-41E9-A385-9D5DA5402B76}"/>
          </ac:spMkLst>
        </pc:spChg>
        <pc:spChg chg="add del mod">
          <ac:chgData name="裴 熙隆" userId="d70ee545ee25833c" providerId="LiveId" clId="{B684D470-22EE-4533-B0FB-03780E6D1B0B}" dt="2025-10-09T07:07:14.337" v="319" actId="478"/>
          <ac:spMkLst>
            <pc:docMk/>
            <pc:sldMk cId="1599201057" sldId="260"/>
            <ac:spMk id="5" creationId="{3354D662-D44A-4A49-8847-B6241DB5500C}"/>
          </ac:spMkLst>
        </pc:spChg>
        <pc:picChg chg="add del">
          <ac:chgData name="裴 熙隆" userId="d70ee545ee25833c" providerId="LiveId" clId="{B684D470-22EE-4533-B0FB-03780E6D1B0B}" dt="2025-10-09T07:06:59.821" v="315" actId="478"/>
          <ac:picMkLst>
            <pc:docMk/>
            <pc:sldMk cId="1599201057" sldId="260"/>
            <ac:picMk id="4" creationId="{92752A00-AB94-42C9-A0D7-AB602591C604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B684D470-22EE-4533-B0FB-03780E6D1B0B}" dt="2025-10-09T07:07:33.020" v="321" actId="1076"/>
          <ac:picMkLst>
            <pc:docMk/>
            <pc:sldMk cId="1599201057" sldId="260"/>
            <ac:picMk id="7" creationId="{24E1F77C-1E8C-4B9F-A613-90EC7ECFDBCF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8" creationId="{54D94548-D705-4092-B766-0EBA0EBA04EB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10" creationId="{63B9FE0C-4AFD-42C5-9342-2E702E293555}"/>
          </ac:picMkLst>
        </pc:picChg>
      </pc:sldChg>
      <pc:sldChg chg="add">
        <pc:chgData name="裴 熙隆" userId="d70ee545ee25833c" providerId="LiveId" clId="{B684D470-22EE-4533-B0FB-03780E6D1B0B}" dt="2025-10-14T04:10:54.210" v="511"/>
        <pc:sldMkLst>
          <pc:docMk/>
          <pc:sldMk cId="2940007549" sldId="261"/>
        </pc:sldMkLst>
      </pc:sldChg>
      <pc:sldChg chg="del">
        <pc:chgData name="裴 熙隆" userId="d70ee545ee25833c" providerId="LiveId" clId="{B684D470-22EE-4533-B0FB-03780E6D1B0B}" dt="2025-10-09T07:54:30.876" v="493" actId="47"/>
        <pc:sldMkLst>
          <pc:docMk/>
          <pc:sldMk cId="2986145847" sldId="261"/>
        </pc:sldMkLst>
      </pc:sldChg>
      <pc:sldChg chg="add del">
        <pc:chgData name="裴 熙隆" userId="d70ee545ee25833c" providerId="LiveId" clId="{B684D470-22EE-4533-B0FB-03780E6D1B0B}" dt="2025-10-09T07:54:30.175" v="492" actId="47"/>
        <pc:sldMkLst>
          <pc:docMk/>
          <pc:sldMk cId="348858300" sldId="262"/>
        </pc:sldMkLst>
      </pc:sldChg>
      <pc:sldChg chg="add">
        <pc:chgData name="裴 熙隆" userId="d70ee545ee25833c" providerId="LiveId" clId="{B684D470-22EE-4533-B0FB-03780E6D1B0B}" dt="2025-10-19T06:58:45.161" v="715"/>
        <pc:sldMkLst>
          <pc:docMk/>
          <pc:sldMk cId="640387381" sldId="262"/>
        </pc:sldMkLst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</pc:sldChg>
    </pc:docChg>
  </pc:docChgLst>
  <pc:docChgLst>
    <pc:chgData name="裴 熙隆" userId="d70ee545ee25833c" providerId="LiveId" clId="{9C2FC484-B88D-4BCC-8235-47800D733DC9}"/>
    <pc:docChg chg="modSld">
      <pc:chgData name="裴 熙隆" userId="d70ee545ee25833c" providerId="LiveId" clId="{9C2FC484-B88D-4BCC-8235-47800D733DC9}" dt="2025-12-21T03:34:50.477" v="59" actId="20577"/>
      <pc:docMkLst>
        <pc:docMk/>
      </pc:docMkLst>
      <pc:sldChg chg="modSp mod">
        <pc:chgData name="裴 熙隆" userId="d70ee545ee25833c" providerId="LiveId" clId="{9C2FC484-B88D-4BCC-8235-47800D733DC9}" dt="2025-12-21T03:34:50.477" v="59" actId="20577"/>
        <pc:sldMkLst>
          <pc:docMk/>
          <pc:sldMk cId="2108633778" sldId="257"/>
        </pc:sldMkLst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9C2FC484-B88D-4BCC-8235-47800D733DC9}" dt="2025-12-21T03:34:10.013" v="15" actId="20577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9C2FC484-B88D-4BCC-8235-47800D733DC9}" dt="2025-12-21T03:34:27.882" v="21" actId="20577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9C2FC484-B88D-4BCC-8235-47800D733DC9}" dt="2025-12-21T03:34:36.422" v="39" actId="20577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9C2FC484-B88D-4BCC-8235-47800D733DC9}" dt="2025-12-21T03:34:46.481" v="52" actId="114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9C2FC484-B88D-4BCC-8235-47800D733DC9}" dt="2025-12-21T03:34:50.477" v="59" actId="20577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2" creationId="{BE8794AD-4871-48D9-8908-E7A0F096154C}"/>
          </ac:spMkLst>
        </pc:sp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>
            <a:extLst>
              <a:ext uri="{FF2B5EF4-FFF2-40B4-BE49-F238E27FC236}">
                <a16:creationId xmlns:a16="http://schemas.microsoft.com/office/drawing/2014/main" id="{78AC4195-BA42-47E9-8D42-5663FE379635}"/>
              </a:ext>
            </a:extLst>
          </p:cNvPr>
          <p:cNvGrpSpPr/>
          <p:nvPr/>
        </p:nvGrpSpPr>
        <p:grpSpPr>
          <a:xfrm>
            <a:off x="4481604" y="3719025"/>
            <a:ext cx="594144" cy="831652"/>
            <a:chOff x="4350928" y="4370347"/>
            <a:chExt cx="594144" cy="831652"/>
          </a:xfrm>
        </p:grpSpPr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402624E0-036F-4B0A-B018-283C4D34D224}"/>
                </a:ext>
              </a:extLst>
            </p:cNvPr>
            <p:cNvSpPr txBox="1"/>
            <p:nvPr/>
          </p:nvSpPr>
          <p:spPr>
            <a:xfrm>
              <a:off x="4382648" y="4894222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基站</a:t>
              </a:r>
              <a:endPara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grpSp>
          <p:nvGrpSpPr>
            <p:cNvPr id="7" name="图形 3">
              <a:extLst>
                <a:ext uri="{FF2B5EF4-FFF2-40B4-BE49-F238E27FC236}">
                  <a16:creationId xmlns:a16="http://schemas.microsoft.com/office/drawing/2014/main" id="{78456398-392C-422D-8170-9C98860F9DBB}"/>
                </a:ext>
              </a:extLst>
            </p:cNvPr>
            <p:cNvGrpSpPr/>
            <p:nvPr/>
          </p:nvGrpSpPr>
          <p:grpSpPr>
            <a:xfrm>
              <a:off x="4350928" y="4370347"/>
              <a:ext cx="594144" cy="523875"/>
              <a:chOff x="2415169" y="2726871"/>
              <a:chExt cx="2603972" cy="2524125"/>
            </a:xfrm>
          </p:grpSpPr>
          <p:grpSp>
            <p:nvGrpSpPr>
              <p:cNvPr id="8" name="图形 3">
                <a:extLst>
                  <a:ext uri="{FF2B5EF4-FFF2-40B4-BE49-F238E27FC236}">
                    <a16:creationId xmlns:a16="http://schemas.microsoft.com/office/drawing/2014/main" id="{C7463E6F-1ACF-451F-9498-02543F336E10}"/>
                  </a:ext>
                </a:extLst>
              </p:cNvPr>
              <p:cNvGrpSpPr/>
              <p:nvPr/>
            </p:nvGrpSpPr>
            <p:grpSpPr>
              <a:xfrm>
                <a:off x="2415169" y="2726871"/>
                <a:ext cx="2603972" cy="1809747"/>
                <a:chOff x="2415169" y="2726871"/>
                <a:chExt cx="2603973" cy="1809750"/>
              </a:xfrm>
              <a:noFill/>
            </p:grpSpPr>
            <p:sp>
              <p:nvSpPr>
                <p:cNvPr id="9" name="任意多边形: 形状 8">
                  <a:extLst>
                    <a:ext uri="{FF2B5EF4-FFF2-40B4-BE49-F238E27FC236}">
                      <a16:creationId xmlns:a16="http://schemas.microsoft.com/office/drawing/2014/main" id="{BE009D0E-A7B6-4DD0-AE5F-3866A2D5B7F1}"/>
                    </a:ext>
                  </a:extLst>
                </p:cNvPr>
                <p:cNvSpPr/>
                <p:nvPr/>
              </p:nvSpPr>
              <p:spPr>
                <a:xfrm>
                  <a:off x="3234786" y="3298371"/>
                  <a:ext cx="196619" cy="666750"/>
                </a:xfrm>
                <a:custGeom>
                  <a:avLst/>
                  <a:gdLst>
                    <a:gd name="connsiteX0" fmla="*/ 196769 w 196619"/>
                    <a:gd name="connsiteY0" fmla="*/ 250 h 666750"/>
                    <a:gd name="connsiteX1" fmla="*/ 47845 w 196619"/>
                    <a:gd name="connsiteY1" fmla="*/ 518076 h 666750"/>
                    <a:gd name="connsiteX2" fmla="*/ 196769 w 196619"/>
                    <a:gd name="connsiteY2" fmla="*/ 667000 h 66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6619" h="666750">
                      <a:moveTo>
                        <a:pt x="196769" y="250"/>
                      </a:moveTo>
                      <a:cubicBezTo>
                        <a:pt x="12651" y="102119"/>
                        <a:pt x="-54024" y="333958"/>
                        <a:pt x="47845" y="518076"/>
                      </a:cubicBezTo>
                      <a:cubicBezTo>
                        <a:pt x="82507" y="580724"/>
                        <a:pt x="134121" y="632338"/>
                        <a:pt x="196769" y="6670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" name="任意多边形: 形状 10">
                  <a:extLst>
                    <a:ext uri="{FF2B5EF4-FFF2-40B4-BE49-F238E27FC236}">
                      <a16:creationId xmlns:a16="http://schemas.microsoft.com/office/drawing/2014/main" id="{BDBF5D2C-C09F-4E45-B9C9-D6FB2D0C8AD2}"/>
                    </a:ext>
                  </a:extLst>
                </p:cNvPr>
                <p:cNvSpPr/>
                <p:nvPr/>
              </p:nvSpPr>
              <p:spPr>
                <a:xfrm>
                  <a:off x="4002905" y="3298371"/>
                  <a:ext cx="196619" cy="666750"/>
                </a:xfrm>
                <a:custGeom>
                  <a:avLst/>
                  <a:gdLst>
                    <a:gd name="connsiteX0" fmla="*/ 150 w 196619"/>
                    <a:gd name="connsiteY0" fmla="*/ 250 h 666750"/>
                    <a:gd name="connsiteX1" fmla="*/ 149074 w 196619"/>
                    <a:gd name="connsiteY1" fmla="*/ 518076 h 666750"/>
                    <a:gd name="connsiteX2" fmla="*/ 150 w 196619"/>
                    <a:gd name="connsiteY2" fmla="*/ 667000 h 66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6619" h="666750">
                      <a:moveTo>
                        <a:pt x="150" y="250"/>
                      </a:moveTo>
                      <a:cubicBezTo>
                        <a:pt x="184268" y="102119"/>
                        <a:pt x="250944" y="333958"/>
                        <a:pt x="149074" y="518076"/>
                      </a:cubicBezTo>
                      <a:cubicBezTo>
                        <a:pt x="114412" y="580724"/>
                        <a:pt x="62798" y="632338"/>
                        <a:pt x="150" y="6670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C3BB002E-CB75-4AB3-9027-69778544D8EC}"/>
                    </a:ext>
                  </a:extLst>
                </p:cNvPr>
                <p:cNvSpPr/>
                <p:nvPr/>
              </p:nvSpPr>
              <p:spPr>
                <a:xfrm>
                  <a:off x="2827814" y="3012621"/>
                  <a:ext cx="317841" cy="1238250"/>
                </a:xfrm>
                <a:custGeom>
                  <a:avLst/>
                  <a:gdLst>
                    <a:gd name="connsiteX0" fmla="*/ 317991 w 317841"/>
                    <a:gd name="connsiteY0" fmla="*/ 250 h 1238250"/>
                    <a:gd name="connsiteX1" fmla="*/ 143083 w 317841"/>
                    <a:gd name="connsiteY1" fmla="*/ 1063591 h 1238250"/>
                    <a:gd name="connsiteX2" fmla="*/ 317991 w 317841"/>
                    <a:gd name="connsiteY2" fmla="*/ 1238500 h 1238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7841" h="1238250">
                      <a:moveTo>
                        <a:pt x="317991" y="250"/>
                      </a:moveTo>
                      <a:cubicBezTo>
                        <a:pt x="-23942" y="245584"/>
                        <a:pt x="-102251" y="721658"/>
                        <a:pt x="143083" y="1063591"/>
                      </a:cubicBezTo>
                      <a:cubicBezTo>
                        <a:pt x="191470" y="1131031"/>
                        <a:pt x="250551" y="1190113"/>
                        <a:pt x="317991" y="12385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41AFC15F-7376-48CF-9B34-FE5A1F692A9D}"/>
                    </a:ext>
                  </a:extLst>
                </p:cNvPr>
                <p:cNvSpPr/>
                <p:nvPr/>
              </p:nvSpPr>
              <p:spPr>
                <a:xfrm>
                  <a:off x="4288656" y="3012621"/>
                  <a:ext cx="317841" cy="1238250"/>
                </a:xfrm>
                <a:custGeom>
                  <a:avLst/>
                  <a:gdLst>
                    <a:gd name="connsiteX0" fmla="*/ 150 w 317841"/>
                    <a:gd name="connsiteY0" fmla="*/ 250 h 1238250"/>
                    <a:gd name="connsiteX1" fmla="*/ 175059 w 317841"/>
                    <a:gd name="connsiteY1" fmla="*/ 1063591 h 1238250"/>
                    <a:gd name="connsiteX2" fmla="*/ 150 w 317841"/>
                    <a:gd name="connsiteY2" fmla="*/ 1238500 h 1238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7841" h="1238250">
                      <a:moveTo>
                        <a:pt x="150" y="250"/>
                      </a:moveTo>
                      <a:cubicBezTo>
                        <a:pt x="342083" y="245584"/>
                        <a:pt x="420393" y="721658"/>
                        <a:pt x="175059" y="1063591"/>
                      </a:cubicBezTo>
                      <a:cubicBezTo>
                        <a:pt x="126671" y="1131031"/>
                        <a:pt x="67590" y="1190113"/>
                        <a:pt x="150" y="12385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B2190AF6-FCE8-4951-92B8-EB3B82AF2405}"/>
                    </a:ext>
                  </a:extLst>
                </p:cNvPr>
                <p:cNvSpPr/>
                <p:nvPr/>
              </p:nvSpPr>
              <p:spPr>
                <a:xfrm>
                  <a:off x="2415169" y="2726871"/>
                  <a:ext cx="444736" cy="1809750"/>
                </a:xfrm>
                <a:custGeom>
                  <a:avLst/>
                  <a:gdLst>
                    <a:gd name="connsiteX0" fmla="*/ 444886 w 444736"/>
                    <a:gd name="connsiteY0" fmla="*/ 250 h 1809750"/>
                    <a:gd name="connsiteX1" fmla="*/ 238331 w 444736"/>
                    <a:gd name="connsiteY1" fmla="*/ 1603445 h 1809750"/>
                    <a:gd name="connsiteX2" fmla="*/ 444886 w 444736"/>
                    <a:gd name="connsiteY2" fmla="*/ 1810000 h 1809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4736" h="1809750">
                      <a:moveTo>
                        <a:pt x="444886" y="250"/>
                      </a:moveTo>
                      <a:cubicBezTo>
                        <a:pt x="-54863" y="385921"/>
                        <a:pt x="-147341" y="1103696"/>
                        <a:pt x="238331" y="1603445"/>
                      </a:cubicBezTo>
                      <a:cubicBezTo>
                        <a:pt x="298065" y="1680847"/>
                        <a:pt x="367483" y="1750266"/>
                        <a:pt x="444886" y="18100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A49A0554-B5C3-49FF-A3C7-0AC376E40168}"/>
                    </a:ext>
                  </a:extLst>
                </p:cNvPr>
                <p:cNvSpPr/>
                <p:nvPr/>
              </p:nvSpPr>
              <p:spPr>
                <a:xfrm>
                  <a:off x="4574406" y="2726871"/>
                  <a:ext cx="444736" cy="1809750"/>
                </a:xfrm>
                <a:custGeom>
                  <a:avLst/>
                  <a:gdLst>
                    <a:gd name="connsiteX0" fmla="*/ 150 w 444736"/>
                    <a:gd name="connsiteY0" fmla="*/ 250 h 1809750"/>
                    <a:gd name="connsiteX1" fmla="*/ 206705 w 444736"/>
                    <a:gd name="connsiteY1" fmla="*/ 1603445 h 1809750"/>
                    <a:gd name="connsiteX2" fmla="*/ 150 w 444736"/>
                    <a:gd name="connsiteY2" fmla="*/ 1810000 h 1809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4736" h="1809750">
                      <a:moveTo>
                        <a:pt x="150" y="250"/>
                      </a:moveTo>
                      <a:cubicBezTo>
                        <a:pt x="499899" y="385921"/>
                        <a:pt x="592377" y="1103696"/>
                        <a:pt x="206705" y="1603445"/>
                      </a:cubicBezTo>
                      <a:cubicBezTo>
                        <a:pt x="146971" y="1680847"/>
                        <a:pt x="77553" y="1750266"/>
                        <a:pt x="150" y="1810000"/>
                      </a:cubicBezTo>
                    </a:path>
                  </a:pathLst>
                </a:custGeom>
                <a:noFill/>
                <a:ln w="38100" cap="rnd">
                  <a:solidFill>
                    <a:srgbClr val="D6DCD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图形 3">
                <a:extLst>
                  <a:ext uri="{FF2B5EF4-FFF2-40B4-BE49-F238E27FC236}">
                    <a16:creationId xmlns:a16="http://schemas.microsoft.com/office/drawing/2014/main" id="{017DD2E8-A25F-4314-8B85-86941D1308EE}"/>
                  </a:ext>
                </a:extLst>
              </p:cNvPr>
              <p:cNvGrpSpPr/>
              <p:nvPr/>
            </p:nvGrpSpPr>
            <p:grpSpPr>
              <a:xfrm>
                <a:off x="3383783" y="3412672"/>
                <a:ext cx="666749" cy="1838324"/>
                <a:chOff x="3383789" y="3412671"/>
                <a:chExt cx="666756" cy="1838297"/>
              </a:xfrm>
              <a:solidFill>
                <a:srgbClr val="333333"/>
              </a:solidFill>
            </p:grpSpPr>
            <p:sp>
              <p:nvSpPr>
                <p:cNvPr id="17" name="任意多边形: 形状 16">
                  <a:extLst>
                    <a:ext uri="{FF2B5EF4-FFF2-40B4-BE49-F238E27FC236}">
                      <a16:creationId xmlns:a16="http://schemas.microsoft.com/office/drawing/2014/main" id="{28FC9528-33C9-4670-90D1-D49B62A09945}"/>
                    </a:ext>
                  </a:extLst>
                </p:cNvPr>
                <p:cNvSpPr/>
                <p:nvPr/>
              </p:nvSpPr>
              <p:spPr>
                <a:xfrm>
                  <a:off x="3383789" y="3726974"/>
                  <a:ext cx="238123" cy="1523994"/>
                </a:xfrm>
                <a:custGeom>
                  <a:avLst/>
                  <a:gdLst>
                    <a:gd name="connsiteX0" fmla="*/ 150 w 238125"/>
                    <a:gd name="connsiteY0" fmla="*/ 1524440 h 1524000"/>
                    <a:gd name="connsiteX1" fmla="*/ 238275 w 238125"/>
                    <a:gd name="connsiteY1" fmla="*/ 440 h 152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8125" h="1524000">
                      <a:moveTo>
                        <a:pt x="150" y="1524440"/>
                      </a:moveTo>
                      <a:lnTo>
                        <a:pt x="238275" y="440"/>
                      </a:lnTo>
                    </a:path>
                  </a:pathLst>
                </a:custGeom>
                <a:ln w="47625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64DFF29B-0214-4147-871D-F4ECAAAB2376}"/>
                    </a:ext>
                  </a:extLst>
                </p:cNvPr>
                <p:cNvSpPr/>
                <p:nvPr/>
              </p:nvSpPr>
              <p:spPr>
                <a:xfrm>
                  <a:off x="3812413" y="3726974"/>
                  <a:ext cx="238128" cy="1523994"/>
                </a:xfrm>
                <a:custGeom>
                  <a:avLst/>
                  <a:gdLst>
                    <a:gd name="connsiteX0" fmla="*/ 238275 w 238125"/>
                    <a:gd name="connsiteY0" fmla="*/ 1524440 h 1524000"/>
                    <a:gd name="connsiteX1" fmla="*/ 150 w 238125"/>
                    <a:gd name="connsiteY1" fmla="*/ 440 h 152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8125" h="1524000">
                      <a:moveTo>
                        <a:pt x="238275" y="1524440"/>
                      </a:moveTo>
                      <a:lnTo>
                        <a:pt x="150" y="440"/>
                      </a:lnTo>
                    </a:path>
                  </a:pathLst>
                </a:custGeom>
                <a:ln w="47625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A628DE0E-CF6B-4CF7-816F-E17CE85E34D8}"/>
                    </a:ext>
                  </a:extLst>
                </p:cNvPr>
                <p:cNvSpPr/>
                <p:nvPr/>
              </p:nvSpPr>
              <p:spPr>
                <a:xfrm>
                  <a:off x="3440940" y="4946171"/>
                  <a:ext cx="552450" cy="9526"/>
                </a:xfrm>
                <a:custGeom>
                  <a:avLst/>
                  <a:gdLst>
                    <a:gd name="connsiteX0" fmla="*/ 150 w 552450"/>
                    <a:gd name="connsiteY0" fmla="*/ 440 h 9525"/>
                    <a:gd name="connsiteX1" fmla="*/ 552600 w 552450"/>
                    <a:gd name="connsiteY1" fmla="*/ 44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52450" h="9525">
                      <a:moveTo>
                        <a:pt x="150" y="440"/>
                      </a:moveTo>
                      <a:lnTo>
                        <a:pt x="552600" y="440"/>
                      </a:lnTo>
                    </a:path>
                  </a:pathLst>
                </a:custGeom>
                <a:ln w="28575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D6E25414-038A-472D-A5E0-DDCEFB0A4AFA}"/>
                    </a:ext>
                  </a:extLst>
                </p:cNvPr>
                <p:cNvSpPr/>
                <p:nvPr/>
              </p:nvSpPr>
              <p:spPr>
                <a:xfrm>
                  <a:off x="3498091" y="4546119"/>
                  <a:ext cx="438152" cy="9526"/>
                </a:xfrm>
                <a:custGeom>
                  <a:avLst/>
                  <a:gdLst>
                    <a:gd name="connsiteX0" fmla="*/ 150 w 438150"/>
                    <a:gd name="connsiteY0" fmla="*/ 440 h 9525"/>
                    <a:gd name="connsiteX1" fmla="*/ 438300 w 438150"/>
                    <a:gd name="connsiteY1" fmla="*/ 44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38150" h="9525">
                      <a:moveTo>
                        <a:pt x="150" y="440"/>
                      </a:moveTo>
                      <a:lnTo>
                        <a:pt x="438300" y="440"/>
                      </a:lnTo>
                    </a:path>
                  </a:pathLst>
                </a:custGeom>
                <a:ln w="28575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873D46E7-5D5C-4040-BC0D-88A3090BC81F}"/>
                    </a:ext>
                  </a:extLst>
                </p:cNvPr>
                <p:cNvSpPr/>
                <p:nvPr/>
              </p:nvSpPr>
              <p:spPr>
                <a:xfrm>
                  <a:off x="3555238" y="4146072"/>
                  <a:ext cx="323850" cy="9526"/>
                </a:xfrm>
                <a:custGeom>
                  <a:avLst/>
                  <a:gdLst>
                    <a:gd name="connsiteX0" fmla="*/ 150 w 323850"/>
                    <a:gd name="connsiteY0" fmla="*/ 440 h 9525"/>
                    <a:gd name="connsiteX1" fmla="*/ 324000 w 323850"/>
                    <a:gd name="connsiteY1" fmla="*/ 44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23850" h="9525">
                      <a:moveTo>
                        <a:pt x="150" y="440"/>
                      </a:moveTo>
                      <a:lnTo>
                        <a:pt x="324000" y="440"/>
                      </a:lnTo>
                    </a:path>
                  </a:pathLst>
                </a:custGeom>
                <a:ln w="28575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5CD9A247-2887-4A81-9699-6FA4709EABF1}"/>
                    </a:ext>
                  </a:extLst>
                </p:cNvPr>
                <p:cNvSpPr/>
                <p:nvPr/>
              </p:nvSpPr>
              <p:spPr>
                <a:xfrm>
                  <a:off x="3383789" y="4946171"/>
                  <a:ext cx="609601" cy="304797"/>
                </a:xfrm>
                <a:custGeom>
                  <a:avLst/>
                  <a:gdLst>
                    <a:gd name="connsiteX0" fmla="*/ 150 w 609600"/>
                    <a:gd name="connsiteY0" fmla="*/ 305240 h 304800"/>
                    <a:gd name="connsiteX1" fmla="*/ 609750 w 609600"/>
                    <a:gd name="connsiteY1" fmla="*/ 440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09600" h="304800">
                      <a:moveTo>
                        <a:pt x="150" y="305240"/>
                      </a:moveTo>
                      <a:lnTo>
                        <a:pt x="6097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A13E182B-CC83-4FC4-A2CB-2E7FAE8F3DC1}"/>
                    </a:ext>
                  </a:extLst>
                </p:cNvPr>
                <p:cNvSpPr/>
                <p:nvPr/>
              </p:nvSpPr>
              <p:spPr>
                <a:xfrm>
                  <a:off x="3440944" y="4946171"/>
                  <a:ext cx="609601" cy="304797"/>
                </a:xfrm>
                <a:custGeom>
                  <a:avLst/>
                  <a:gdLst>
                    <a:gd name="connsiteX0" fmla="*/ 609750 w 609600"/>
                    <a:gd name="connsiteY0" fmla="*/ 305240 h 304800"/>
                    <a:gd name="connsiteX1" fmla="*/ 150 w 609600"/>
                    <a:gd name="connsiteY1" fmla="*/ 440 h 30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09600" h="304800">
                      <a:moveTo>
                        <a:pt x="609750" y="305240"/>
                      </a:moveTo>
                      <a:lnTo>
                        <a:pt x="1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D18D0ABB-C839-4E7D-BCC0-17D7356661BF}"/>
                    </a:ext>
                  </a:extLst>
                </p:cNvPr>
                <p:cNvSpPr/>
                <p:nvPr/>
              </p:nvSpPr>
              <p:spPr>
                <a:xfrm>
                  <a:off x="3440940" y="4546119"/>
                  <a:ext cx="495299" cy="400047"/>
                </a:xfrm>
                <a:custGeom>
                  <a:avLst/>
                  <a:gdLst>
                    <a:gd name="connsiteX0" fmla="*/ 150 w 495300"/>
                    <a:gd name="connsiteY0" fmla="*/ 400490 h 400050"/>
                    <a:gd name="connsiteX1" fmla="*/ 495450 w 495300"/>
                    <a:gd name="connsiteY1" fmla="*/ 440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95300" h="400050">
                      <a:moveTo>
                        <a:pt x="150" y="400490"/>
                      </a:moveTo>
                      <a:lnTo>
                        <a:pt x="4954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D23CB59E-79D6-42A5-8137-6AD6AAD6D006}"/>
                    </a:ext>
                  </a:extLst>
                </p:cNvPr>
                <p:cNvSpPr/>
                <p:nvPr/>
              </p:nvSpPr>
              <p:spPr>
                <a:xfrm>
                  <a:off x="3498091" y="4546119"/>
                  <a:ext cx="495299" cy="400047"/>
                </a:xfrm>
                <a:custGeom>
                  <a:avLst/>
                  <a:gdLst>
                    <a:gd name="connsiteX0" fmla="*/ 495450 w 495300"/>
                    <a:gd name="connsiteY0" fmla="*/ 400490 h 400050"/>
                    <a:gd name="connsiteX1" fmla="*/ 150 w 495300"/>
                    <a:gd name="connsiteY1" fmla="*/ 440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95300" h="400050">
                      <a:moveTo>
                        <a:pt x="495450" y="400490"/>
                      </a:moveTo>
                      <a:lnTo>
                        <a:pt x="1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2B5F4D43-943D-456F-8995-502D67215F0D}"/>
                    </a:ext>
                  </a:extLst>
                </p:cNvPr>
                <p:cNvSpPr/>
                <p:nvPr/>
              </p:nvSpPr>
              <p:spPr>
                <a:xfrm>
                  <a:off x="3498087" y="4146072"/>
                  <a:ext cx="381001" cy="400047"/>
                </a:xfrm>
                <a:custGeom>
                  <a:avLst/>
                  <a:gdLst>
                    <a:gd name="connsiteX0" fmla="*/ 150 w 381000"/>
                    <a:gd name="connsiteY0" fmla="*/ 400490 h 400050"/>
                    <a:gd name="connsiteX1" fmla="*/ 381150 w 381000"/>
                    <a:gd name="connsiteY1" fmla="*/ 440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1000" h="400050">
                      <a:moveTo>
                        <a:pt x="150" y="400490"/>
                      </a:moveTo>
                      <a:lnTo>
                        <a:pt x="3811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任意多边形: 形状 28">
                  <a:extLst>
                    <a:ext uri="{FF2B5EF4-FFF2-40B4-BE49-F238E27FC236}">
                      <a16:creationId xmlns:a16="http://schemas.microsoft.com/office/drawing/2014/main" id="{C7F48C06-8ED0-4206-B41D-1B9ED84D65A5}"/>
                    </a:ext>
                  </a:extLst>
                </p:cNvPr>
                <p:cNvSpPr/>
                <p:nvPr/>
              </p:nvSpPr>
              <p:spPr>
                <a:xfrm>
                  <a:off x="3555238" y="4146072"/>
                  <a:ext cx="381001" cy="400047"/>
                </a:xfrm>
                <a:custGeom>
                  <a:avLst/>
                  <a:gdLst>
                    <a:gd name="connsiteX0" fmla="*/ 381150 w 381000"/>
                    <a:gd name="connsiteY0" fmla="*/ 400490 h 400050"/>
                    <a:gd name="connsiteX1" fmla="*/ 150 w 381000"/>
                    <a:gd name="connsiteY1" fmla="*/ 440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1000" h="400050">
                      <a:moveTo>
                        <a:pt x="381150" y="400490"/>
                      </a:moveTo>
                      <a:lnTo>
                        <a:pt x="1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33DC9083-8674-465B-B4E1-C124F19EF9C5}"/>
                    </a:ext>
                  </a:extLst>
                </p:cNvPr>
                <p:cNvSpPr/>
                <p:nvPr/>
              </p:nvSpPr>
              <p:spPr>
                <a:xfrm>
                  <a:off x="3555234" y="3726974"/>
                  <a:ext cx="257175" cy="419098"/>
                </a:xfrm>
                <a:custGeom>
                  <a:avLst/>
                  <a:gdLst>
                    <a:gd name="connsiteX0" fmla="*/ 150 w 257175"/>
                    <a:gd name="connsiteY0" fmla="*/ 419540 h 419100"/>
                    <a:gd name="connsiteX1" fmla="*/ 257325 w 257175"/>
                    <a:gd name="connsiteY1" fmla="*/ 440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7175" h="419100">
                      <a:moveTo>
                        <a:pt x="150" y="419540"/>
                      </a:moveTo>
                      <a:lnTo>
                        <a:pt x="257325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A0A254E3-173B-4315-A82E-180F869934AC}"/>
                    </a:ext>
                  </a:extLst>
                </p:cNvPr>
                <p:cNvSpPr/>
                <p:nvPr/>
              </p:nvSpPr>
              <p:spPr>
                <a:xfrm>
                  <a:off x="3621909" y="3726974"/>
                  <a:ext cx="257175" cy="419098"/>
                </a:xfrm>
                <a:custGeom>
                  <a:avLst/>
                  <a:gdLst>
                    <a:gd name="connsiteX0" fmla="*/ 257325 w 257175"/>
                    <a:gd name="connsiteY0" fmla="*/ 419540 h 419100"/>
                    <a:gd name="connsiteX1" fmla="*/ 150 w 257175"/>
                    <a:gd name="connsiteY1" fmla="*/ 440 h 419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7175" h="419100">
                      <a:moveTo>
                        <a:pt x="257325" y="419540"/>
                      </a:moveTo>
                      <a:lnTo>
                        <a:pt x="150" y="440"/>
                      </a:lnTo>
                    </a:path>
                  </a:pathLst>
                </a:custGeom>
                <a:ln w="23813" cap="flat">
                  <a:solidFill>
                    <a:srgbClr val="4444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6FAFB3C8-ABD4-47D9-A04A-E55024085AC8}"/>
                    </a:ext>
                  </a:extLst>
                </p:cNvPr>
                <p:cNvSpPr/>
                <p:nvPr/>
              </p:nvSpPr>
              <p:spPr>
                <a:xfrm>
                  <a:off x="3717159" y="3441219"/>
                  <a:ext cx="9524" cy="285750"/>
                </a:xfrm>
                <a:custGeom>
                  <a:avLst/>
                  <a:gdLst>
                    <a:gd name="connsiteX0" fmla="*/ 150 w 9525"/>
                    <a:gd name="connsiteY0" fmla="*/ 286190 h 285750"/>
                    <a:gd name="connsiteX1" fmla="*/ 150 w 9525"/>
                    <a:gd name="connsiteY1" fmla="*/ 440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25" h="285750">
                      <a:moveTo>
                        <a:pt x="150" y="286190"/>
                      </a:moveTo>
                      <a:lnTo>
                        <a:pt x="150" y="440"/>
                      </a:lnTo>
                    </a:path>
                  </a:pathLst>
                </a:custGeom>
                <a:ln w="38100" cap="rnd">
                  <a:solidFill>
                    <a:srgbClr val="33333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9DD9BC83-BE2E-4CDE-AB75-615518B12B7B}"/>
                    </a:ext>
                  </a:extLst>
                </p:cNvPr>
                <p:cNvSpPr/>
                <p:nvPr/>
              </p:nvSpPr>
              <p:spPr>
                <a:xfrm>
                  <a:off x="3688579" y="3412671"/>
                  <a:ext cx="57151" cy="57148"/>
                </a:xfrm>
                <a:custGeom>
                  <a:avLst/>
                  <a:gdLst>
                    <a:gd name="connsiteX0" fmla="*/ 57300 w 57150"/>
                    <a:gd name="connsiteY0" fmla="*/ 29015 h 57150"/>
                    <a:gd name="connsiteX1" fmla="*/ 28725 w 57150"/>
                    <a:gd name="connsiteY1" fmla="*/ 57590 h 57150"/>
                    <a:gd name="connsiteX2" fmla="*/ 150 w 57150"/>
                    <a:gd name="connsiteY2" fmla="*/ 29015 h 57150"/>
                    <a:gd name="connsiteX3" fmla="*/ 28725 w 57150"/>
                    <a:gd name="connsiteY3" fmla="*/ 440 h 57150"/>
                    <a:gd name="connsiteX4" fmla="*/ 57300 w 57150"/>
                    <a:gd name="connsiteY4" fmla="*/ 29015 h 57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0" h="57150">
                      <a:moveTo>
                        <a:pt x="57300" y="29015"/>
                      </a:moveTo>
                      <a:cubicBezTo>
                        <a:pt x="57300" y="44797"/>
                        <a:pt x="44507" y="57590"/>
                        <a:pt x="28725" y="57590"/>
                      </a:cubicBezTo>
                      <a:cubicBezTo>
                        <a:pt x="12943" y="57590"/>
                        <a:pt x="150" y="44797"/>
                        <a:pt x="150" y="29015"/>
                      </a:cubicBezTo>
                      <a:cubicBezTo>
                        <a:pt x="150" y="13233"/>
                        <a:pt x="12943" y="440"/>
                        <a:pt x="28725" y="440"/>
                      </a:cubicBezTo>
                      <a:cubicBezTo>
                        <a:pt x="44507" y="440"/>
                        <a:pt x="57300" y="13233"/>
                        <a:pt x="57300" y="29015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6" name="图形 3">
            <a:extLst>
              <a:ext uri="{FF2B5EF4-FFF2-40B4-BE49-F238E27FC236}">
                <a16:creationId xmlns:a16="http://schemas.microsoft.com/office/drawing/2014/main" id="{6A5DBB18-B4B6-4DB7-AEFB-44E9C1D683AC}"/>
              </a:ext>
            </a:extLst>
          </p:cNvPr>
          <p:cNvGrpSpPr/>
          <p:nvPr/>
        </p:nvGrpSpPr>
        <p:grpSpPr>
          <a:xfrm>
            <a:off x="5222534" y="2130454"/>
            <a:ext cx="309515" cy="319088"/>
            <a:chOff x="6022206" y="1745796"/>
            <a:chExt cx="723900" cy="723900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8824BE5A-D8F0-4E42-809A-4E4A927E95F2}"/>
                </a:ext>
              </a:extLst>
            </p:cNvPr>
            <p:cNvSpPr/>
            <p:nvPr/>
          </p:nvSpPr>
          <p:spPr>
            <a:xfrm>
              <a:off x="6155556" y="17457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4B04F9DA-7B3F-4D0B-95A1-550E3579A621}"/>
                </a:ext>
              </a:extLst>
            </p:cNvPr>
            <p:cNvSpPr/>
            <p:nvPr/>
          </p:nvSpPr>
          <p:spPr>
            <a:xfrm>
              <a:off x="6269856" y="17457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76C88119-ED4A-4639-A2AD-DB345EEF460D}"/>
                </a:ext>
              </a:extLst>
            </p:cNvPr>
            <p:cNvSpPr/>
            <p:nvPr/>
          </p:nvSpPr>
          <p:spPr>
            <a:xfrm>
              <a:off x="6384156" y="17457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63C9522B-1BD3-4DEE-89EC-5DBF38194342}"/>
                </a:ext>
              </a:extLst>
            </p:cNvPr>
            <p:cNvSpPr/>
            <p:nvPr/>
          </p:nvSpPr>
          <p:spPr>
            <a:xfrm>
              <a:off x="6498456" y="17457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3F3DD771-CB72-4CC1-B1B7-E0CF6331D5BA}"/>
                </a:ext>
              </a:extLst>
            </p:cNvPr>
            <p:cNvSpPr/>
            <p:nvPr/>
          </p:nvSpPr>
          <p:spPr>
            <a:xfrm>
              <a:off x="6612756" y="17457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F384F5A7-EF03-4D39-9D28-86A815933504}"/>
                </a:ext>
              </a:extLst>
            </p:cNvPr>
            <p:cNvSpPr/>
            <p:nvPr/>
          </p:nvSpPr>
          <p:spPr>
            <a:xfrm>
              <a:off x="6155556" y="23934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B6EF451B-D8F8-4BE8-8E9F-D28AE2DE33EC}"/>
                </a:ext>
              </a:extLst>
            </p:cNvPr>
            <p:cNvSpPr/>
            <p:nvPr/>
          </p:nvSpPr>
          <p:spPr>
            <a:xfrm>
              <a:off x="6269856" y="23934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9A0A484C-13F9-4CDD-A7CE-314F35A08432}"/>
                </a:ext>
              </a:extLst>
            </p:cNvPr>
            <p:cNvSpPr/>
            <p:nvPr/>
          </p:nvSpPr>
          <p:spPr>
            <a:xfrm>
              <a:off x="6384156" y="23934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E185D343-CFAE-4D36-88BC-5B5518A176DD}"/>
                </a:ext>
              </a:extLst>
            </p:cNvPr>
            <p:cNvSpPr/>
            <p:nvPr/>
          </p:nvSpPr>
          <p:spPr>
            <a:xfrm>
              <a:off x="6498456" y="23934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088F162A-4BA9-4DF1-921F-D2DCA9CEAD4D}"/>
                </a:ext>
              </a:extLst>
            </p:cNvPr>
            <p:cNvSpPr/>
            <p:nvPr/>
          </p:nvSpPr>
          <p:spPr>
            <a:xfrm>
              <a:off x="6612756" y="2393496"/>
              <a:ext cx="38100" cy="76200"/>
            </a:xfrm>
            <a:custGeom>
              <a:avLst/>
              <a:gdLst>
                <a:gd name="connsiteX0" fmla="*/ 0 w 38100"/>
                <a:gd name="connsiteY0" fmla="*/ 0 h 76200"/>
                <a:gd name="connsiteX1" fmla="*/ 38100 w 38100"/>
                <a:gd name="connsiteY1" fmla="*/ 0 h 76200"/>
                <a:gd name="connsiteX2" fmla="*/ 38100 w 38100"/>
                <a:gd name="connsiteY2" fmla="*/ 76200 h 76200"/>
                <a:gd name="connsiteX3" fmla="*/ 0 w 38100"/>
                <a:gd name="connsiteY3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0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30DCB590-2501-449A-8866-9E6764FB08BF}"/>
                </a:ext>
              </a:extLst>
            </p:cNvPr>
            <p:cNvSpPr/>
            <p:nvPr/>
          </p:nvSpPr>
          <p:spPr>
            <a:xfrm>
              <a:off x="6022206" y="18791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A7E08162-CB74-4F16-B6AB-C99A62A30738}"/>
                </a:ext>
              </a:extLst>
            </p:cNvPr>
            <p:cNvSpPr/>
            <p:nvPr/>
          </p:nvSpPr>
          <p:spPr>
            <a:xfrm>
              <a:off x="6022206" y="19934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2D6751F3-B3D8-4787-855D-DEE23E9B47B2}"/>
                </a:ext>
              </a:extLst>
            </p:cNvPr>
            <p:cNvSpPr/>
            <p:nvPr/>
          </p:nvSpPr>
          <p:spPr>
            <a:xfrm>
              <a:off x="6022206" y="21077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CE8EC834-4233-43EF-9C06-301FB6C393D3}"/>
                </a:ext>
              </a:extLst>
            </p:cNvPr>
            <p:cNvSpPr/>
            <p:nvPr/>
          </p:nvSpPr>
          <p:spPr>
            <a:xfrm>
              <a:off x="6022206" y="22220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00032056-0A40-4B7D-ADD8-1A3A99402598}"/>
                </a:ext>
              </a:extLst>
            </p:cNvPr>
            <p:cNvSpPr/>
            <p:nvPr/>
          </p:nvSpPr>
          <p:spPr>
            <a:xfrm>
              <a:off x="6022206" y="23363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761B0CF3-C482-49C3-95CB-177CE861EFF7}"/>
                </a:ext>
              </a:extLst>
            </p:cNvPr>
            <p:cNvSpPr/>
            <p:nvPr/>
          </p:nvSpPr>
          <p:spPr>
            <a:xfrm>
              <a:off x="6669906" y="18791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6FC2CAE8-8BBE-4B84-A013-F8B5AB77CCD3}"/>
                </a:ext>
              </a:extLst>
            </p:cNvPr>
            <p:cNvSpPr/>
            <p:nvPr/>
          </p:nvSpPr>
          <p:spPr>
            <a:xfrm>
              <a:off x="6669906" y="19934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FCC52082-E22F-4CCB-85BC-0EFADB99699C}"/>
                </a:ext>
              </a:extLst>
            </p:cNvPr>
            <p:cNvSpPr/>
            <p:nvPr/>
          </p:nvSpPr>
          <p:spPr>
            <a:xfrm>
              <a:off x="6669906" y="21077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96F89E1B-C250-4E9C-A42D-52CD092216B1}"/>
                </a:ext>
              </a:extLst>
            </p:cNvPr>
            <p:cNvSpPr/>
            <p:nvPr/>
          </p:nvSpPr>
          <p:spPr>
            <a:xfrm>
              <a:off x="6669906" y="22220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0EFD22D7-3D4B-4D62-9D0A-21006F97AB1B}"/>
                </a:ext>
              </a:extLst>
            </p:cNvPr>
            <p:cNvSpPr/>
            <p:nvPr/>
          </p:nvSpPr>
          <p:spPr>
            <a:xfrm>
              <a:off x="6669906" y="2336346"/>
              <a:ext cx="76200" cy="38100"/>
            </a:xfrm>
            <a:custGeom>
              <a:avLst/>
              <a:gdLst>
                <a:gd name="connsiteX0" fmla="*/ 0 w 76200"/>
                <a:gd name="connsiteY0" fmla="*/ 0 h 38100"/>
                <a:gd name="connsiteX1" fmla="*/ 76200 w 76200"/>
                <a:gd name="connsiteY1" fmla="*/ 0 h 38100"/>
                <a:gd name="connsiteX2" fmla="*/ 76200 w 76200"/>
                <a:gd name="connsiteY2" fmla="*/ 38100 h 38100"/>
                <a:gd name="connsiteX3" fmla="*/ 0 w 76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" h="38100">
                  <a:moveTo>
                    <a:pt x="0" y="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555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257A82DD-9045-4C33-B3FC-A0E9CA1CF355}"/>
                </a:ext>
              </a:extLst>
            </p:cNvPr>
            <p:cNvSpPr/>
            <p:nvPr/>
          </p:nvSpPr>
          <p:spPr>
            <a:xfrm>
              <a:off x="6098406" y="1821996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E4F0EC"/>
            </a:solidFill>
            <a:ln w="14288" cap="flat">
              <a:solidFill>
                <a:srgbClr val="2B3A3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BE785E1D-83B7-49D3-BA68-F44755AE2712}"/>
                </a:ext>
              </a:extLst>
            </p:cNvPr>
            <p:cNvSpPr/>
            <p:nvPr/>
          </p:nvSpPr>
          <p:spPr>
            <a:xfrm>
              <a:off x="6212706" y="1936296"/>
              <a:ext cx="342900" cy="342900"/>
            </a:xfrm>
            <a:custGeom>
              <a:avLst/>
              <a:gdLst>
                <a:gd name="connsiteX0" fmla="*/ 0 w 342900"/>
                <a:gd name="connsiteY0" fmla="*/ 0 h 342900"/>
                <a:gd name="connsiteX1" fmla="*/ 342900 w 342900"/>
                <a:gd name="connsiteY1" fmla="*/ 0 h 342900"/>
                <a:gd name="connsiteX2" fmla="*/ 342900 w 342900"/>
                <a:gd name="connsiteY2" fmla="*/ 342900 h 342900"/>
                <a:gd name="connsiteX3" fmla="*/ 0 w 342900"/>
                <a:gd name="connsiteY3" fmla="*/ 34290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A8D5C8"/>
            </a:solidFill>
            <a:ln w="14288" cap="flat">
              <a:solidFill>
                <a:srgbClr val="1D6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636C8AF-3F11-49A6-8FD4-C6255BE8B82E}"/>
                </a:ext>
              </a:extLst>
            </p:cNvPr>
            <p:cNvSpPr/>
            <p:nvPr/>
          </p:nvSpPr>
          <p:spPr>
            <a:xfrm>
              <a:off x="6255568" y="1979158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33338 w 66675"/>
                <a:gd name="connsiteY1" fmla="*/ 66675 h 66675"/>
                <a:gd name="connsiteX2" fmla="*/ 0 w 66675"/>
                <a:gd name="connsiteY2" fmla="*/ 33338 h 66675"/>
                <a:gd name="connsiteX3" fmla="*/ 33338 w 66675"/>
                <a:gd name="connsiteY3" fmla="*/ 0 h 66675"/>
                <a:gd name="connsiteX4" fmla="*/ 66675 w 66675"/>
                <a:gd name="connsiteY4" fmla="*/ 3333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cubicBezTo>
                    <a:pt x="66675" y="51749"/>
                    <a:pt x="51749" y="66675"/>
                    <a:pt x="33338" y="66675"/>
                  </a:cubicBezTo>
                  <a:cubicBezTo>
                    <a:pt x="14926" y="66675"/>
                    <a:pt x="0" y="51749"/>
                    <a:pt x="0" y="33338"/>
                  </a:cubicBezTo>
                  <a:cubicBezTo>
                    <a:pt x="0" y="14926"/>
                    <a:pt x="14926" y="0"/>
                    <a:pt x="33338" y="0"/>
                  </a:cubicBezTo>
                  <a:cubicBezTo>
                    <a:pt x="51749" y="0"/>
                    <a:pt x="66675" y="14926"/>
                    <a:pt x="66675" y="33338"/>
                  </a:cubicBezTo>
                  <a:close/>
                </a:path>
              </a:pathLst>
            </a:custGeom>
            <a:solidFill>
              <a:srgbClr val="1D6C5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5" name="图形 3">
            <a:extLst>
              <a:ext uri="{FF2B5EF4-FFF2-40B4-BE49-F238E27FC236}">
                <a16:creationId xmlns:a16="http://schemas.microsoft.com/office/drawing/2014/main" id="{CF2D43C1-6D1E-4102-A035-48C8B8D3E4FB}"/>
              </a:ext>
            </a:extLst>
          </p:cNvPr>
          <p:cNvGrpSpPr/>
          <p:nvPr/>
        </p:nvGrpSpPr>
        <p:grpSpPr>
          <a:xfrm>
            <a:off x="5935178" y="2098328"/>
            <a:ext cx="1659706" cy="1007145"/>
            <a:chOff x="7384281" y="1726746"/>
            <a:chExt cx="2333625" cy="1476375"/>
          </a:xfrm>
        </p:grpSpPr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4E781E7B-66BE-48D4-ACAA-2B7534D3CB72}"/>
                </a:ext>
              </a:extLst>
            </p:cNvPr>
            <p:cNvSpPr/>
            <p:nvPr/>
          </p:nvSpPr>
          <p:spPr>
            <a:xfrm>
              <a:off x="7384281" y="1726746"/>
              <a:ext cx="2333625" cy="1476375"/>
            </a:xfrm>
            <a:custGeom>
              <a:avLst/>
              <a:gdLst>
                <a:gd name="connsiteX0" fmla="*/ 2257425 w 2333625"/>
                <a:gd name="connsiteY0" fmla="*/ 0 h 1476375"/>
                <a:gd name="connsiteX1" fmla="*/ 2333625 w 2333625"/>
                <a:gd name="connsiteY1" fmla="*/ 0 h 1476375"/>
                <a:gd name="connsiteX2" fmla="*/ 2333625 w 2333625"/>
                <a:gd name="connsiteY2" fmla="*/ 1476375 h 1476375"/>
                <a:gd name="connsiteX3" fmla="*/ 2257425 w 2333625"/>
                <a:gd name="connsiteY3" fmla="*/ 1476375 h 1476375"/>
                <a:gd name="connsiteX4" fmla="*/ 76200 w 2333625"/>
                <a:gd name="connsiteY4" fmla="*/ 1476375 h 1476375"/>
                <a:gd name="connsiteX5" fmla="*/ 0 w 2333625"/>
                <a:gd name="connsiteY5" fmla="*/ 1476375 h 1476375"/>
                <a:gd name="connsiteX6" fmla="*/ 0 w 2333625"/>
                <a:gd name="connsiteY6" fmla="*/ 0 h 1476375"/>
                <a:gd name="connsiteX7" fmla="*/ 76200 w 2333625"/>
                <a:gd name="connsiteY7" fmla="*/ 0 h 14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33625" h="1476375">
                  <a:moveTo>
                    <a:pt x="2257425" y="0"/>
                  </a:moveTo>
                  <a:cubicBezTo>
                    <a:pt x="2299509" y="0"/>
                    <a:pt x="2333625" y="0"/>
                    <a:pt x="2333625" y="0"/>
                  </a:cubicBezTo>
                  <a:lnTo>
                    <a:pt x="2333625" y="1476375"/>
                  </a:lnTo>
                  <a:cubicBezTo>
                    <a:pt x="2333625" y="1476375"/>
                    <a:pt x="2299509" y="1476375"/>
                    <a:pt x="2257425" y="1476375"/>
                  </a:cubicBezTo>
                  <a:lnTo>
                    <a:pt x="76200" y="1476375"/>
                  </a:lnTo>
                  <a:cubicBezTo>
                    <a:pt x="34116" y="1476375"/>
                    <a:pt x="0" y="1476375"/>
                    <a:pt x="0" y="1476375"/>
                  </a:cubicBezTo>
                  <a:lnTo>
                    <a:pt x="0" y="0"/>
                  </a:lnTo>
                  <a:cubicBezTo>
                    <a:pt x="0" y="0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8F9F9"/>
            </a:solidFill>
            <a:ln w="14288" cap="flat">
              <a:solidFill>
                <a:srgbClr val="AAB3B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7" name="图形 3">
              <a:extLst>
                <a:ext uri="{FF2B5EF4-FFF2-40B4-BE49-F238E27FC236}">
                  <a16:creationId xmlns:a16="http://schemas.microsoft.com/office/drawing/2014/main" id="{976099F2-795B-49F8-88D2-550878B9A5FB}"/>
                </a:ext>
              </a:extLst>
            </p:cNvPr>
            <p:cNvGrpSpPr/>
            <p:nvPr/>
          </p:nvGrpSpPr>
          <p:grpSpPr>
            <a:xfrm>
              <a:off x="7527156" y="1869621"/>
              <a:ext cx="2000250" cy="1190625"/>
              <a:chOff x="7527156" y="1869621"/>
              <a:chExt cx="2000250" cy="1190625"/>
            </a:xfrm>
            <a:solidFill>
              <a:srgbClr val="619DE0"/>
            </a:solidFill>
          </p:grpSpPr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0E031EBA-3829-42EC-A2AA-DEDA244AD66F}"/>
                  </a:ext>
                </a:extLst>
              </p:cNvPr>
              <p:cNvSpPr/>
              <p:nvPr/>
            </p:nvSpPr>
            <p:spPr>
              <a:xfrm>
                <a:off x="7527156" y="186962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1C6F9091-214E-4BAB-92ED-BCA907BBA495}"/>
                  </a:ext>
                </a:extLst>
              </p:cNvPr>
              <p:cNvSpPr/>
              <p:nvPr/>
            </p:nvSpPr>
            <p:spPr>
              <a:xfrm>
                <a:off x="8051031" y="186962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E552712E-75BA-488D-BE0D-B133ADB093E3}"/>
                  </a:ext>
                </a:extLst>
              </p:cNvPr>
              <p:cNvSpPr/>
              <p:nvPr/>
            </p:nvSpPr>
            <p:spPr>
              <a:xfrm>
                <a:off x="8574906" y="186962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9F362303-BFD1-4054-9EC1-05BC4D359698}"/>
                  </a:ext>
                </a:extLst>
              </p:cNvPr>
              <p:cNvSpPr/>
              <p:nvPr/>
            </p:nvSpPr>
            <p:spPr>
              <a:xfrm>
                <a:off x="9098781" y="186962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DA7BC340-F4EB-4D82-9F8B-7F6BBA8A66AD}"/>
                  </a:ext>
                </a:extLst>
              </p:cNvPr>
              <p:cNvSpPr/>
              <p:nvPr/>
            </p:nvSpPr>
            <p:spPr>
              <a:xfrm>
                <a:off x="7527156" y="2298246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0E80AC3D-5C88-4BFC-99E8-6A63CC57BB1E}"/>
                  </a:ext>
                </a:extLst>
              </p:cNvPr>
              <p:cNvSpPr/>
              <p:nvPr/>
            </p:nvSpPr>
            <p:spPr>
              <a:xfrm>
                <a:off x="8051031" y="2298246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B5C15F97-BD19-4615-8FE9-E8B61DEB0322}"/>
                  </a:ext>
                </a:extLst>
              </p:cNvPr>
              <p:cNvSpPr/>
              <p:nvPr/>
            </p:nvSpPr>
            <p:spPr>
              <a:xfrm>
                <a:off x="8574906" y="2298246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E55B1E85-6A70-43F6-883C-05B0FFD2F9EB}"/>
                  </a:ext>
                </a:extLst>
              </p:cNvPr>
              <p:cNvSpPr/>
              <p:nvPr/>
            </p:nvSpPr>
            <p:spPr>
              <a:xfrm>
                <a:off x="9098781" y="2298246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6DFEBB7E-6490-4B3F-8CBA-03FA8ECC0B06}"/>
                  </a:ext>
                </a:extLst>
              </p:cNvPr>
              <p:cNvSpPr/>
              <p:nvPr/>
            </p:nvSpPr>
            <p:spPr>
              <a:xfrm>
                <a:off x="7527156" y="272687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F7904A54-BF12-40B9-A967-5E502D79AD46}"/>
                  </a:ext>
                </a:extLst>
              </p:cNvPr>
              <p:cNvSpPr/>
              <p:nvPr/>
            </p:nvSpPr>
            <p:spPr>
              <a:xfrm>
                <a:off x="8051031" y="272687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32432727-D41F-4DBF-ABCE-D05202ED369D}"/>
                  </a:ext>
                </a:extLst>
              </p:cNvPr>
              <p:cNvSpPr/>
              <p:nvPr/>
            </p:nvSpPr>
            <p:spPr>
              <a:xfrm>
                <a:off x="8574906" y="272687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456DFD2F-E6C2-4485-88B3-275ED265B43D}"/>
                  </a:ext>
                </a:extLst>
              </p:cNvPr>
              <p:cNvSpPr/>
              <p:nvPr/>
            </p:nvSpPr>
            <p:spPr>
              <a:xfrm>
                <a:off x="9098781" y="2726871"/>
                <a:ext cx="428625" cy="333375"/>
              </a:xfrm>
              <a:custGeom>
                <a:avLst/>
                <a:gdLst>
                  <a:gd name="connsiteX0" fmla="*/ 409575 w 428625"/>
                  <a:gd name="connsiteY0" fmla="*/ 0 h 333375"/>
                  <a:gd name="connsiteX1" fmla="*/ 428625 w 428625"/>
                  <a:gd name="connsiteY1" fmla="*/ 0 h 333375"/>
                  <a:gd name="connsiteX2" fmla="*/ 428625 w 428625"/>
                  <a:gd name="connsiteY2" fmla="*/ 333375 h 333375"/>
                  <a:gd name="connsiteX3" fmla="*/ 409575 w 428625"/>
                  <a:gd name="connsiteY3" fmla="*/ 333375 h 333375"/>
                  <a:gd name="connsiteX4" fmla="*/ 19050 w 428625"/>
                  <a:gd name="connsiteY4" fmla="*/ 333375 h 333375"/>
                  <a:gd name="connsiteX5" fmla="*/ 0 w 428625"/>
                  <a:gd name="connsiteY5" fmla="*/ 333375 h 333375"/>
                  <a:gd name="connsiteX6" fmla="*/ 0 w 428625"/>
                  <a:gd name="connsiteY6" fmla="*/ 0 h 333375"/>
                  <a:gd name="connsiteX7" fmla="*/ 19050 w 428625"/>
                  <a:gd name="connsiteY7" fmla="*/ 0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625" h="333375">
                    <a:moveTo>
                      <a:pt x="409575" y="0"/>
                    </a:moveTo>
                    <a:cubicBezTo>
                      <a:pt x="420096" y="0"/>
                      <a:pt x="428625" y="0"/>
                      <a:pt x="428625" y="0"/>
                    </a:cubicBezTo>
                    <a:lnTo>
                      <a:pt x="428625" y="333375"/>
                    </a:lnTo>
                    <a:cubicBezTo>
                      <a:pt x="428625" y="333375"/>
                      <a:pt x="420096" y="333375"/>
                      <a:pt x="409575" y="333375"/>
                    </a:cubicBezTo>
                    <a:lnTo>
                      <a:pt x="19050" y="333375"/>
                    </a:lnTo>
                    <a:cubicBezTo>
                      <a:pt x="8529" y="333375"/>
                      <a:pt x="0" y="333375"/>
                      <a:pt x="0" y="333375"/>
                    </a:cubicBezTo>
                    <a:lnTo>
                      <a:pt x="0" y="0"/>
                    </a:lnTo>
                    <a:cubicBezTo>
                      <a:pt x="0" y="0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14288" cap="flat">
                <a:solidFill>
                  <a:srgbClr val="365BB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2177797F-D231-4EA4-9E41-BB3033E2BA97}"/>
              </a:ext>
            </a:extLst>
          </p:cNvPr>
          <p:cNvSpPr/>
          <p:nvPr/>
        </p:nvSpPr>
        <p:spPr>
          <a:xfrm>
            <a:off x="4778674" y="2287972"/>
            <a:ext cx="460874" cy="1577338"/>
          </a:xfrm>
          <a:custGeom>
            <a:avLst/>
            <a:gdLst>
              <a:gd name="connsiteX0" fmla="*/ 0 w 2809875"/>
              <a:gd name="connsiteY0" fmla="*/ 3143250 h 3143250"/>
              <a:gd name="connsiteX1" fmla="*/ 0 w 2809875"/>
              <a:gd name="connsiteY1" fmla="*/ 142875 h 3143250"/>
              <a:gd name="connsiteX2" fmla="*/ 142875 w 2809875"/>
              <a:gd name="connsiteY2" fmla="*/ 0 h 3143250"/>
              <a:gd name="connsiteX3" fmla="*/ 2809875 w 2809875"/>
              <a:gd name="connsiteY3" fmla="*/ 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9875" h="3143250">
                <a:moveTo>
                  <a:pt x="0" y="3143250"/>
                </a:moveTo>
                <a:lnTo>
                  <a:pt x="0" y="142875"/>
                </a:lnTo>
                <a:cubicBezTo>
                  <a:pt x="0" y="47625"/>
                  <a:pt x="47625" y="0"/>
                  <a:pt x="142875" y="0"/>
                </a:cubicBezTo>
                <a:lnTo>
                  <a:pt x="2809875" y="0"/>
                </a:lnTo>
              </a:path>
            </a:pathLst>
          </a:custGeom>
          <a:noFill/>
          <a:ln w="19050" cap="flat">
            <a:solidFill>
              <a:srgbClr val="1C1C1C"/>
            </a:solidFill>
            <a:custDash>
              <a:ds d="4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613A522C-ADEF-4443-8F19-70C2D27B3E84}"/>
              </a:ext>
            </a:extLst>
          </p:cNvPr>
          <p:cNvSpPr/>
          <p:nvPr/>
        </p:nvSpPr>
        <p:spPr>
          <a:xfrm>
            <a:off x="5507324" y="2289998"/>
            <a:ext cx="547640" cy="45719"/>
          </a:xfrm>
          <a:custGeom>
            <a:avLst/>
            <a:gdLst>
              <a:gd name="connsiteX0" fmla="*/ 0 w 638175"/>
              <a:gd name="connsiteY0" fmla="*/ 0 h 9525"/>
              <a:gd name="connsiteX1" fmla="*/ 638175 w 63817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8175" h="9525">
                <a:moveTo>
                  <a:pt x="0" y="0"/>
                </a:moveTo>
                <a:lnTo>
                  <a:pt x="638175" y="0"/>
                </a:lnTo>
              </a:path>
            </a:pathLst>
          </a:custGeom>
          <a:ln w="23813" cap="flat">
            <a:solidFill>
              <a:srgbClr val="1C1C1C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BD06E03F-35F3-4AE0-A6D9-B73840D4F9C7}"/>
              </a:ext>
            </a:extLst>
          </p:cNvPr>
          <p:cNvSpPr/>
          <p:nvPr/>
        </p:nvSpPr>
        <p:spPr>
          <a:xfrm>
            <a:off x="5985986" y="2247073"/>
            <a:ext cx="85725" cy="85725"/>
          </a:xfrm>
          <a:custGeom>
            <a:avLst/>
            <a:gdLst>
              <a:gd name="connsiteX0" fmla="*/ 85725 w 85725"/>
              <a:gd name="connsiteY0" fmla="*/ 42863 h 85725"/>
              <a:gd name="connsiteX1" fmla="*/ 42863 w 85725"/>
              <a:gd name="connsiteY1" fmla="*/ 85725 h 85725"/>
              <a:gd name="connsiteX2" fmla="*/ 0 w 85725"/>
              <a:gd name="connsiteY2" fmla="*/ 42863 h 85725"/>
              <a:gd name="connsiteX3" fmla="*/ 42863 w 85725"/>
              <a:gd name="connsiteY3" fmla="*/ 0 h 85725"/>
              <a:gd name="connsiteX4" fmla="*/ 85725 w 85725"/>
              <a:gd name="connsiteY4" fmla="*/ 42863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" h="85725">
                <a:moveTo>
                  <a:pt x="85725" y="42863"/>
                </a:moveTo>
                <a:cubicBezTo>
                  <a:pt x="85725" y="66535"/>
                  <a:pt x="66535" y="85725"/>
                  <a:pt x="42863" y="85725"/>
                </a:cubicBezTo>
                <a:cubicBezTo>
                  <a:pt x="19190" y="85725"/>
                  <a:pt x="0" y="66535"/>
                  <a:pt x="0" y="42863"/>
                </a:cubicBezTo>
                <a:cubicBezTo>
                  <a:pt x="0" y="19190"/>
                  <a:pt x="19190" y="0"/>
                  <a:pt x="42863" y="0"/>
                </a:cubicBezTo>
                <a:cubicBezTo>
                  <a:pt x="66535" y="0"/>
                  <a:pt x="85725" y="19190"/>
                  <a:pt x="85725" y="42863"/>
                </a:cubicBezTo>
                <a:close/>
              </a:path>
            </a:pathLst>
          </a:custGeom>
          <a:solidFill>
            <a:srgbClr val="1C1C1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3C950F5-B30C-44B8-928E-298DD4E663EC}"/>
              </a:ext>
            </a:extLst>
          </p:cNvPr>
          <p:cNvSpPr txBox="1"/>
          <p:nvPr/>
        </p:nvSpPr>
        <p:spPr>
          <a:xfrm>
            <a:off x="6353700" y="3105473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面板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2DE9FFA2-2D46-4284-851C-1953E6B4152A}"/>
              </a:ext>
            </a:extLst>
          </p:cNvPr>
          <p:cNvGrpSpPr/>
          <p:nvPr/>
        </p:nvGrpSpPr>
        <p:grpSpPr>
          <a:xfrm>
            <a:off x="7887351" y="3854872"/>
            <a:ext cx="543739" cy="689523"/>
            <a:chOff x="8196215" y="3785230"/>
            <a:chExt cx="543739" cy="689523"/>
          </a:xfrm>
        </p:grpSpPr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D479493B-86C9-478B-A655-1A20F964823C}"/>
                </a:ext>
              </a:extLst>
            </p:cNvPr>
            <p:cNvSpPr txBox="1"/>
            <p:nvPr/>
          </p:nvSpPr>
          <p:spPr>
            <a:xfrm>
              <a:off x="8196215" y="41669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1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rPr>
                <a:t>用户</a:t>
              </a:r>
              <a:endPara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pic>
          <p:nvPicPr>
            <p:cNvPr id="126" name="图形 125" descr="智能手机 纯色填充">
              <a:extLst>
                <a:ext uri="{FF2B5EF4-FFF2-40B4-BE49-F238E27FC236}">
                  <a16:creationId xmlns:a16="http://schemas.microsoft.com/office/drawing/2014/main" id="{6440C742-B740-4BAB-95DC-6E9A594FA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7212" y="3785230"/>
              <a:ext cx="381746" cy="381746"/>
            </a:xfrm>
            <a:prstGeom prst="rect">
              <a:avLst/>
            </a:prstGeom>
          </p:spPr>
        </p:pic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3812C793-6A97-42BA-92CA-756C2569D6F9}"/>
              </a:ext>
            </a:extLst>
          </p:cNvPr>
          <p:cNvSpPr txBox="1"/>
          <p:nvPr/>
        </p:nvSpPr>
        <p:spPr>
          <a:xfrm>
            <a:off x="4884338" y="2401935"/>
            <a:ext cx="10021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控制器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B5370672-916A-476E-85D3-962409E4B1A8}"/>
              </a:ext>
            </a:extLst>
          </p:cNvPr>
          <p:cNvSpPr/>
          <p:nvPr/>
        </p:nvSpPr>
        <p:spPr>
          <a:xfrm rot="19206211">
            <a:off x="4878481" y="3061647"/>
            <a:ext cx="1796831" cy="20134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6">
                  <a:lumMod val="40000"/>
                  <a:lumOff val="60000"/>
                </a:schemeClr>
              </a:gs>
              <a:gs pos="89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9000000" scaled="0"/>
          </a:gradFill>
          <a:ln>
            <a:solidFill>
              <a:schemeClr val="accent6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h</a:t>
            </a:r>
            <a:r>
              <a:rPr lang="en-US" altLang="zh-CN" sz="1400" baseline="-25000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BR</a:t>
            </a:r>
            <a:endParaRPr lang="zh-CN" altLang="en-US" sz="1400" baseline="-250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D0F81984-D668-4F03-AD88-B0234EE79261}"/>
              </a:ext>
            </a:extLst>
          </p:cNvPr>
          <p:cNvSpPr/>
          <p:nvPr/>
        </p:nvSpPr>
        <p:spPr>
          <a:xfrm rot="204941">
            <a:off x="5124752" y="3817691"/>
            <a:ext cx="2843985" cy="20134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6">
                  <a:lumMod val="40000"/>
                  <a:lumOff val="60000"/>
                </a:schemeClr>
              </a:gs>
              <a:gs pos="89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9000000" scaled="0"/>
          </a:gradFill>
          <a:ln>
            <a:solidFill>
              <a:schemeClr val="accent6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h</a:t>
            </a:r>
            <a:r>
              <a:rPr lang="en-US" altLang="zh-CN" sz="1400" i="1" baseline="-25000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d</a:t>
            </a:r>
            <a:endParaRPr lang="zh-CN" altLang="en-US" sz="1400" i="1" baseline="-250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4EAEA545-4D90-4A97-A805-7E81619F26E5}"/>
              </a:ext>
            </a:extLst>
          </p:cNvPr>
          <p:cNvSpPr/>
          <p:nvPr/>
        </p:nvSpPr>
        <p:spPr>
          <a:xfrm rot="2592595">
            <a:off x="6808605" y="3173255"/>
            <a:ext cx="1432329" cy="20134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6">
                  <a:lumMod val="40000"/>
                  <a:lumOff val="60000"/>
                </a:schemeClr>
              </a:gs>
              <a:gs pos="89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9000000" scaled="0"/>
          </a:gradFill>
          <a:ln>
            <a:solidFill>
              <a:schemeClr val="accent6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i="1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h</a:t>
            </a:r>
            <a:r>
              <a:rPr lang="en-US" altLang="zh-CN" sz="1400" baseline="-25000" dirty="0" err="1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UR</a:t>
            </a:r>
            <a:endParaRPr lang="zh-CN" altLang="en-US" sz="1400" baseline="-25000" dirty="0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7676</TotalTime>
  <Words>12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19</cp:revision>
  <dcterms:created xsi:type="dcterms:W3CDTF">2022-09-20T11:32:03Z</dcterms:created>
  <dcterms:modified xsi:type="dcterms:W3CDTF">2026-03-30T10:18:52Z</dcterms:modified>
</cp:coreProperties>
</file>