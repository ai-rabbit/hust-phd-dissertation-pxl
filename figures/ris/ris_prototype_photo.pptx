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14544675" cy="51879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31" autoAdjust="0"/>
    <p:restoredTop sz="94660"/>
  </p:normalViewPr>
  <p:slideViewPr>
    <p:cSldViewPr snapToGrid="0">
      <p:cViewPr varScale="1">
        <p:scale>
          <a:sx n="59" d="100"/>
          <a:sy n="59" d="100"/>
        </p:scale>
        <p:origin x="110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裴 熙隆" userId="d70ee545ee25833c" providerId="LiveId" clId="{9C72858B-A802-4CE9-BDC4-004E33D57706}"/>
    <pc:docChg chg="undo redo custSel modSld">
      <pc:chgData name="裴 熙隆" userId="d70ee545ee25833c" providerId="LiveId" clId="{9C72858B-A802-4CE9-BDC4-004E33D57706}" dt="2026-03-30T10:33:56.062" v="408" actId="207"/>
      <pc:docMkLst>
        <pc:docMk/>
      </pc:docMkLst>
      <pc:sldChg chg="addSp delSp modSp mod">
        <pc:chgData name="裴 熙隆" userId="d70ee545ee25833c" providerId="LiveId" clId="{9C72858B-A802-4CE9-BDC4-004E33D57706}" dt="2026-03-30T10:33:56.062" v="408" actId="207"/>
        <pc:sldMkLst>
          <pc:docMk/>
          <pc:sldMk cId="3068321821" sldId="256"/>
        </pc:sldMkLst>
        <pc:spChg chg="add del mod">
          <ac:chgData name="裴 熙隆" userId="d70ee545ee25833c" providerId="LiveId" clId="{9C72858B-A802-4CE9-BDC4-004E33D57706}" dt="2026-03-30T10:25:45.907" v="167" actId="767"/>
          <ac:spMkLst>
            <pc:docMk/>
            <pc:sldMk cId="3068321821" sldId="256"/>
            <ac:spMk id="2" creationId="{FBC81FF7-DCE9-4226-83D1-386332867398}"/>
          </ac:spMkLst>
        </pc:spChg>
        <pc:spChg chg="add mod">
          <ac:chgData name="裴 熙隆" userId="d70ee545ee25833c" providerId="LiveId" clId="{9C72858B-A802-4CE9-BDC4-004E33D57706}" dt="2026-03-30T10:33:10.240" v="401" actId="1582"/>
          <ac:spMkLst>
            <pc:docMk/>
            <pc:sldMk cId="3068321821" sldId="256"/>
            <ac:spMk id="3" creationId="{63754F16-78A5-48BF-B33A-65B69ECDB070}"/>
          </ac:spMkLst>
        </pc:spChg>
        <pc:spChg chg="mod">
          <ac:chgData name="裴 熙隆" userId="d70ee545ee25833c" providerId="LiveId" clId="{9C72858B-A802-4CE9-BDC4-004E33D57706}" dt="2026-03-30T10:33:38.867" v="406" actId="1076"/>
          <ac:spMkLst>
            <pc:docMk/>
            <pc:sldMk cId="3068321821" sldId="256"/>
            <ac:spMk id="6" creationId="{3BF1C493-6B78-409D-AE30-0621EC806761}"/>
          </ac:spMkLst>
        </pc:spChg>
        <pc:spChg chg="mod">
          <ac:chgData name="裴 熙隆" userId="d70ee545ee25833c" providerId="LiveId" clId="{9C72858B-A802-4CE9-BDC4-004E33D57706}" dt="2026-03-30T10:32:17.210" v="397" actId="403"/>
          <ac:spMkLst>
            <pc:docMk/>
            <pc:sldMk cId="3068321821" sldId="256"/>
            <ac:spMk id="7" creationId="{A5BECAFE-9B94-41E4-AB29-39CDE96C055D}"/>
          </ac:spMkLst>
        </pc:spChg>
        <pc:spChg chg="mod">
          <ac:chgData name="裴 熙隆" userId="d70ee545ee25833c" providerId="LiveId" clId="{9C72858B-A802-4CE9-BDC4-004E33D57706}" dt="2026-03-30T10:32:17.210" v="397" actId="403"/>
          <ac:spMkLst>
            <pc:docMk/>
            <pc:sldMk cId="3068321821" sldId="256"/>
            <ac:spMk id="8" creationId="{B0590CB6-9BBD-4822-89F4-548B4DC0E20F}"/>
          </ac:spMkLst>
        </pc:spChg>
        <pc:spChg chg="mod">
          <ac:chgData name="裴 熙隆" userId="d70ee545ee25833c" providerId="LiveId" clId="{9C72858B-A802-4CE9-BDC4-004E33D57706}" dt="2026-03-30T10:32:17.210" v="397" actId="403"/>
          <ac:spMkLst>
            <pc:docMk/>
            <pc:sldMk cId="3068321821" sldId="256"/>
            <ac:spMk id="9" creationId="{CDCB4D60-34F8-4B36-8D8F-282E3C29E830}"/>
          </ac:spMkLst>
        </pc:spChg>
        <pc:spChg chg="mod">
          <ac:chgData name="裴 熙隆" userId="d70ee545ee25833c" providerId="LiveId" clId="{9C72858B-A802-4CE9-BDC4-004E33D57706}" dt="2026-03-30T10:33:56.062" v="408" actId="207"/>
          <ac:spMkLst>
            <pc:docMk/>
            <pc:sldMk cId="3068321821" sldId="256"/>
            <ac:spMk id="10" creationId="{EEA32906-643A-4A6A-A7D9-8691916CD35B}"/>
          </ac:spMkLst>
        </pc:spChg>
        <pc:spChg chg="add mod">
          <ac:chgData name="裴 熙隆" userId="d70ee545ee25833c" providerId="LiveId" clId="{9C72858B-A802-4CE9-BDC4-004E33D57706}" dt="2026-03-30T10:33:43.519" v="407" actId="14100"/>
          <ac:spMkLst>
            <pc:docMk/>
            <pc:sldMk cId="3068321821" sldId="256"/>
            <ac:spMk id="11" creationId="{935B6B64-3CFA-4E7D-AB39-91F946EB0821}"/>
          </ac:spMkLst>
        </pc:spChg>
        <pc:spChg chg="add mod">
          <ac:chgData name="裴 熙隆" userId="d70ee545ee25833c" providerId="LiveId" clId="{9C72858B-A802-4CE9-BDC4-004E33D57706}" dt="2026-03-30T10:33:27.800" v="405" actId="1076"/>
          <ac:spMkLst>
            <pc:docMk/>
            <pc:sldMk cId="3068321821" sldId="256"/>
            <ac:spMk id="13" creationId="{539935B8-9A01-42BE-980C-A70227C403E4}"/>
          </ac:spMkLst>
        </pc:spChg>
        <pc:spChg chg="add del mod">
          <ac:chgData name="裴 熙隆" userId="d70ee545ee25833c" providerId="LiveId" clId="{9C72858B-A802-4CE9-BDC4-004E33D57706}" dt="2026-03-30T10:28:25.707" v="371"/>
          <ac:spMkLst>
            <pc:docMk/>
            <pc:sldMk cId="3068321821" sldId="256"/>
            <ac:spMk id="15" creationId="{44480E75-06F4-43BD-A746-196D80AC2DEC}"/>
          </ac:spMkLst>
        </pc:spChg>
        <pc:spChg chg="add del mod">
          <ac:chgData name="裴 熙隆" userId="d70ee545ee25833c" providerId="LiveId" clId="{9C72858B-A802-4CE9-BDC4-004E33D57706}" dt="2026-03-30T10:28:25.707" v="371"/>
          <ac:spMkLst>
            <pc:docMk/>
            <pc:sldMk cId="3068321821" sldId="256"/>
            <ac:spMk id="16" creationId="{161D84B6-0C2E-4E78-95E9-DEB8CF1214A6}"/>
          </ac:spMkLst>
        </pc:spChg>
        <pc:spChg chg="add mod">
          <ac:chgData name="裴 熙隆" userId="d70ee545ee25833c" providerId="LiveId" clId="{9C72858B-A802-4CE9-BDC4-004E33D57706}" dt="2026-03-30T10:33:14.404" v="402" actId="1582"/>
          <ac:spMkLst>
            <pc:docMk/>
            <pc:sldMk cId="3068321821" sldId="256"/>
            <ac:spMk id="17" creationId="{631828B0-E92B-4A77-8AC2-AF0D06FEA135}"/>
          </ac:spMkLst>
        </pc:spChg>
        <pc:spChg chg="add mod">
          <ac:chgData name="裴 熙隆" userId="d70ee545ee25833c" providerId="LiveId" clId="{9C72858B-A802-4CE9-BDC4-004E33D57706}" dt="2026-03-30T10:33:18.321" v="403" actId="14100"/>
          <ac:spMkLst>
            <pc:docMk/>
            <pc:sldMk cId="3068321821" sldId="256"/>
            <ac:spMk id="18" creationId="{CBEA5561-7330-4CE7-9D18-29DC5C80DDAE}"/>
          </ac:spMkLst>
        </pc:spChg>
        <pc:picChg chg="mod modCrop">
          <ac:chgData name="裴 熙隆" userId="d70ee545ee25833c" providerId="LiveId" clId="{9C72858B-A802-4CE9-BDC4-004E33D57706}" dt="2026-03-30T10:32:36.151" v="400" actId="732"/>
          <ac:picMkLst>
            <pc:docMk/>
            <pc:sldMk cId="3068321821" sldId="256"/>
            <ac:picMk id="5" creationId="{5A5F6A39-E401-488B-B8B0-EFA55C8C8ACC}"/>
          </ac:picMkLst>
        </pc:picChg>
      </pc:sldChg>
    </pc:docChg>
  </pc:docChgLst>
  <pc:docChgLst>
    <pc:chgData name="裴 熙隆" userId="d70ee545ee25833c" providerId="LiveId" clId="{48A8F996-A5B7-4888-A28E-7D6B672CB277}"/>
    <pc:docChg chg="modSld">
      <pc:chgData name="裴 熙隆" userId="d70ee545ee25833c" providerId="LiveId" clId="{48A8F996-A5B7-4888-A28E-7D6B672CB277}" dt="2026-04-03T08:20:56.561" v="7" actId="207"/>
      <pc:docMkLst>
        <pc:docMk/>
      </pc:docMkLst>
      <pc:sldChg chg="modSp mod">
        <pc:chgData name="裴 熙隆" userId="d70ee545ee25833c" providerId="LiveId" clId="{48A8F996-A5B7-4888-A28E-7D6B672CB277}" dt="2026-04-03T08:20:56.561" v="7" actId="207"/>
        <pc:sldMkLst>
          <pc:docMk/>
          <pc:sldMk cId="3068321821" sldId="256"/>
        </pc:sldMkLst>
        <pc:spChg chg="mod">
          <ac:chgData name="裴 熙隆" userId="d70ee545ee25833c" providerId="LiveId" clId="{48A8F996-A5B7-4888-A28E-7D6B672CB277}" dt="2026-04-03T08:20:48.128" v="3" actId="207"/>
          <ac:spMkLst>
            <pc:docMk/>
            <pc:sldMk cId="3068321821" sldId="256"/>
            <ac:spMk id="6" creationId="{3BF1C493-6B78-409D-AE30-0621EC806761}"/>
          </ac:spMkLst>
        </pc:spChg>
        <pc:spChg chg="mod">
          <ac:chgData name="裴 熙隆" userId="d70ee545ee25833c" providerId="LiveId" clId="{48A8F996-A5B7-4888-A28E-7D6B672CB277}" dt="2026-04-03T08:20:56.561" v="7" actId="207"/>
          <ac:spMkLst>
            <pc:docMk/>
            <pc:sldMk cId="3068321821" sldId="256"/>
            <ac:spMk id="7" creationId="{A5BECAFE-9B94-41E4-AB29-39CDE96C055D}"/>
          </ac:spMkLst>
        </pc:spChg>
        <pc:spChg chg="mod">
          <ac:chgData name="裴 熙隆" userId="d70ee545ee25833c" providerId="LiveId" clId="{48A8F996-A5B7-4888-A28E-7D6B672CB277}" dt="2026-04-03T08:20:55.998" v="6" actId="207"/>
          <ac:spMkLst>
            <pc:docMk/>
            <pc:sldMk cId="3068321821" sldId="256"/>
            <ac:spMk id="8" creationId="{B0590CB6-9BBD-4822-89F4-548B4DC0E20F}"/>
          </ac:spMkLst>
        </pc:spChg>
        <pc:spChg chg="mod">
          <ac:chgData name="裴 熙隆" userId="d70ee545ee25833c" providerId="LiveId" clId="{48A8F996-A5B7-4888-A28E-7D6B672CB277}" dt="2026-04-03T08:20:48.854" v="4" actId="207"/>
          <ac:spMkLst>
            <pc:docMk/>
            <pc:sldMk cId="3068321821" sldId="256"/>
            <ac:spMk id="9" creationId="{CDCB4D60-34F8-4B36-8D8F-282E3C29E830}"/>
          </ac:spMkLst>
        </pc:spChg>
        <pc:spChg chg="mod">
          <ac:chgData name="裴 熙隆" userId="d70ee545ee25833c" providerId="LiveId" clId="{48A8F996-A5B7-4888-A28E-7D6B672CB277}" dt="2026-04-03T08:20:46.211" v="2" actId="207"/>
          <ac:spMkLst>
            <pc:docMk/>
            <pc:sldMk cId="3068321821" sldId="256"/>
            <ac:spMk id="13" creationId="{539935B8-9A01-42BE-980C-A70227C403E4}"/>
          </ac:spMkLst>
        </pc:spChg>
        <pc:spChg chg="mod">
          <ac:chgData name="裴 熙隆" userId="d70ee545ee25833c" providerId="LiveId" clId="{48A8F996-A5B7-4888-A28E-7D6B672CB277}" dt="2026-04-03T08:20:54.486" v="5" actId="207"/>
          <ac:spMkLst>
            <pc:docMk/>
            <pc:sldMk cId="3068321821" sldId="256"/>
            <ac:spMk id="18" creationId="{CBEA5561-7330-4CE7-9D18-29DC5C80DDAE}"/>
          </ac:spMkLst>
        </pc:spChg>
      </pc:sldChg>
    </pc:docChg>
  </pc:docChgLst>
  <pc:docChgLst>
    <pc:chgData name="裴 熙隆" userId="d70ee545ee25833c" providerId="LiveId" clId="{38BDE4CB-D146-4F10-B211-8E660D6EB7CE}"/>
    <pc:docChg chg="undo redo custSel addSld modSld">
      <pc:chgData name="裴 熙隆" userId="d70ee545ee25833c" providerId="LiveId" clId="{38BDE4CB-D146-4F10-B211-8E660D6EB7CE}" dt="2021-02-02T06:26:01.315" v="115" actId="207"/>
      <pc:docMkLst>
        <pc:docMk/>
      </pc:docMkLst>
      <pc:sldChg chg="addSp delSp modSp new mod">
        <pc:chgData name="裴 熙隆" userId="d70ee545ee25833c" providerId="LiveId" clId="{38BDE4CB-D146-4F10-B211-8E660D6EB7CE}" dt="2021-02-02T06:26:01.315" v="115" actId="207"/>
        <pc:sldMkLst>
          <pc:docMk/>
          <pc:sldMk cId="3068321821" sldId="256"/>
        </pc:sldMkLst>
        <pc:spChg chg="del">
          <ac:chgData name="裴 熙隆" userId="d70ee545ee25833c" providerId="LiveId" clId="{38BDE4CB-D146-4F10-B211-8E660D6EB7CE}" dt="2021-01-30T09:43:42.790" v="1" actId="478"/>
          <ac:spMkLst>
            <pc:docMk/>
            <pc:sldMk cId="3068321821" sldId="256"/>
            <ac:spMk id="2" creationId="{419D2D0D-A09E-4A97-8AF9-C7838A994FFB}"/>
          </ac:spMkLst>
        </pc:spChg>
        <pc:spChg chg="del">
          <ac:chgData name="裴 熙隆" userId="d70ee545ee25833c" providerId="LiveId" clId="{38BDE4CB-D146-4F10-B211-8E660D6EB7CE}" dt="2021-01-30T09:43:43.588" v="2" actId="478"/>
          <ac:spMkLst>
            <pc:docMk/>
            <pc:sldMk cId="3068321821" sldId="256"/>
            <ac:spMk id="3" creationId="{1C470177-7B78-4EA9-8AC9-8759F2379D66}"/>
          </ac:spMkLst>
        </pc:spChg>
        <pc:spChg chg="add mod">
          <ac:chgData name="裴 熙隆" userId="d70ee545ee25833c" providerId="LiveId" clId="{38BDE4CB-D146-4F10-B211-8E660D6EB7CE}" dt="2021-02-02T06:26:01.315" v="115" actId="207"/>
          <ac:spMkLst>
            <pc:docMk/>
            <pc:sldMk cId="3068321821" sldId="256"/>
            <ac:spMk id="6" creationId="{3BF1C493-6B78-409D-AE30-0621EC806761}"/>
          </ac:spMkLst>
        </pc:spChg>
        <pc:spChg chg="add mod">
          <ac:chgData name="裴 熙隆" userId="d70ee545ee25833c" providerId="LiveId" clId="{38BDE4CB-D146-4F10-B211-8E660D6EB7CE}" dt="2021-02-02T06:26:01.315" v="115" actId="207"/>
          <ac:spMkLst>
            <pc:docMk/>
            <pc:sldMk cId="3068321821" sldId="256"/>
            <ac:spMk id="7" creationId="{A5BECAFE-9B94-41E4-AB29-39CDE96C055D}"/>
          </ac:spMkLst>
        </pc:spChg>
        <pc:spChg chg="add mod">
          <ac:chgData name="裴 熙隆" userId="d70ee545ee25833c" providerId="LiveId" clId="{38BDE4CB-D146-4F10-B211-8E660D6EB7CE}" dt="2021-02-02T06:26:01.315" v="115" actId="207"/>
          <ac:spMkLst>
            <pc:docMk/>
            <pc:sldMk cId="3068321821" sldId="256"/>
            <ac:spMk id="8" creationId="{B0590CB6-9BBD-4822-89F4-548B4DC0E20F}"/>
          </ac:spMkLst>
        </pc:spChg>
        <pc:spChg chg="add mod">
          <ac:chgData name="裴 熙隆" userId="d70ee545ee25833c" providerId="LiveId" clId="{38BDE4CB-D146-4F10-B211-8E660D6EB7CE}" dt="2021-02-02T06:26:01.315" v="115" actId="207"/>
          <ac:spMkLst>
            <pc:docMk/>
            <pc:sldMk cId="3068321821" sldId="256"/>
            <ac:spMk id="9" creationId="{CDCB4D60-34F8-4B36-8D8F-282E3C29E830}"/>
          </ac:spMkLst>
        </pc:spChg>
        <pc:spChg chg="add mod">
          <ac:chgData name="裴 熙隆" userId="d70ee545ee25833c" providerId="LiveId" clId="{38BDE4CB-D146-4F10-B211-8E660D6EB7CE}" dt="2021-02-02T06:26:01.315" v="115" actId="207"/>
          <ac:spMkLst>
            <pc:docMk/>
            <pc:sldMk cId="3068321821" sldId="256"/>
            <ac:spMk id="10" creationId="{EEA32906-643A-4A6A-A7D9-8691916CD35B}"/>
          </ac:spMkLst>
        </pc:spChg>
        <pc:picChg chg="add mod">
          <ac:chgData name="裴 熙隆" userId="d70ee545ee25833c" providerId="LiveId" clId="{38BDE4CB-D146-4F10-B211-8E660D6EB7CE}" dt="2021-02-02T06:26:01.315" v="115" actId="207"/>
          <ac:picMkLst>
            <pc:docMk/>
            <pc:sldMk cId="3068321821" sldId="256"/>
            <ac:picMk id="5" creationId="{5A5F6A39-E401-488B-B8B0-EFA55C8C8ACC}"/>
          </ac:picMkLst>
        </pc:picChg>
        <pc:picChg chg="add mod modCrop">
          <ac:chgData name="裴 熙隆" userId="d70ee545ee25833c" providerId="LiveId" clId="{38BDE4CB-D146-4F10-B211-8E660D6EB7CE}" dt="2021-02-02T06:26:01.315" v="115" actId="207"/>
          <ac:picMkLst>
            <pc:docMk/>
            <pc:sldMk cId="3068321821" sldId="256"/>
            <ac:picMk id="12" creationId="{8DCC7E6D-ED22-41D3-8C85-01075E5CA4BB}"/>
          </ac:picMkLst>
        </pc:picChg>
        <pc:cxnChg chg="add del mod">
          <ac:chgData name="裴 熙隆" userId="d70ee545ee25833c" providerId="LiveId" clId="{38BDE4CB-D146-4F10-B211-8E660D6EB7CE}" dt="2021-01-31T07:30:40.620" v="109" actId="14100"/>
          <ac:cxnSpMkLst>
            <pc:docMk/>
            <pc:sldMk cId="3068321821" sldId="256"/>
            <ac:cxnSpMk id="14" creationId="{8507DEA5-B89F-42C1-BB7A-D63683593134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964702-0EB1-459E-BC10-61A56DABEE4F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-896938" y="1143000"/>
            <a:ext cx="8651876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DEDCE2-BDB2-4D6C-BEC4-AB2D8F6FF4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3245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EDCE2-BDB2-4D6C-BEC4-AB2D8F6FF40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98398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18085" y="849047"/>
            <a:ext cx="10908506" cy="1806175"/>
          </a:xfrm>
        </p:spPr>
        <p:txBody>
          <a:bodyPr anchor="b"/>
          <a:lstStyle>
            <a:lvl1pPr algn="ctr">
              <a:defRPr sz="453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18085" y="2724875"/>
            <a:ext cx="10908506" cy="1252553"/>
          </a:xfrm>
        </p:spPr>
        <p:txBody>
          <a:bodyPr/>
          <a:lstStyle>
            <a:lvl1pPr marL="0" indent="0" algn="ctr">
              <a:buNone/>
              <a:defRPr sz="1816"/>
            </a:lvl1pPr>
            <a:lvl2pPr marL="345872" indent="0" algn="ctr">
              <a:buNone/>
              <a:defRPr sz="1513"/>
            </a:lvl2pPr>
            <a:lvl3pPr marL="691744" indent="0" algn="ctr">
              <a:buNone/>
              <a:defRPr sz="1362"/>
            </a:lvl3pPr>
            <a:lvl4pPr marL="1037615" indent="0" algn="ctr">
              <a:buNone/>
              <a:defRPr sz="1210"/>
            </a:lvl4pPr>
            <a:lvl5pPr marL="1383487" indent="0" algn="ctr">
              <a:buNone/>
              <a:defRPr sz="1210"/>
            </a:lvl5pPr>
            <a:lvl6pPr marL="1729359" indent="0" algn="ctr">
              <a:buNone/>
              <a:defRPr sz="1210"/>
            </a:lvl6pPr>
            <a:lvl7pPr marL="2075231" indent="0" algn="ctr">
              <a:buNone/>
              <a:defRPr sz="1210"/>
            </a:lvl7pPr>
            <a:lvl8pPr marL="2421103" indent="0" algn="ctr">
              <a:buNone/>
              <a:defRPr sz="1210"/>
            </a:lvl8pPr>
            <a:lvl9pPr marL="2766974" indent="0" algn="ctr">
              <a:buNone/>
              <a:defRPr sz="121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9AEE8-0B91-45AA-A6F9-A4C89B247BDF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54756-71DA-40AB-877B-51A2AC5290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1897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9AEE8-0B91-45AA-A6F9-A4C89B247BDF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54756-71DA-40AB-877B-51A2AC5290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2269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371" y="1293385"/>
            <a:ext cx="12544782" cy="2158043"/>
          </a:xfrm>
        </p:spPr>
        <p:txBody>
          <a:bodyPr anchor="b"/>
          <a:lstStyle>
            <a:lvl1pPr>
              <a:defRPr sz="453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2371" y="3471844"/>
            <a:ext cx="12544782" cy="1134864"/>
          </a:xfrm>
        </p:spPr>
        <p:txBody>
          <a:bodyPr/>
          <a:lstStyle>
            <a:lvl1pPr marL="0" indent="0">
              <a:buNone/>
              <a:defRPr sz="1816">
                <a:solidFill>
                  <a:schemeClr val="tx1">
                    <a:tint val="75000"/>
                  </a:schemeClr>
                </a:solidFill>
              </a:defRPr>
            </a:lvl1pPr>
            <a:lvl2pPr marL="345872" indent="0">
              <a:buNone/>
              <a:defRPr sz="1513">
                <a:solidFill>
                  <a:schemeClr val="tx1">
                    <a:tint val="75000"/>
                  </a:schemeClr>
                </a:solidFill>
              </a:defRPr>
            </a:lvl2pPr>
            <a:lvl3pPr marL="691744" indent="0">
              <a:buNone/>
              <a:defRPr sz="1362">
                <a:solidFill>
                  <a:schemeClr val="tx1">
                    <a:tint val="75000"/>
                  </a:schemeClr>
                </a:solidFill>
              </a:defRPr>
            </a:lvl3pPr>
            <a:lvl4pPr marL="1037615" indent="0">
              <a:buNone/>
              <a:defRPr sz="1210">
                <a:solidFill>
                  <a:schemeClr val="tx1">
                    <a:tint val="75000"/>
                  </a:schemeClr>
                </a:solidFill>
              </a:defRPr>
            </a:lvl4pPr>
            <a:lvl5pPr marL="1383487" indent="0">
              <a:buNone/>
              <a:defRPr sz="1210">
                <a:solidFill>
                  <a:schemeClr val="tx1">
                    <a:tint val="75000"/>
                  </a:schemeClr>
                </a:solidFill>
              </a:defRPr>
            </a:lvl5pPr>
            <a:lvl6pPr marL="1729359" indent="0">
              <a:buNone/>
              <a:defRPr sz="1210">
                <a:solidFill>
                  <a:schemeClr val="tx1">
                    <a:tint val="75000"/>
                  </a:schemeClr>
                </a:solidFill>
              </a:defRPr>
            </a:lvl6pPr>
            <a:lvl7pPr marL="2075231" indent="0">
              <a:buNone/>
              <a:defRPr sz="1210">
                <a:solidFill>
                  <a:schemeClr val="tx1">
                    <a:tint val="75000"/>
                  </a:schemeClr>
                </a:solidFill>
              </a:defRPr>
            </a:lvl7pPr>
            <a:lvl8pPr marL="2421103" indent="0">
              <a:buNone/>
              <a:defRPr sz="1210">
                <a:solidFill>
                  <a:schemeClr val="tx1">
                    <a:tint val="75000"/>
                  </a:schemeClr>
                </a:solidFill>
              </a:defRPr>
            </a:lvl8pPr>
            <a:lvl9pPr marL="2766974" indent="0">
              <a:buNone/>
              <a:defRPr sz="121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9AEE8-0B91-45AA-A6F9-A4C89B247BDF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54756-71DA-40AB-877B-51A2AC5290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0890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9946" y="1381051"/>
            <a:ext cx="6181487" cy="329170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3242" y="1381051"/>
            <a:ext cx="6181487" cy="329170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9AEE8-0B91-45AA-A6F9-A4C89B247BDF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54756-71DA-40AB-877B-51A2AC5290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336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1841" y="276211"/>
            <a:ext cx="12544782" cy="100276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1841" y="1271769"/>
            <a:ext cx="6153079" cy="623274"/>
          </a:xfrm>
        </p:spPr>
        <p:txBody>
          <a:bodyPr anchor="b"/>
          <a:lstStyle>
            <a:lvl1pPr marL="0" indent="0">
              <a:buNone/>
              <a:defRPr sz="1816" b="1"/>
            </a:lvl1pPr>
            <a:lvl2pPr marL="345872" indent="0">
              <a:buNone/>
              <a:defRPr sz="1513" b="1"/>
            </a:lvl2pPr>
            <a:lvl3pPr marL="691744" indent="0">
              <a:buNone/>
              <a:defRPr sz="1362" b="1"/>
            </a:lvl3pPr>
            <a:lvl4pPr marL="1037615" indent="0">
              <a:buNone/>
              <a:defRPr sz="1210" b="1"/>
            </a:lvl4pPr>
            <a:lvl5pPr marL="1383487" indent="0">
              <a:buNone/>
              <a:defRPr sz="1210" b="1"/>
            </a:lvl5pPr>
            <a:lvl6pPr marL="1729359" indent="0">
              <a:buNone/>
              <a:defRPr sz="1210" b="1"/>
            </a:lvl6pPr>
            <a:lvl7pPr marL="2075231" indent="0">
              <a:buNone/>
              <a:defRPr sz="1210" b="1"/>
            </a:lvl7pPr>
            <a:lvl8pPr marL="2421103" indent="0">
              <a:buNone/>
              <a:defRPr sz="1210" b="1"/>
            </a:lvl8pPr>
            <a:lvl9pPr marL="2766974" indent="0">
              <a:buNone/>
              <a:defRPr sz="121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1841" y="1895043"/>
            <a:ext cx="6153079" cy="278732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363242" y="1271769"/>
            <a:ext cx="6183381" cy="623274"/>
          </a:xfrm>
        </p:spPr>
        <p:txBody>
          <a:bodyPr anchor="b"/>
          <a:lstStyle>
            <a:lvl1pPr marL="0" indent="0">
              <a:buNone/>
              <a:defRPr sz="1816" b="1"/>
            </a:lvl1pPr>
            <a:lvl2pPr marL="345872" indent="0">
              <a:buNone/>
              <a:defRPr sz="1513" b="1"/>
            </a:lvl2pPr>
            <a:lvl3pPr marL="691744" indent="0">
              <a:buNone/>
              <a:defRPr sz="1362" b="1"/>
            </a:lvl3pPr>
            <a:lvl4pPr marL="1037615" indent="0">
              <a:buNone/>
              <a:defRPr sz="1210" b="1"/>
            </a:lvl4pPr>
            <a:lvl5pPr marL="1383487" indent="0">
              <a:buNone/>
              <a:defRPr sz="1210" b="1"/>
            </a:lvl5pPr>
            <a:lvl6pPr marL="1729359" indent="0">
              <a:buNone/>
              <a:defRPr sz="1210" b="1"/>
            </a:lvl6pPr>
            <a:lvl7pPr marL="2075231" indent="0">
              <a:buNone/>
              <a:defRPr sz="1210" b="1"/>
            </a:lvl7pPr>
            <a:lvl8pPr marL="2421103" indent="0">
              <a:buNone/>
              <a:defRPr sz="1210" b="1"/>
            </a:lvl8pPr>
            <a:lvl9pPr marL="2766974" indent="0">
              <a:buNone/>
              <a:defRPr sz="121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363242" y="1895043"/>
            <a:ext cx="6183381" cy="278732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9AEE8-0B91-45AA-A6F9-A4C89B247BDF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54756-71DA-40AB-877B-51A2AC5290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88823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9AEE8-0B91-45AA-A6F9-A4C89B247BDF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54756-71DA-40AB-877B-51A2AC5290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1295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9AEE8-0B91-45AA-A6F9-A4C89B247BDF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54756-71DA-40AB-877B-51A2AC5290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695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1841" y="345863"/>
            <a:ext cx="4691036" cy="1210522"/>
          </a:xfrm>
        </p:spPr>
        <p:txBody>
          <a:bodyPr anchor="b"/>
          <a:lstStyle>
            <a:lvl1pPr>
              <a:defRPr sz="242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83381" y="746969"/>
            <a:ext cx="7363242" cy="3686807"/>
          </a:xfrm>
        </p:spPr>
        <p:txBody>
          <a:bodyPr/>
          <a:lstStyle>
            <a:lvl1pPr>
              <a:defRPr sz="2421"/>
            </a:lvl1pPr>
            <a:lvl2pPr>
              <a:defRPr sz="2118"/>
            </a:lvl2pPr>
            <a:lvl3pPr>
              <a:defRPr sz="1816"/>
            </a:lvl3pPr>
            <a:lvl4pPr>
              <a:defRPr sz="1513"/>
            </a:lvl4pPr>
            <a:lvl5pPr>
              <a:defRPr sz="1513"/>
            </a:lvl5pPr>
            <a:lvl6pPr>
              <a:defRPr sz="1513"/>
            </a:lvl6pPr>
            <a:lvl7pPr>
              <a:defRPr sz="1513"/>
            </a:lvl7pPr>
            <a:lvl8pPr>
              <a:defRPr sz="1513"/>
            </a:lvl8pPr>
            <a:lvl9pPr>
              <a:defRPr sz="151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1841" y="1556385"/>
            <a:ext cx="4691036" cy="2883396"/>
          </a:xfrm>
        </p:spPr>
        <p:txBody>
          <a:bodyPr/>
          <a:lstStyle>
            <a:lvl1pPr marL="0" indent="0">
              <a:buNone/>
              <a:defRPr sz="1210"/>
            </a:lvl1pPr>
            <a:lvl2pPr marL="345872" indent="0">
              <a:buNone/>
              <a:defRPr sz="1059"/>
            </a:lvl2pPr>
            <a:lvl3pPr marL="691744" indent="0">
              <a:buNone/>
              <a:defRPr sz="908"/>
            </a:lvl3pPr>
            <a:lvl4pPr marL="1037615" indent="0">
              <a:buNone/>
              <a:defRPr sz="757"/>
            </a:lvl4pPr>
            <a:lvl5pPr marL="1383487" indent="0">
              <a:buNone/>
              <a:defRPr sz="757"/>
            </a:lvl5pPr>
            <a:lvl6pPr marL="1729359" indent="0">
              <a:buNone/>
              <a:defRPr sz="757"/>
            </a:lvl6pPr>
            <a:lvl7pPr marL="2075231" indent="0">
              <a:buNone/>
              <a:defRPr sz="757"/>
            </a:lvl7pPr>
            <a:lvl8pPr marL="2421103" indent="0">
              <a:buNone/>
              <a:defRPr sz="757"/>
            </a:lvl8pPr>
            <a:lvl9pPr marL="2766974" indent="0">
              <a:buNone/>
              <a:defRPr sz="75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9AEE8-0B91-45AA-A6F9-A4C89B247BDF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54756-71DA-40AB-877B-51A2AC5290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4374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1841" y="345863"/>
            <a:ext cx="4691036" cy="1210522"/>
          </a:xfrm>
        </p:spPr>
        <p:txBody>
          <a:bodyPr anchor="b"/>
          <a:lstStyle>
            <a:lvl1pPr>
              <a:defRPr sz="242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83381" y="746969"/>
            <a:ext cx="7363242" cy="3686807"/>
          </a:xfrm>
        </p:spPr>
        <p:txBody>
          <a:bodyPr anchor="t"/>
          <a:lstStyle>
            <a:lvl1pPr marL="0" indent="0">
              <a:buNone/>
              <a:defRPr sz="2421"/>
            </a:lvl1pPr>
            <a:lvl2pPr marL="345872" indent="0">
              <a:buNone/>
              <a:defRPr sz="2118"/>
            </a:lvl2pPr>
            <a:lvl3pPr marL="691744" indent="0">
              <a:buNone/>
              <a:defRPr sz="1816"/>
            </a:lvl3pPr>
            <a:lvl4pPr marL="1037615" indent="0">
              <a:buNone/>
              <a:defRPr sz="1513"/>
            </a:lvl4pPr>
            <a:lvl5pPr marL="1383487" indent="0">
              <a:buNone/>
              <a:defRPr sz="1513"/>
            </a:lvl5pPr>
            <a:lvl6pPr marL="1729359" indent="0">
              <a:buNone/>
              <a:defRPr sz="1513"/>
            </a:lvl6pPr>
            <a:lvl7pPr marL="2075231" indent="0">
              <a:buNone/>
              <a:defRPr sz="1513"/>
            </a:lvl7pPr>
            <a:lvl8pPr marL="2421103" indent="0">
              <a:buNone/>
              <a:defRPr sz="1513"/>
            </a:lvl8pPr>
            <a:lvl9pPr marL="2766974" indent="0">
              <a:buNone/>
              <a:defRPr sz="1513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1841" y="1556385"/>
            <a:ext cx="4691036" cy="2883396"/>
          </a:xfrm>
        </p:spPr>
        <p:txBody>
          <a:bodyPr/>
          <a:lstStyle>
            <a:lvl1pPr marL="0" indent="0">
              <a:buNone/>
              <a:defRPr sz="1210"/>
            </a:lvl1pPr>
            <a:lvl2pPr marL="345872" indent="0">
              <a:buNone/>
              <a:defRPr sz="1059"/>
            </a:lvl2pPr>
            <a:lvl3pPr marL="691744" indent="0">
              <a:buNone/>
              <a:defRPr sz="908"/>
            </a:lvl3pPr>
            <a:lvl4pPr marL="1037615" indent="0">
              <a:buNone/>
              <a:defRPr sz="757"/>
            </a:lvl4pPr>
            <a:lvl5pPr marL="1383487" indent="0">
              <a:buNone/>
              <a:defRPr sz="757"/>
            </a:lvl5pPr>
            <a:lvl6pPr marL="1729359" indent="0">
              <a:buNone/>
              <a:defRPr sz="757"/>
            </a:lvl6pPr>
            <a:lvl7pPr marL="2075231" indent="0">
              <a:buNone/>
              <a:defRPr sz="757"/>
            </a:lvl7pPr>
            <a:lvl8pPr marL="2421103" indent="0">
              <a:buNone/>
              <a:defRPr sz="757"/>
            </a:lvl8pPr>
            <a:lvl9pPr marL="2766974" indent="0">
              <a:buNone/>
              <a:defRPr sz="75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9AEE8-0B91-45AA-A6F9-A4C89B247BDF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54756-71DA-40AB-877B-51A2AC5290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674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9AEE8-0B91-45AA-A6F9-A4C89B247BDF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54756-71DA-40AB-877B-51A2AC5290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7346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08533" y="276210"/>
            <a:ext cx="3136196" cy="439654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9947" y="276210"/>
            <a:ext cx="9226778" cy="439654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9AEE8-0B91-45AA-A6F9-A4C89B247BDF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54756-71DA-40AB-877B-51A2AC5290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0804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9947" y="276211"/>
            <a:ext cx="12544782" cy="10027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9947" y="1381051"/>
            <a:ext cx="12544782" cy="32917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9946" y="4808462"/>
            <a:ext cx="3272552" cy="2762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69AEE8-0B91-45AA-A6F9-A4C89B247BDF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17924" y="4808462"/>
            <a:ext cx="4908828" cy="2762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2177" y="4808462"/>
            <a:ext cx="3272552" cy="2762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D54756-71DA-40AB-877B-51A2AC5290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421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91744" rtl="0" eaLnBrk="1" latinLnBrk="0" hangingPunct="1">
        <a:lnSpc>
          <a:spcPct val="90000"/>
        </a:lnSpc>
        <a:spcBef>
          <a:spcPct val="0"/>
        </a:spcBef>
        <a:buNone/>
        <a:defRPr sz="332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2936" indent="-172936" algn="l" defTabSz="691744" rtl="0" eaLnBrk="1" latinLnBrk="0" hangingPunct="1">
        <a:lnSpc>
          <a:spcPct val="90000"/>
        </a:lnSpc>
        <a:spcBef>
          <a:spcPts val="757"/>
        </a:spcBef>
        <a:buFont typeface="Arial" panose="020B0604020202020204" pitchFamily="34" charset="0"/>
        <a:buChar char="•"/>
        <a:defRPr sz="2118" kern="1200">
          <a:solidFill>
            <a:schemeClr val="tx1"/>
          </a:solidFill>
          <a:latin typeface="+mn-lt"/>
          <a:ea typeface="+mn-ea"/>
          <a:cs typeface="+mn-cs"/>
        </a:defRPr>
      </a:lvl1pPr>
      <a:lvl2pPr marL="518808" indent="-172936" algn="l" defTabSz="691744" rtl="0" eaLnBrk="1" latinLnBrk="0" hangingPunct="1">
        <a:lnSpc>
          <a:spcPct val="90000"/>
        </a:lnSpc>
        <a:spcBef>
          <a:spcPts val="378"/>
        </a:spcBef>
        <a:buFont typeface="Arial" panose="020B0604020202020204" pitchFamily="34" charset="0"/>
        <a:buChar char="•"/>
        <a:defRPr sz="1816" kern="1200">
          <a:solidFill>
            <a:schemeClr val="tx1"/>
          </a:solidFill>
          <a:latin typeface="+mn-lt"/>
          <a:ea typeface="+mn-ea"/>
          <a:cs typeface="+mn-cs"/>
        </a:defRPr>
      </a:lvl2pPr>
      <a:lvl3pPr marL="864680" indent="-172936" algn="l" defTabSz="691744" rtl="0" eaLnBrk="1" latinLnBrk="0" hangingPunct="1">
        <a:lnSpc>
          <a:spcPct val="90000"/>
        </a:lnSpc>
        <a:spcBef>
          <a:spcPts val="378"/>
        </a:spcBef>
        <a:buFont typeface="Arial" panose="020B0604020202020204" pitchFamily="34" charset="0"/>
        <a:buChar char="•"/>
        <a:defRPr sz="1513" kern="1200">
          <a:solidFill>
            <a:schemeClr val="tx1"/>
          </a:solidFill>
          <a:latin typeface="+mn-lt"/>
          <a:ea typeface="+mn-ea"/>
          <a:cs typeface="+mn-cs"/>
        </a:defRPr>
      </a:lvl3pPr>
      <a:lvl4pPr marL="1210551" indent="-172936" algn="l" defTabSz="691744" rtl="0" eaLnBrk="1" latinLnBrk="0" hangingPunct="1">
        <a:lnSpc>
          <a:spcPct val="90000"/>
        </a:lnSpc>
        <a:spcBef>
          <a:spcPts val="378"/>
        </a:spcBef>
        <a:buFont typeface="Arial" panose="020B0604020202020204" pitchFamily="34" charset="0"/>
        <a:buChar char="•"/>
        <a:defRPr sz="1362" kern="1200">
          <a:solidFill>
            <a:schemeClr val="tx1"/>
          </a:solidFill>
          <a:latin typeface="+mn-lt"/>
          <a:ea typeface="+mn-ea"/>
          <a:cs typeface="+mn-cs"/>
        </a:defRPr>
      </a:lvl4pPr>
      <a:lvl5pPr marL="1556423" indent="-172936" algn="l" defTabSz="691744" rtl="0" eaLnBrk="1" latinLnBrk="0" hangingPunct="1">
        <a:lnSpc>
          <a:spcPct val="90000"/>
        </a:lnSpc>
        <a:spcBef>
          <a:spcPts val="378"/>
        </a:spcBef>
        <a:buFont typeface="Arial" panose="020B0604020202020204" pitchFamily="34" charset="0"/>
        <a:buChar char="•"/>
        <a:defRPr sz="1362" kern="1200">
          <a:solidFill>
            <a:schemeClr val="tx1"/>
          </a:solidFill>
          <a:latin typeface="+mn-lt"/>
          <a:ea typeface="+mn-ea"/>
          <a:cs typeface="+mn-cs"/>
        </a:defRPr>
      </a:lvl5pPr>
      <a:lvl6pPr marL="1902295" indent="-172936" algn="l" defTabSz="691744" rtl="0" eaLnBrk="1" latinLnBrk="0" hangingPunct="1">
        <a:lnSpc>
          <a:spcPct val="90000"/>
        </a:lnSpc>
        <a:spcBef>
          <a:spcPts val="378"/>
        </a:spcBef>
        <a:buFont typeface="Arial" panose="020B0604020202020204" pitchFamily="34" charset="0"/>
        <a:buChar char="•"/>
        <a:defRPr sz="1362" kern="1200">
          <a:solidFill>
            <a:schemeClr val="tx1"/>
          </a:solidFill>
          <a:latin typeface="+mn-lt"/>
          <a:ea typeface="+mn-ea"/>
          <a:cs typeface="+mn-cs"/>
        </a:defRPr>
      </a:lvl6pPr>
      <a:lvl7pPr marL="2248167" indent="-172936" algn="l" defTabSz="691744" rtl="0" eaLnBrk="1" latinLnBrk="0" hangingPunct="1">
        <a:lnSpc>
          <a:spcPct val="90000"/>
        </a:lnSpc>
        <a:spcBef>
          <a:spcPts val="378"/>
        </a:spcBef>
        <a:buFont typeface="Arial" panose="020B0604020202020204" pitchFamily="34" charset="0"/>
        <a:buChar char="•"/>
        <a:defRPr sz="1362" kern="1200">
          <a:solidFill>
            <a:schemeClr val="tx1"/>
          </a:solidFill>
          <a:latin typeface="+mn-lt"/>
          <a:ea typeface="+mn-ea"/>
          <a:cs typeface="+mn-cs"/>
        </a:defRPr>
      </a:lvl7pPr>
      <a:lvl8pPr marL="2594039" indent="-172936" algn="l" defTabSz="691744" rtl="0" eaLnBrk="1" latinLnBrk="0" hangingPunct="1">
        <a:lnSpc>
          <a:spcPct val="90000"/>
        </a:lnSpc>
        <a:spcBef>
          <a:spcPts val="378"/>
        </a:spcBef>
        <a:buFont typeface="Arial" panose="020B0604020202020204" pitchFamily="34" charset="0"/>
        <a:buChar char="•"/>
        <a:defRPr sz="1362" kern="1200">
          <a:solidFill>
            <a:schemeClr val="tx1"/>
          </a:solidFill>
          <a:latin typeface="+mn-lt"/>
          <a:ea typeface="+mn-ea"/>
          <a:cs typeface="+mn-cs"/>
        </a:defRPr>
      </a:lvl8pPr>
      <a:lvl9pPr marL="2939910" indent="-172936" algn="l" defTabSz="691744" rtl="0" eaLnBrk="1" latinLnBrk="0" hangingPunct="1">
        <a:lnSpc>
          <a:spcPct val="90000"/>
        </a:lnSpc>
        <a:spcBef>
          <a:spcPts val="378"/>
        </a:spcBef>
        <a:buFont typeface="Arial" panose="020B0604020202020204" pitchFamily="34" charset="0"/>
        <a:buChar char="•"/>
        <a:defRPr sz="136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91744" rtl="0" eaLnBrk="1" latinLnBrk="0" hangingPunct="1">
        <a:defRPr sz="1362" kern="1200">
          <a:solidFill>
            <a:schemeClr val="tx1"/>
          </a:solidFill>
          <a:latin typeface="+mn-lt"/>
          <a:ea typeface="+mn-ea"/>
          <a:cs typeface="+mn-cs"/>
        </a:defRPr>
      </a:lvl1pPr>
      <a:lvl2pPr marL="345872" algn="l" defTabSz="691744" rtl="0" eaLnBrk="1" latinLnBrk="0" hangingPunct="1">
        <a:defRPr sz="1362" kern="1200">
          <a:solidFill>
            <a:schemeClr val="tx1"/>
          </a:solidFill>
          <a:latin typeface="+mn-lt"/>
          <a:ea typeface="+mn-ea"/>
          <a:cs typeface="+mn-cs"/>
        </a:defRPr>
      </a:lvl2pPr>
      <a:lvl3pPr marL="691744" algn="l" defTabSz="691744" rtl="0" eaLnBrk="1" latinLnBrk="0" hangingPunct="1">
        <a:defRPr sz="1362" kern="1200">
          <a:solidFill>
            <a:schemeClr val="tx1"/>
          </a:solidFill>
          <a:latin typeface="+mn-lt"/>
          <a:ea typeface="+mn-ea"/>
          <a:cs typeface="+mn-cs"/>
        </a:defRPr>
      </a:lvl3pPr>
      <a:lvl4pPr marL="1037615" algn="l" defTabSz="691744" rtl="0" eaLnBrk="1" latinLnBrk="0" hangingPunct="1">
        <a:defRPr sz="1362" kern="1200">
          <a:solidFill>
            <a:schemeClr val="tx1"/>
          </a:solidFill>
          <a:latin typeface="+mn-lt"/>
          <a:ea typeface="+mn-ea"/>
          <a:cs typeface="+mn-cs"/>
        </a:defRPr>
      </a:lvl4pPr>
      <a:lvl5pPr marL="1383487" algn="l" defTabSz="691744" rtl="0" eaLnBrk="1" latinLnBrk="0" hangingPunct="1">
        <a:defRPr sz="1362" kern="1200">
          <a:solidFill>
            <a:schemeClr val="tx1"/>
          </a:solidFill>
          <a:latin typeface="+mn-lt"/>
          <a:ea typeface="+mn-ea"/>
          <a:cs typeface="+mn-cs"/>
        </a:defRPr>
      </a:lvl5pPr>
      <a:lvl6pPr marL="1729359" algn="l" defTabSz="691744" rtl="0" eaLnBrk="1" latinLnBrk="0" hangingPunct="1">
        <a:defRPr sz="1362" kern="1200">
          <a:solidFill>
            <a:schemeClr val="tx1"/>
          </a:solidFill>
          <a:latin typeface="+mn-lt"/>
          <a:ea typeface="+mn-ea"/>
          <a:cs typeface="+mn-cs"/>
        </a:defRPr>
      </a:lvl6pPr>
      <a:lvl7pPr marL="2075231" algn="l" defTabSz="691744" rtl="0" eaLnBrk="1" latinLnBrk="0" hangingPunct="1">
        <a:defRPr sz="1362" kern="1200">
          <a:solidFill>
            <a:schemeClr val="tx1"/>
          </a:solidFill>
          <a:latin typeface="+mn-lt"/>
          <a:ea typeface="+mn-ea"/>
          <a:cs typeface="+mn-cs"/>
        </a:defRPr>
      </a:lvl7pPr>
      <a:lvl8pPr marL="2421103" algn="l" defTabSz="691744" rtl="0" eaLnBrk="1" latinLnBrk="0" hangingPunct="1">
        <a:defRPr sz="1362" kern="1200">
          <a:solidFill>
            <a:schemeClr val="tx1"/>
          </a:solidFill>
          <a:latin typeface="+mn-lt"/>
          <a:ea typeface="+mn-ea"/>
          <a:cs typeface="+mn-cs"/>
        </a:defRPr>
      </a:lvl8pPr>
      <a:lvl9pPr marL="2766974" algn="l" defTabSz="691744" rtl="0" eaLnBrk="1" latinLnBrk="0" hangingPunct="1">
        <a:defRPr sz="13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A5F6A39-E401-488B-B8B0-EFA55C8C8AC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07"/>
          <a:stretch/>
        </p:blipFill>
        <p:spPr>
          <a:xfrm>
            <a:off x="0" y="783770"/>
            <a:ext cx="14544980" cy="4404179"/>
          </a:xfrm>
          <a:prstGeom prst="rect">
            <a:avLst/>
          </a:prstGeom>
          <a:solidFill>
            <a:schemeClr val="bg2"/>
          </a:solidFill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BF1C493-6B78-409D-AE30-0621EC806761}"/>
              </a:ext>
            </a:extLst>
          </p:cNvPr>
          <p:cNvSpPr txBox="1"/>
          <p:nvPr/>
        </p:nvSpPr>
        <p:spPr>
          <a:xfrm>
            <a:off x="1441547" y="3710154"/>
            <a:ext cx="1340432" cy="4001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发射</a:t>
            </a:r>
            <a:r>
              <a:rPr lang="en-US" altLang="zh-CN" sz="20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USRP</a:t>
            </a:r>
            <a:endParaRPr lang="zh-CN" altLang="en-US" sz="2000" dirty="0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5BECAFE-9B94-41E4-AB29-39CDE96C055D}"/>
              </a:ext>
            </a:extLst>
          </p:cNvPr>
          <p:cNvSpPr txBox="1"/>
          <p:nvPr/>
        </p:nvSpPr>
        <p:spPr>
          <a:xfrm>
            <a:off x="6445493" y="3932091"/>
            <a:ext cx="1210589" cy="40011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接收天线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0590CB6-9BBD-4822-89F4-548B4DC0E20F}"/>
              </a:ext>
            </a:extLst>
          </p:cNvPr>
          <p:cNvSpPr txBox="1"/>
          <p:nvPr/>
        </p:nvSpPr>
        <p:spPr>
          <a:xfrm>
            <a:off x="10574493" y="3778202"/>
            <a:ext cx="1340432" cy="40011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接收</a:t>
            </a:r>
            <a:r>
              <a:rPr lang="en-US" altLang="zh-CN" sz="20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USRP</a:t>
            </a:r>
            <a:endParaRPr lang="zh-CN" altLang="en-US" sz="2000" dirty="0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DCB4D60-34F8-4B36-8D8F-282E3C29E830}"/>
              </a:ext>
            </a:extLst>
          </p:cNvPr>
          <p:cNvSpPr txBox="1"/>
          <p:nvPr/>
        </p:nvSpPr>
        <p:spPr>
          <a:xfrm>
            <a:off x="3162108" y="3911372"/>
            <a:ext cx="1210589" cy="4001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发射天线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EA32906-643A-4A6A-A7D9-8691916CD35B}"/>
              </a:ext>
            </a:extLst>
          </p:cNvPr>
          <p:cNvSpPr txBox="1"/>
          <p:nvPr/>
        </p:nvSpPr>
        <p:spPr>
          <a:xfrm>
            <a:off x="5938945" y="1658268"/>
            <a:ext cx="2223686" cy="4001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5.8 GHz</a:t>
            </a:r>
            <a:r>
              <a:rPr lang="zh-CN" altLang="en-US" sz="20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频段的</a:t>
            </a:r>
            <a:r>
              <a:rPr lang="en-US" altLang="zh-CN" sz="20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RIS</a:t>
            </a:r>
            <a:endParaRPr lang="zh-CN" altLang="en-US" sz="2000" dirty="0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8DCC7E6D-ED22-41D3-8C85-01075E5CA4B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103" t="39667" r="15844" b="34912"/>
          <a:stretch/>
        </p:blipFill>
        <p:spPr>
          <a:xfrm>
            <a:off x="12717984" y="2072096"/>
            <a:ext cx="1691640" cy="1206317"/>
          </a:xfrm>
          <a:prstGeom prst="rect">
            <a:avLst/>
          </a:prstGeom>
          <a:solidFill>
            <a:schemeClr val="bg2"/>
          </a:solidFill>
          <a:ln w="19050">
            <a:solidFill>
              <a:schemeClr val="accent5"/>
            </a:solidFill>
            <a:prstDash val="sysDash"/>
          </a:ln>
        </p:spPr>
      </p:pic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8507DEA5-B89F-42C1-BB7A-D63683593134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12354560" y="2438400"/>
            <a:ext cx="363424" cy="236855"/>
          </a:xfrm>
          <a:prstGeom prst="straightConnector1">
            <a:avLst/>
          </a:prstGeom>
          <a:ln w="1905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935B6B64-3CFA-4E7D-AB39-91F946EB0821}"/>
              </a:ext>
            </a:extLst>
          </p:cNvPr>
          <p:cNvSpPr txBox="1"/>
          <p:nvPr/>
        </p:nvSpPr>
        <p:spPr>
          <a:xfrm>
            <a:off x="12832081" y="3330251"/>
            <a:ext cx="1509832" cy="70788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解调结果与传输速率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3754F16-78A5-48BF-B33A-65B69ECDB070}"/>
              </a:ext>
            </a:extLst>
          </p:cNvPr>
          <p:cNvSpPr/>
          <p:nvPr/>
        </p:nvSpPr>
        <p:spPr>
          <a:xfrm>
            <a:off x="398418" y="1077686"/>
            <a:ext cx="4284617" cy="3448594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39935B8-9A01-42BE-980C-A70227C403E4}"/>
              </a:ext>
            </a:extLst>
          </p:cNvPr>
          <p:cNvSpPr txBox="1"/>
          <p:nvPr/>
        </p:nvSpPr>
        <p:spPr>
          <a:xfrm>
            <a:off x="546728" y="1128561"/>
            <a:ext cx="1432295" cy="4616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发射机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31828B0-E92B-4A77-8AC2-AF0D06FEA135}"/>
              </a:ext>
            </a:extLst>
          </p:cNvPr>
          <p:cNvSpPr/>
          <p:nvPr/>
        </p:nvSpPr>
        <p:spPr>
          <a:xfrm>
            <a:off x="9756773" y="1077686"/>
            <a:ext cx="4740095" cy="3448594"/>
          </a:xfrm>
          <a:prstGeom prst="rect">
            <a:avLst/>
          </a:prstGeom>
          <a:noFill/>
          <a:ln w="38100">
            <a:solidFill>
              <a:schemeClr val="accent5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BEA5561-7330-4CE7-9D18-29DC5C80DDAE}"/>
              </a:ext>
            </a:extLst>
          </p:cNvPr>
          <p:cNvSpPr txBox="1"/>
          <p:nvPr/>
        </p:nvSpPr>
        <p:spPr>
          <a:xfrm>
            <a:off x="9863132" y="1128561"/>
            <a:ext cx="1403582" cy="4616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接收机</a:t>
            </a:r>
          </a:p>
        </p:txBody>
      </p:sp>
    </p:spTree>
    <p:extLst>
      <p:ext uri="{BB962C8B-B14F-4D97-AF65-F5344CB8AC3E}">
        <p14:creationId xmlns:p14="http://schemas.microsoft.com/office/powerpoint/2010/main" val="30683218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</TotalTime>
  <Words>18</Words>
  <Application>Microsoft Office PowerPoint</Application>
  <PresentationFormat>自定义</PresentationFormat>
  <Paragraphs>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TimesSimSun</vt:lpstr>
      <vt:lpstr>等线</vt:lpstr>
      <vt:lpstr>Arial</vt:lpstr>
      <vt:lpstr>Calibri</vt:lpstr>
      <vt:lpstr>Calibri Light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裴 熙隆</dc:creator>
  <cp:lastModifiedBy>裴 熙隆</cp:lastModifiedBy>
  <cp:revision>1</cp:revision>
  <dcterms:created xsi:type="dcterms:W3CDTF">2021-01-30T09:43:37Z</dcterms:created>
  <dcterms:modified xsi:type="dcterms:W3CDTF">2026-04-03T08:21:03Z</dcterms:modified>
</cp:coreProperties>
</file>