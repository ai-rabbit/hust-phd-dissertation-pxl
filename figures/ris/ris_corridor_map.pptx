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FCD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6" autoAdjust="0"/>
    <p:restoredTop sz="94660"/>
  </p:normalViewPr>
  <p:slideViewPr>
    <p:cSldViewPr snapToGrid="0">
      <p:cViewPr>
        <p:scale>
          <a:sx n="300" d="100"/>
          <a:sy n="300" d="100"/>
        </p:scale>
        <p:origin x="-6211" y="-3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5F026233-04CE-4127-9389-018689E96296}"/>
    <pc:docChg chg="undo custSel modSld">
      <pc:chgData name="裴 熙隆" userId="d70ee545ee25833c" providerId="LiveId" clId="{5F026233-04CE-4127-9389-018689E96296}" dt="2026-04-03T08:00:11.556" v="124" actId="20577"/>
      <pc:docMkLst>
        <pc:docMk/>
      </pc:docMkLst>
      <pc:sldChg chg="modSp mod">
        <pc:chgData name="裴 熙隆" userId="d70ee545ee25833c" providerId="LiveId" clId="{5F026233-04CE-4127-9389-018689E96296}" dt="2026-04-03T08:00:11.556" v="124" actId="20577"/>
        <pc:sldMkLst>
          <pc:docMk/>
          <pc:sldMk cId="2883185798" sldId="256"/>
        </pc:sldMkLst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2" creationId="{672CBCD8-B309-B21E-741A-0C03E18A2F20}"/>
          </ac:spMkLst>
        </pc:spChg>
        <pc:spChg chg="mod">
          <ac:chgData name="裴 熙隆" userId="d70ee545ee25833c" providerId="LiveId" clId="{5F026233-04CE-4127-9389-018689E96296}" dt="2026-04-03T07:58:13.495" v="56" actId="20577"/>
          <ac:spMkLst>
            <pc:docMk/>
            <pc:sldMk cId="2883185798" sldId="256"/>
            <ac:spMk id="4" creationId="{A3593488-C6BA-4F2A-9205-E65BF68951F1}"/>
          </ac:spMkLst>
        </pc:spChg>
        <pc:spChg chg="mod">
          <ac:chgData name="裴 熙隆" userId="d70ee545ee25833c" providerId="LiveId" clId="{5F026233-04CE-4127-9389-018689E96296}" dt="2026-04-03T07:57:50.314" v="22"/>
          <ac:spMkLst>
            <pc:docMk/>
            <pc:sldMk cId="2883185798" sldId="256"/>
            <ac:spMk id="5" creationId="{20DEBC86-FFA4-4842-99F1-837844477E2C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6" creationId="{B35DAA56-C887-4C43-A86F-C4B9EF86D435}"/>
          </ac:spMkLst>
        </pc:spChg>
        <pc:spChg chg="mod">
          <ac:chgData name="裴 熙隆" userId="d70ee545ee25833c" providerId="LiveId" clId="{5F026233-04CE-4127-9389-018689E96296}" dt="2026-04-03T07:57:51.718" v="24"/>
          <ac:spMkLst>
            <pc:docMk/>
            <pc:sldMk cId="2883185798" sldId="256"/>
            <ac:spMk id="7" creationId="{4528AB7E-8A72-46FC-AD5D-0D692672A144}"/>
          </ac:spMkLst>
        </pc:spChg>
        <pc:spChg chg="mod">
          <ac:chgData name="裴 熙隆" userId="d70ee545ee25833c" providerId="LiveId" clId="{5F026233-04CE-4127-9389-018689E96296}" dt="2026-04-03T07:58:25.539" v="82" actId="20577"/>
          <ac:spMkLst>
            <pc:docMk/>
            <pc:sldMk cId="2883185798" sldId="256"/>
            <ac:spMk id="8" creationId="{080F902B-2CF4-4BFC-8BC7-BB61530E3591}"/>
          </ac:spMkLst>
        </pc:spChg>
        <pc:spChg chg="mod">
          <ac:chgData name="裴 熙隆" userId="d70ee545ee25833c" providerId="LiveId" clId="{5F026233-04CE-4127-9389-018689E96296}" dt="2026-04-03T07:57:53.054" v="26"/>
          <ac:spMkLst>
            <pc:docMk/>
            <pc:sldMk cId="2883185798" sldId="256"/>
            <ac:spMk id="9" creationId="{F7E29526-E19B-447C-A5D4-31B02FDC52EF}"/>
          </ac:spMkLst>
        </pc:spChg>
        <pc:spChg chg="mod">
          <ac:chgData name="裴 熙隆" userId="d70ee545ee25833c" providerId="LiveId" clId="{5F026233-04CE-4127-9389-018689E96296}" dt="2026-04-03T07:59:40.654" v="114" actId="14100"/>
          <ac:spMkLst>
            <pc:docMk/>
            <pc:sldMk cId="2883185798" sldId="256"/>
            <ac:spMk id="10" creationId="{498C20EE-743A-4E7F-9A14-206F777E6994}"/>
          </ac:spMkLst>
        </pc:spChg>
        <pc:spChg chg="mod">
          <ac:chgData name="裴 熙隆" userId="d70ee545ee25833c" providerId="LiveId" clId="{5F026233-04CE-4127-9389-018689E96296}" dt="2026-04-03T07:58:30.723" v="87" actId="20577"/>
          <ac:spMkLst>
            <pc:docMk/>
            <pc:sldMk cId="2883185798" sldId="256"/>
            <ac:spMk id="11" creationId="{AEA51392-77AC-445A-B51C-295751744500}"/>
          </ac:spMkLst>
        </pc:spChg>
        <pc:spChg chg="mod">
          <ac:chgData name="裴 熙隆" userId="d70ee545ee25833c" providerId="LiveId" clId="{5F026233-04CE-4127-9389-018689E96296}" dt="2026-04-03T08:00:11.556" v="124" actId="20577"/>
          <ac:spMkLst>
            <pc:docMk/>
            <pc:sldMk cId="2883185798" sldId="256"/>
            <ac:spMk id="12" creationId="{BE6B0B34-13C7-47A7-904C-CC8D8463FA03}"/>
          </ac:spMkLst>
        </pc:spChg>
        <pc:spChg chg="mod">
          <ac:chgData name="裴 熙隆" userId="d70ee545ee25833c" providerId="LiveId" clId="{5F026233-04CE-4127-9389-018689E96296}" dt="2026-04-03T07:58:09.752" v="50" actId="20577"/>
          <ac:spMkLst>
            <pc:docMk/>
            <pc:sldMk cId="2883185798" sldId="256"/>
            <ac:spMk id="15" creationId="{B2D13E61-503E-B0E2-DD1F-84D703AC1BCD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17" creationId="{73334D1D-B9C6-43CD-8E60-FBCE1F9E545F}"/>
          </ac:spMkLst>
        </pc:spChg>
        <pc:spChg chg="mod">
          <ac:chgData name="裴 熙隆" userId="d70ee545ee25833c" providerId="LiveId" clId="{5F026233-04CE-4127-9389-018689E96296}" dt="2026-04-03T07:58:20.494" v="74" actId="20577"/>
          <ac:spMkLst>
            <pc:docMk/>
            <pc:sldMk cId="2883185798" sldId="256"/>
            <ac:spMk id="18" creationId="{3562AE1C-2FF7-6FC9-AD16-BB76790E19E5}"/>
          </ac:spMkLst>
        </pc:spChg>
        <pc:spChg chg="mod">
          <ac:chgData name="裴 熙隆" userId="d70ee545ee25833c" providerId="LiveId" clId="{5F026233-04CE-4127-9389-018689E96296}" dt="2026-04-03T07:58:16.962" v="66" actId="20577"/>
          <ac:spMkLst>
            <pc:docMk/>
            <pc:sldMk cId="2883185798" sldId="256"/>
            <ac:spMk id="19" creationId="{6C1CE959-B643-6205-E3A6-D4BCEC668CA8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21" creationId="{50BBFF9B-D6FE-4D87-BCB7-9721F0B70E3C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28" creationId="{9E2F6C5B-FDF5-416B-BEB1-E308E7794E7F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32" creationId="{5242A438-C428-BAA6-2EBE-F80A3392E902}"/>
          </ac:spMkLst>
        </pc:spChg>
        <pc:spChg chg="mod">
          <ac:chgData name="裴 熙隆" userId="d70ee545ee25833c" providerId="LiveId" clId="{5F026233-04CE-4127-9389-018689E96296}" dt="2026-04-03T07:59:06.380" v="113" actId="1076"/>
          <ac:spMkLst>
            <pc:docMk/>
            <pc:sldMk cId="2883185798" sldId="256"/>
            <ac:spMk id="38" creationId="{9E198865-439B-C860-0D2A-1179EF2E7C15}"/>
          </ac:spMkLst>
        </pc:spChg>
        <pc:spChg chg="mod">
          <ac:chgData name="裴 熙隆" userId="d70ee545ee25833c" providerId="LiveId" clId="{5F026233-04CE-4127-9389-018689E96296}" dt="2026-04-03T07:58:38.417" v="100" actId="20577"/>
          <ac:spMkLst>
            <pc:docMk/>
            <pc:sldMk cId="2883185798" sldId="256"/>
            <ac:spMk id="48" creationId="{3D6BA2AC-8089-4B22-B821-83E8F0058BA1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50" creationId="{4DBA5C46-49AD-47A3-8F99-CA7BEA5AFDF1}"/>
          </ac:spMkLst>
        </pc:spChg>
        <pc:spChg chg="mod">
          <ac:chgData name="裴 熙隆" userId="d70ee545ee25833c" providerId="LiveId" clId="{5F026233-04CE-4127-9389-018689E96296}" dt="2026-04-03T07:58:41.520" v="109" actId="20577"/>
          <ac:spMkLst>
            <pc:docMk/>
            <pc:sldMk cId="2883185798" sldId="256"/>
            <ac:spMk id="51" creationId="{FEEBF8DE-5F7D-460B-A441-AF3BCA98C753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52" creationId="{54D1E6F8-EFDB-4198-AFAA-7CB5E4C221A7}"/>
          </ac:spMkLst>
        </pc:spChg>
        <pc:spChg chg="mod">
          <ac:chgData name="裴 熙隆" userId="d70ee545ee25833c" providerId="LiveId" clId="{5F026233-04CE-4127-9389-018689E96296}" dt="2026-04-03T07:57:43.542" v="20" actId="2711"/>
          <ac:spMkLst>
            <pc:docMk/>
            <pc:sldMk cId="2883185798" sldId="256"/>
            <ac:spMk id="53" creationId="{2622D065-C47C-4EBF-A146-208D9C6CA2EB}"/>
          </ac:spMkLst>
        </pc:spChg>
        <pc:picChg chg="mod">
          <ac:chgData name="裴 熙隆" userId="d70ee545ee25833c" providerId="LiveId" clId="{5F026233-04CE-4127-9389-018689E96296}" dt="2026-04-03T07:59:01.807" v="111" actId="1076"/>
          <ac:picMkLst>
            <pc:docMk/>
            <pc:sldMk cId="2883185798" sldId="256"/>
            <ac:picMk id="13" creationId="{EA4D336E-2949-EC85-6B7E-1A00B1DC861C}"/>
          </ac:picMkLst>
        </pc:picChg>
        <pc:cxnChg chg="mod">
          <ac:chgData name="裴 熙隆" userId="d70ee545ee25833c" providerId="LiveId" clId="{5F026233-04CE-4127-9389-018689E96296}" dt="2026-04-03T07:59:03.329" v="112" actId="14100"/>
          <ac:cxnSpMkLst>
            <pc:docMk/>
            <pc:sldMk cId="2883185798" sldId="256"/>
            <ac:cxnSpMk id="20" creationId="{6F48F956-B9EB-5D31-D5A3-ADA49E86A27C}"/>
          </ac:cxnSpMkLst>
        </pc:cxnChg>
        <pc:cxnChg chg="mod">
          <ac:chgData name="裴 熙隆" userId="d70ee545ee25833c" providerId="LiveId" clId="{5F026233-04CE-4127-9389-018689E96296}" dt="2026-04-03T07:58:20.393" v="73" actId="20577"/>
          <ac:cxnSpMkLst>
            <pc:docMk/>
            <pc:sldMk cId="2883185798" sldId="256"/>
            <ac:cxnSpMk id="26" creationId="{73E35309-721E-259E-7CAE-752A1E4D9572}"/>
          </ac:cxnSpMkLst>
        </pc:cxnChg>
      </pc:sldChg>
    </pc:docChg>
  </pc:docChgLst>
  <pc:docChgLst>
    <pc:chgData name="裴 熙隆" userId="d70ee545ee25833c" providerId="LiveId" clId="{187F0BC3-6349-48C5-B767-01A6EF2692B4}"/>
    <pc:docChg chg="undo redo custSel modSld">
      <pc:chgData name="裴 熙隆" userId="d70ee545ee25833c" providerId="LiveId" clId="{187F0BC3-6349-48C5-B767-01A6EF2692B4}" dt="2026-04-03T10:48:06.539" v="185" actId="14100"/>
      <pc:docMkLst>
        <pc:docMk/>
      </pc:docMkLst>
      <pc:sldChg chg="modSp mod">
        <pc:chgData name="裴 熙隆" userId="d70ee545ee25833c" providerId="LiveId" clId="{187F0BC3-6349-48C5-B767-01A6EF2692B4}" dt="2026-04-03T10:48:06.539" v="185" actId="14100"/>
        <pc:sldMkLst>
          <pc:docMk/>
          <pc:sldMk cId="2883185798" sldId="256"/>
        </pc:sldMkLst>
        <pc:spChg chg="mod">
          <ac:chgData name="裴 熙隆" userId="d70ee545ee25833c" providerId="LiveId" clId="{187F0BC3-6349-48C5-B767-01A6EF2692B4}" dt="2026-04-03T10:46:07.531" v="176" actId="14100"/>
          <ac:spMkLst>
            <pc:docMk/>
            <pc:sldMk cId="2883185798" sldId="256"/>
            <ac:spMk id="4" creationId="{A3593488-C6BA-4F2A-9205-E65BF68951F1}"/>
          </ac:spMkLst>
        </pc:spChg>
        <pc:spChg chg="mod">
          <ac:chgData name="裴 熙隆" userId="d70ee545ee25833c" providerId="LiveId" clId="{187F0BC3-6349-48C5-B767-01A6EF2692B4}" dt="2026-04-03T10:46:02.874" v="174" actId="14100"/>
          <ac:spMkLst>
            <pc:docMk/>
            <pc:sldMk cId="2883185798" sldId="256"/>
            <ac:spMk id="5" creationId="{20DEBC86-FFA4-4842-99F1-837844477E2C}"/>
          </ac:spMkLst>
        </pc:spChg>
        <pc:spChg chg="mod">
          <ac:chgData name="裴 熙隆" userId="d70ee545ee25833c" providerId="LiveId" clId="{187F0BC3-6349-48C5-B767-01A6EF2692B4}" dt="2026-04-03T10:45:57.482" v="172" actId="14100"/>
          <ac:spMkLst>
            <pc:docMk/>
            <pc:sldMk cId="2883185798" sldId="256"/>
            <ac:spMk id="6" creationId="{B35DAA56-C887-4C43-A86F-C4B9EF86D435}"/>
          </ac:spMkLst>
        </pc:spChg>
        <pc:spChg chg="mod">
          <ac:chgData name="裴 熙隆" userId="d70ee545ee25833c" providerId="LiveId" clId="{187F0BC3-6349-48C5-B767-01A6EF2692B4}" dt="2026-04-03T10:47:59.435" v="182" actId="14100"/>
          <ac:spMkLst>
            <pc:docMk/>
            <pc:sldMk cId="2883185798" sldId="256"/>
            <ac:spMk id="7" creationId="{4528AB7E-8A72-46FC-AD5D-0D692672A144}"/>
          </ac:spMkLst>
        </pc:spChg>
        <pc:spChg chg="mod">
          <ac:chgData name="裴 熙隆" userId="d70ee545ee25833c" providerId="LiveId" clId="{187F0BC3-6349-48C5-B767-01A6EF2692B4}" dt="2026-04-03T10:46:16.365" v="179" actId="1076"/>
          <ac:spMkLst>
            <pc:docMk/>
            <pc:sldMk cId="2883185798" sldId="256"/>
            <ac:spMk id="8" creationId="{080F902B-2CF4-4BFC-8BC7-BB61530E3591}"/>
          </ac:spMkLst>
        </pc:spChg>
        <pc:spChg chg="mod">
          <ac:chgData name="裴 熙隆" userId="d70ee545ee25833c" providerId="LiveId" clId="{187F0BC3-6349-48C5-B767-01A6EF2692B4}" dt="2026-04-03T10:48:03.161" v="184" actId="14100"/>
          <ac:spMkLst>
            <pc:docMk/>
            <pc:sldMk cId="2883185798" sldId="256"/>
            <ac:spMk id="9" creationId="{F7E29526-E19B-447C-A5D4-31B02FDC52EF}"/>
          </ac:spMkLst>
        </pc:spChg>
        <pc:spChg chg="mod">
          <ac:chgData name="裴 熙隆" userId="d70ee545ee25833c" providerId="LiveId" clId="{187F0BC3-6349-48C5-B767-01A6EF2692B4}" dt="2026-04-03T10:48:06.539" v="185" actId="14100"/>
          <ac:spMkLst>
            <pc:docMk/>
            <pc:sldMk cId="2883185798" sldId="256"/>
            <ac:spMk id="10" creationId="{498C20EE-743A-4E7F-9A14-206F777E6994}"/>
          </ac:spMkLst>
        </pc:spChg>
        <pc:spChg chg="mod">
          <ac:chgData name="裴 熙隆" userId="d70ee545ee25833c" providerId="LiveId" clId="{187F0BC3-6349-48C5-B767-01A6EF2692B4}" dt="2026-04-03T10:44:37.590" v="154" actId="14100"/>
          <ac:spMkLst>
            <pc:docMk/>
            <pc:sldMk cId="2883185798" sldId="256"/>
            <ac:spMk id="11" creationId="{AEA51392-77AC-445A-B51C-295751744500}"/>
          </ac:spMkLst>
        </pc:spChg>
        <pc:spChg chg="mod">
          <ac:chgData name="裴 熙隆" userId="d70ee545ee25833c" providerId="LiveId" clId="{187F0BC3-6349-48C5-B767-01A6EF2692B4}" dt="2026-04-03T10:45:09.347" v="162" actId="14100"/>
          <ac:spMkLst>
            <pc:docMk/>
            <pc:sldMk cId="2883185798" sldId="256"/>
            <ac:spMk id="12" creationId="{BE6B0B34-13C7-47A7-904C-CC8D8463FA03}"/>
          </ac:spMkLst>
        </pc:spChg>
        <pc:spChg chg="mod">
          <ac:chgData name="裴 熙隆" userId="d70ee545ee25833c" providerId="LiveId" clId="{187F0BC3-6349-48C5-B767-01A6EF2692B4}" dt="2026-04-03T10:45:10.907" v="163" actId="14100"/>
          <ac:spMkLst>
            <pc:docMk/>
            <pc:sldMk cId="2883185798" sldId="256"/>
            <ac:spMk id="15" creationId="{B2D13E61-503E-B0E2-DD1F-84D703AC1BCD}"/>
          </ac:spMkLst>
        </pc:spChg>
        <pc:spChg chg="mod">
          <ac:chgData name="裴 熙隆" userId="d70ee545ee25833c" providerId="LiveId" clId="{187F0BC3-6349-48C5-B767-01A6EF2692B4}" dt="2026-04-03T08:29:52.166" v="18" actId="207"/>
          <ac:spMkLst>
            <pc:docMk/>
            <pc:sldMk cId="2883185798" sldId="256"/>
            <ac:spMk id="17" creationId="{73334D1D-B9C6-43CD-8E60-FBCE1F9E545F}"/>
          </ac:spMkLst>
        </pc:spChg>
        <pc:spChg chg="mod">
          <ac:chgData name="裴 熙隆" userId="d70ee545ee25833c" providerId="LiveId" clId="{187F0BC3-6349-48C5-B767-01A6EF2692B4}" dt="2026-04-03T10:44:48.345" v="157" actId="1076"/>
          <ac:spMkLst>
            <pc:docMk/>
            <pc:sldMk cId="2883185798" sldId="256"/>
            <ac:spMk id="18" creationId="{3562AE1C-2FF7-6FC9-AD16-BB76790E19E5}"/>
          </ac:spMkLst>
        </pc:spChg>
        <pc:spChg chg="mod">
          <ac:chgData name="裴 熙隆" userId="d70ee545ee25833c" providerId="LiveId" clId="{187F0BC3-6349-48C5-B767-01A6EF2692B4}" dt="2026-04-03T10:46:22.748" v="181" actId="1076"/>
          <ac:spMkLst>
            <pc:docMk/>
            <pc:sldMk cId="2883185798" sldId="256"/>
            <ac:spMk id="19" creationId="{6C1CE959-B643-6205-E3A6-D4BCEC668CA8}"/>
          </ac:spMkLst>
        </pc:spChg>
        <pc:spChg chg="mod">
          <ac:chgData name="裴 熙隆" userId="d70ee545ee25833c" providerId="LiveId" clId="{187F0BC3-6349-48C5-B767-01A6EF2692B4}" dt="2026-04-03T10:45:32.585" v="166" actId="1076"/>
          <ac:spMkLst>
            <pc:docMk/>
            <pc:sldMk cId="2883185798" sldId="256"/>
            <ac:spMk id="21" creationId="{50BBFF9B-D6FE-4D87-BCB7-9721F0B70E3C}"/>
          </ac:spMkLst>
        </pc:spChg>
        <pc:spChg chg="mod">
          <ac:chgData name="裴 熙隆" userId="d70ee545ee25833c" providerId="LiveId" clId="{187F0BC3-6349-48C5-B767-01A6EF2692B4}" dt="2026-04-03T10:44:52.986" v="158" actId="1076"/>
          <ac:spMkLst>
            <pc:docMk/>
            <pc:sldMk cId="2883185798" sldId="256"/>
            <ac:spMk id="32" creationId="{5242A438-C428-BAA6-2EBE-F80A3392E902}"/>
          </ac:spMkLst>
        </pc:spChg>
        <pc:spChg chg="mod">
          <ac:chgData name="裴 熙隆" userId="d70ee545ee25833c" providerId="LiveId" clId="{187F0BC3-6349-48C5-B767-01A6EF2692B4}" dt="2026-04-03T10:46:13.125" v="177" actId="1076"/>
          <ac:spMkLst>
            <pc:docMk/>
            <pc:sldMk cId="2883185798" sldId="256"/>
            <ac:spMk id="38" creationId="{9E198865-439B-C860-0D2A-1179EF2E7C15}"/>
          </ac:spMkLst>
        </pc:spChg>
        <pc:spChg chg="mod">
          <ac:chgData name="裴 熙隆" userId="d70ee545ee25833c" providerId="LiveId" clId="{187F0BC3-6349-48C5-B767-01A6EF2692B4}" dt="2026-04-03T10:45:32.585" v="166" actId="1076"/>
          <ac:spMkLst>
            <pc:docMk/>
            <pc:sldMk cId="2883185798" sldId="256"/>
            <ac:spMk id="48" creationId="{3D6BA2AC-8089-4B22-B821-83E8F0058BA1}"/>
          </ac:spMkLst>
        </pc:spChg>
        <pc:spChg chg="mod">
          <ac:chgData name="裴 熙隆" userId="d70ee545ee25833c" providerId="LiveId" clId="{187F0BC3-6349-48C5-B767-01A6EF2692B4}" dt="2026-04-03T10:45:32.585" v="166" actId="1076"/>
          <ac:spMkLst>
            <pc:docMk/>
            <pc:sldMk cId="2883185798" sldId="256"/>
            <ac:spMk id="50" creationId="{4DBA5C46-49AD-47A3-8F99-CA7BEA5AFDF1}"/>
          </ac:spMkLst>
        </pc:spChg>
        <pc:spChg chg="mod">
          <ac:chgData name="裴 熙隆" userId="d70ee545ee25833c" providerId="LiveId" clId="{187F0BC3-6349-48C5-B767-01A6EF2692B4}" dt="2026-04-03T10:45:32.585" v="166" actId="1076"/>
          <ac:spMkLst>
            <pc:docMk/>
            <pc:sldMk cId="2883185798" sldId="256"/>
            <ac:spMk id="51" creationId="{FEEBF8DE-5F7D-460B-A441-AF3BCA98C753}"/>
          </ac:spMkLst>
        </pc:spChg>
        <pc:spChg chg="mod">
          <ac:chgData name="裴 熙隆" userId="d70ee545ee25833c" providerId="LiveId" clId="{187F0BC3-6349-48C5-B767-01A6EF2692B4}" dt="2026-04-03T10:45:32.585" v="166" actId="1076"/>
          <ac:spMkLst>
            <pc:docMk/>
            <pc:sldMk cId="2883185798" sldId="256"/>
            <ac:spMk id="52" creationId="{54D1E6F8-EFDB-4198-AFAA-7CB5E4C221A7}"/>
          </ac:spMkLst>
        </pc:spChg>
        <pc:spChg chg="mod">
          <ac:chgData name="裴 熙隆" userId="d70ee545ee25833c" providerId="LiveId" clId="{187F0BC3-6349-48C5-B767-01A6EF2692B4}" dt="2026-04-03T10:45:32.585" v="166" actId="1076"/>
          <ac:spMkLst>
            <pc:docMk/>
            <pc:sldMk cId="2883185798" sldId="256"/>
            <ac:spMk id="53" creationId="{2622D065-C47C-4EBF-A146-208D9C6CA2EB}"/>
          </ac:spMkLst>
        </pc:spChg>
        <pc:picChg chg="mod">
          <ac:chgData name="裴 熙隆" userId="d70ee545ee25833c" providerId="LiveId" clId="{187F0BC3-6349-48C5-B767-01A6EF2692B4}" dt="2026-04-03T10:44:37.234" v="152" actId="1076"/>
          <ac:picMkLst>
            <pc:docMk/>
            <pc:sldMk cId="2883185798" sldId="256"/>
            <ac:picMk id="3" creationId="{8B29A45E-B41E-870B-BBD5-706B5C5EEC26}"/>
          </ac:picMkLst>
        </pc:picChg>
        <pc:picChg chg="mod">
          <ac:chgData name="裴 熙隆" userId="d70ee545ee25833c" providerId="LiveId" clId="{187F0BC3-6349-48C5-B767-01A6EF2692B4}" dt="2026-04-03T10:46:19.786" v="180" actId="1076"/>
          <ac:picMkLst>
            <pc:docMk/>
            <pc:sldMk cId="2883185798" sldId="256"/>
            <ac:picMk id="13" creationId="{EA4D336E-2949-EC85-6B7E-1A00B1DC861C}"/>
          </ac:picMkLst>
        </pc:picChg>
        <pc:cxnChg chg="mod">
          <ac:chgData name="裴 熙隆" userId="d70ee545ee25833c" providerId="LiveId" clId="{187F0BC3-6349-48C5-B767-01A6EF2692B4}" dt="2026-04-03T08:31:42.801" v="31" actId="208"/>
          <ac:cxnSpMkLst>
            <pc:docMk/>
            <pc:sldMk cId="2883185798" sldId="256"/>
            <ac:cxnSpMk id="14" creationId="{8221A807-2BF0-4810-8C60-9D0E5B9DEECC}"/>
          </ac:cxnSpMkLst>
        </pc:cxnChg>
        <pc:cxnChg chg="mod">
          <ac:chgData name="裴 熙隆" userId="d70ee545ee25833c" providerId="LiveId" clId="{187F0BC3-6349-48C5-B767-01A6EF2692B4}" dt="2026-04-03T10:46:22.748" v="181" actId="1076"/>
          <ac:cxnSpMkLst>
            <pc:docMk/>
            <pc:sldMk cId="2883185798" sldId="256"/>
            <ac:cxnSpMk id="20" creationId="{6F48F956-B9EB-5D31-D5A3-ADA49E86A27C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25" creationId="{3F74EC15-ACDD-4919-BED7-863460BCB675}"/>
          </ac:cxnSpMkLst>
        </pc:cxnChg>
        <pc:cxnChg chg="mod">
          <ac:chgData name="裴 熙隆" userId="d70ee545ee25833c" providerId="LiveId" clId="{187F0BC3-6349-48C5-B767-01A6EF2692B4}" dt="2026-04-03T10:44:48.345" v="157" actId="1076"/>
          <ac:cxnSpMkLst>
            <pc:docMk/>
            <pc:sldMk cId="2883185798" sldId="256"/>
            <ac:cxnSpMk id="26" creationId="{73E35309-721E-259E-7CAE-752A1E4D9572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27" creationId="{E23E9D34-FA49-4BB2-B57D-D8E6527981AD}"/>
          </ac:cxnSpMkLst>
        </pc:cxnChg>
        <pc:cxnChg chg="mod">
          <ac:chgData name="裴 熙隆" userId="d70ee545ee25833c" providerId="LiveId" clId="{187F0BC3-6349-48C5-B767-01A6EF2692B4}" dt="2026-04-03T10:44:40.557" v="156" actId="14100"/>
          <ac:cxnSpMkLst>
            <pc:docMk/>
            <pc:sldMk cId="2883185798" sldId="256"/>
            <ac:cxnSpMk id="29" creationId="{29C81F0D-715B-9784-B797-332A631B8BC0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34" creationId="{AEF40682-D047-48C3-A3D2-9D5AF77F6397}"/>
          </ac:cxnSpMkLst>
        </pc:cxnChg>
        <pc:cxnChg chg="mod">
          <ac:chgData name="裴 熙隆" userId="d70ee545ee25833c" providerId="LiveId" clId="{187F0BC3-6349-48C5-B767-01A6EF2692B4}" dt="2026-04-03T10:45:48.001" v="170" actId="14100"/>
          <ac:cxnSpMkLst>
            <pc:docMk/>
            <pc:sldMk cId="2883185798" sldId="256"/>
            <ac:cxnSpMk id="35" creationId="{385EC953-0D4A-8705-0141-2D9FABC1BC1E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36" creationId="{E68F6E04-6962-40C7-BDD8-E4EA8227ABC1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39" creationId="{F03F5EA7-51DC-4B87-8B3D-C1BB0374ED88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42" creationId="{AF9203C0-37E9-406C-B223-A7D055F1D93D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46" creationId="{21E3BFD8-61AA-448E-A1D1-37046A4D0BFE}"/>
          </ac:cxnSpMkLst>
        </pc:cxnChg>
        <pc:cxnChg chg="mod">
          <ac:chgData name="裴 熙隆" userId="d70ee545ee25833c" providerId="LiveId" clId="{187F0BC3-6349-48C5-B767-01A6EF2692B4}" dt="2026-04-03T10:45:32.585" v="166" actId="1076"/>
          <ac:cxnSpMkLst>
            <pc:docMk/>
            <pc:sldMk cId="2883185798" sldId="256"/>
            <ac:cxnSpMk id="47" creationId="{09515A2F-4D1E-4CEF-B3D4-936351402A71}"/>
          </ac:cxnSpMkLst>
        </pc:cxnChg>
      </pc:sldChg>
    </pc:docChg>
  </pc:docChgLst>
  <pc:docChgLst>
    <pc:chgData name="裴 熙隆" userId="d70ee545ee25833c" providerId="LiveId" clId="{481D8FF5-A6B1-4AE9-9396-9B1BDBA69D3B}"/>
    <pc:docChg chg="undo custSel modSld">
      <pc:chgData name="裴 熙隆" userId="d70ee545ee25833c" providerId="LiveId" clId="{481D8FF5-A6B1-4AE9-9396-9B1BDBA69D3B}" dt="2022-09-21T15:53:52.441" v="110" actId="14100"/>
      <pc:docMkLst>
        <pc:docMk/>
      </pc:docMkLst>
      <pc:sldChg chg="addSp delSp modSp mod">
        <pc:chgData name="裴 熙隆" userId="d70ee545ee25833c" providerId="LiveId" clId="{481D8FF5-A6B1-4AE9-9396-9B1BDBA69D3B}" dt="2022-09-21T15:53:52.441" v="110" actId="14100"/>
        <pc:sldMkLst>
          <pc:docMk/>
          <pc:sldMk cId="2883185798" sldId="256"/>
        </pc:sldMkLst>
        <pc:spChg chg="add mod">
          <ac:chgData name="裴 熙隆" userId="d70ee545ee25833c" providerId="LiveId" clId="{481D8FF5-A6B1-4AE9-9396-9B1BDBA69D3B}" dt="2022-09-21T15:19:17.297" v="5" actId="1582"/>
          <ac:spMkLst>
            <pc:docMk/>
            <pc:sldMk cId="2883185798" sldId="256"/>
            <ac:spMk id="2" creationId="{672CBCD8-B309-B21E-741A-0C03E18A2F20}"/>
          </ac:spMkLst>
        </pc:spChg>
        <pc:spChg chg="mod">
          <ac:chgData name="裴 熙隆" userId="d70ee545ee25833c" providerId="LiveId" clId="{481D8FF5-A6B1-4AE9-9396-9B1BDBA69D3B}" dt="2022-09-21T15:53:18.094" v="104" actId="14100"/>
          <ac:spMkLst>
            <pc:docMk/>
            <pc:sldMk cId="2883185798" sldId="256"/>
            <ac:spMk id="12" creationId="{BE6B0B34-13C7-47A7-904C-CC8D8463FA03}"/>
          </ac:spMkLst>
        </pc:spChg>
        <pc:spChg chg="add mod">
          <ac:chgData name="裴 熙隆" userId="d70ee545ee25833c" providerId="LiveId" clId="{481D8FF5-A6B1-4AE9-9396-9B1BDBA69D3B}" dt="2022-09-21T15:53:52.441" v="110" actId="14100"/>
          <ac:spMkLst>
            <pc:docMk/>
            <pc:sldMk cId="2883185798" sldId="256"/>
            <ac:spMk id="15" creationId="{B2D13E61-503E-B0E2-DD1F-84D703AC1BCD}"/>
          </ac:spMkLst>
        </pc:spChg>
        <pc:spChg chg="mod">
          <ac:chgData name="裴 熙隆" userId="d70ee545ee25833c" providerId="LiveId" clId="{481D8FF5-A6B1-4AE9-9396-9B1BDBA69D3B}" dt="2022-09-21T15:43:01.014" v="101" actId="207"/>
          <ac:spMkLst>
            <pc:docMk/>
            <pc:sldMk cId="2883185798" sldId="256"/>
            <ac:spMk id="17" creationId="{73334D1D-B9C6-43CD-8E60-FBCE1F9E545F}"/>
          </ac:spMkLst>
        </pc:spChg>
        <pc:spChg chg="add mod">
          <ac:chgData name="裴 熙隆" userId="d70ee545ee25833c" providerId="LiveId" clId="{481D8FF5-A6B1-4AE9-9396-9B1BDBA69D3B}" dt="2022-09-21T15:43:07.485" v="102" actId="207"/>
          <ac:spMkLst>
            <pc:docMk/>
            <pc:sldMk cId="2883185798" sldId="256"/>
            <ac:spMk id="18" creationId="{3562AE1C-2FF7-6FC9-AD16-BB76790E19E5}"/>
          </ac:spMkLst>
        </pc:spChg>
        <pc:spChg chg="add mod">
          <ac:chgData name="裴 熙隆" userId="d70ee545ee25833c" providerId="LiveId" clId="{481D8FF5-A6B1-4AE9-9396-9B1BDBA69D3B}" dt="2022-09-21T15:43:12.443" v="103" actId="207"/>
          <ac:spMkLst>
            <pc:docMk/>
            <pc:sldMk cId="2883185798" sldId="256"/>
            <ac:spMk id="19" creationId="{6C1CE959-B643-6205-E3A6-D4BCEC668CA8}"/>
          </ac:spMkLst>
        </pc:spChg>
        <pc:spChg chg="add mod">
          <ac:chgData name="裴 熙隆" userId="d70ee545ee25833c" providerId="LiveId" clId="{481D8FF5-A6B1-4AE9-9396-9B1BDBA69D3B}" dt="2022-09-21T15:24:37" v="89" actId="1076"/>
          <ac:spMkLst>
            <pc:docMk/>
            <pc:sldMk cId="2883185798" sldId="256"/>
            <ac:spMk id="32" creationId="{5242A438-C428-BAA6-2EBE-F80A3392E902}"/>
          </ac:spMkLst>
        </pc:spChg>
        <pc:spChg chg="add mod">
          <ac:chgData name="裴 熙隆" userId="d70ee545ee25833c" providerId="LiveId" clId="{481D8FF5-A6B1-4AE9-9396-9B1BDBA69D3B}" dt="2022-09-21T15:25:31.001" v="100" actId="20577"/>
          <ac:spMkLst>
            <pc:docMk/>
            <pc:sldMk cId="2883185798" sldId="256"/>
            <ac:spMk id="38" creationId="{9E198865-439B-C860-0D2A-1179EF2E7C15}"/>
          </ac:spMkLst>
        </pc:spChg>
        <pc:picChg chg="add mod">
          <ac:chgData name="裴 熙隆" userId="d70ee545ee25833c" providerId="LiveId" clId="{481D8FF5-A6B1-4AE9-9396-9B1BDBA69D3B}" dt="2022-09-21T15:20:39.308" v="15" actId="1076"/>
          <ac:picMkLst>
            <pc:docMk/>
            <pc:sldMk cId="2883185798" sldId="256"/>
            <ac:picMk id="3" creationId="{8B29A45E-B41E-870B-BBD5-706B5C5EEC26}"/>
          </ac:picMkLst>
        </pc:picChg>
        <pc:picChg chg="add mod">
          <ac:chgData name="裴 熙隆" userId="d70ee545ee25833c" providerId="LiveId" clId="{481D8FF5-A6B1-4AE9-9396-9B1BDBA69D3B}" dt="2022-09-21T15:22:08.733" v="55" actId="1076"/>
          <ac:picMkLst>
            <pc:docMk/>
            <pc:sldMk cId="2883185798" sldId="256"/>
            <ac:picMk id="13" creationId="{EA4D336E-2949-EC85-6B7E-1A00B1DC861C}"/>
          </ac:picMkLst>
        </pc:picChg>
        <pc:cxnChg chg="mod">
          <ac:chgData name="裴 熙隆" userId="d70ee545ee25833c" providerId="LiveId" clId="{481D8FF5-A6B1-4AE9-9396-9B1BDBA69D3B}" dt="2022-09-21T15:21:01.175" v="19" actId="14100"/>
          <ac:cxnSpMkLst>
            <pc:docMk/>
            <pc:sldMk cId="2883185798" sldId="256"/>
            <ac:cxnSpMk id="16" creationId="{E1936AB5-0833-4F30-9D0C-C5875767F9E8}"/>
          </ac:cxnSpMkLst>
        </pc:cxnChg>
        <pc:cxnChg chg="add mod">
          <ac:chgData name="裴 熙隆" userId="d70ee545ee25833c" providerId="LiveId" clId="{481D8FF5-A6B1-4AE9-9396-9B1BDBA69D3B}" dt="2022-09-21T15:22:24.327" v="60" actId="14100"/>
          <ac:cxnSpMkLst>
            <pc:docMk/>
            <pc:sldMk cId="2883185798" sldId="256"/>
            <ac:cxnSpMk id="20" creationId="{6F48F956-B9EB-5D31-D5A3-ADA49E86A27C}"/>
          </ac:cxnSpMkLst>
        </pc:cxnChg>
        <pc:cxnChg chg="add mod">
          <ac:chgData name="裴 熙隆" userId="d70ee545ee25833c" providerId="LiveId" clId="{481D8FF5-A6B1-4AE9-9396-9B1BDBA69D3B}" dt="2022-09-21T15:22:35.745" v="64" actId="14100"/>
          <ac:cxnSpMkLst>
            <pc:docMk/>
            <pc:sldMk cId="2883185798" sldId="256"/>
            <ac:cxnSpMk id="26" creationId="{73E35309-721E-259E-7CAE-752A1E4D9572}"/>
          </ac:cxnSpMkLst>
        </pc:cxnChg>
        <pc:cxnChg chg="add mod">
          <ac:chgData name="裴 熙隆" userId="d70ee545ee25833c" providerId="LiveId" clId="{481D8FF5-A6B1-4AE9-9396-9B1BDBA69D3B}" dt="2022-09-21T15:24:29.400" v="88"/>
          <ac:cxnSpMkLst>
            <pc:docMk/>
            <pc:sldMk cId="2883185798" sldId="256"/>
            <ac:cxnSpMk id="29" creationId="{29C81F0D-715B-9784-B797-332A631B8BC0}"/>
          </ac:cxnSpMkLst>
        </pc:cxnChg>
        <pc:cxnChg chg="add del">
          <ac:chgData name="裴 熙隆" userId="d70ee545ee25833c" providerId="LiveId" clId="{481D8FF5-A6B1-4AE9-9396-9B1BDBA69D3B}" dt="2022-09-21T15:24:19.571" v="87" actId="11529"/>
          <ac:cxnSpMkLst>
            <pc:docMk/>
            <pc:sldMk cId="2883185798" sldId="256"/>
            <ac:cxnSpMk id="34" creationId="{B4D90E48-C0FC-3803-2C8A-498A118942DB}"/>
          </ac:cxnSpMkLst>
        </pc:cxnChg>
        <pc:cxnChg chg="add mod">
          <ac:chgData name="裴 熙隆" userId="d70ee545ee25833c" providerId="LiveId" clId="{481D8FF5-A6B1-4AE9-9396-9B1BDBA69D3B}" dt="2022-09-21T15:25:18.018" v="96" actId="1076"/>
          <ac:cxnSpMkLst>
            <pc:docMk/>
            <pc:sldMk cId="2883185798" sldId="256"/>
            <ac:cxnSpMk id="35" creationId="{385EC953-0D4A-8705-0141-2D9FABC1BC1E}"/>
          </ac:cxnSpMkLst>
        </pc:cxnChg>
      </pc:sldChg>
    </pc:docChg>
  </pc:docChgLst>
  <pc:docChgLst>
    <pc:chgData name="裴 熙隆" userId="d70ee545ee25833c" providerId="LiveId" clId="{8E043A1A-692B-40E0-A158-F0184264629E}"/>
    <pc:docChg chg="undo redo custSel addSld modSld">
      <pc:chgData name="裴 熙隆" userId="d70ee545ee25833c" providerId="LiveId" clId="{8E043A1A-692B-40E0-A158-F0184264629E}" dt="2022-06-01T17:00:32.792" v="81" actId="208"/>
      <pc:docMkLst>
        <pc:docMk/>
      </pc:docMkLst>
      <pc:sldChg chg="addSp delSp modSp new mod">
        <pc:chgData name="裴 熙隆" userId="d70ee545ee25833c" providerId="LiveId" clId="{8E043A1A-692B-40E0-A158-F0184264629E}" dt="2022-06-01T17:00:32.792" v="81" actId="208"/>
        <pc:sldMkLst>
          <pc:docMk/>
          <pc:sldMk cId="2883185798" sldId="256"/>
        </pc:sldMkLst>
        <pc:spChg chg="del">
          <ac:chgData name="裴 熙隆" userId="d70ee545ee25833c" providerId="LiveId" clId="{8E043A1A-692B-40E0-A158-F0184264629E}" dt="2022-06-01T16:37:35.145" v="1" actId="478"/>
          <ac:spMkLst>
            <pc:docMk/>
            <pc:sldMk cId="2883185798" sldId="256"/>
            <ac:spMk id="2" creationId="{379F5E53-EEB1-4B3E-BD30-D5BE66786C8F}"/>
          </ac:spMkLst>
        </pc:spChg>
        <pc:spChg chg="del">
          <ac:chgData name="裴 熙隆" userId="d70ee545ee25833c" providerId="LiveId" clId="{8E043A1A-692B-40E0-A158-F0184264629E}" dt="2022-06-01T16:37:36.240" v="2" actId="478"/>
          <ac:spMkLst>
            <pc:docMk/>
            <pc:sldMk cId="2883185798" sldId="256"/>
            <ac:spMk id="3" creationId="{F01552F7-DA09-4B9A-84BE-C5C25572F386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4" creationId="{A3593488-C6BA-4F2A-9205-E65BF68951F1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5" creationId="{20DEBC86-FFA4-4842-99F1-837844477E2C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6" creationId="{B35DAA56-C887-4C43-A86F-C4B9EF86D435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7" creationId="{4528AB7E-8A72-46FC-AD5D-0D692672A144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8" creationId="{080F902B-2CF4-4BFC-8BC7-BB61530E3591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9" creationId="{F7E29526-E19B-447C-A5D4-31B02FDC52EF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10" creationId="{498C20EE-743A-4E7F-9A14-206F777E6994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11" creationId="{AEA51392-77AC-445A-B51C-295751744500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12" creationId="{BE6B0B34-13C7-47A7-904C-CC8D8463FA03}"/>
          </ac:spMkLst>
        </pc:spChg>
        <pc:spChg chg="add mod">
          <ac:chgData name="裴 熙隆" userId="d70ee545ee25833c" providerId="LiveId" clId="{8E043A1A-692B-40E0-A158-F0184264629E}" dt="2022-06-01T17:00:10.172" v="76" actId="1582"/>
          <ac:spMkLst>
            <pc:docMk/>
            <pc:sldMk cId="2883185798" sldId="256"/>
            <ac:spMk id="17" creationId="{73334D1D-B9C6-43CD-8E60-FBCE1F9E545F}"/>
          </ac:spMkLst>
        </pc:spChg>
        <pc:cxnChg chg="add mod">
          <ac:chgData name="裴 熙隆" userId="d70ee545ee25833c" providerId="LiveId" clId="{8E043A1A-692B-40E0-A158-F0184264629E}" dt="2022-06-01T17:00:32.792" v="81" actId="208"/>
          <ac:cxnSpMkLst>
            <pc:docMk/>
            <pc:sldMk cId="2883185798" sldId="256"/>
            <ac:cxnSpMk id="14" creationId="{8221A807-2BF0-4810-8C60-9D0E5B9DEECC}"/>
          </ac:cxnSpMkLst>
        </pc:cxnChg>
        <pc:cxnChg chg="add mod">
          <ac:chgData name="裴 熙隆" userId="d70ee545ee25833c" providerId="LiveId" clId="{8E043A1A-692B-40E0-A158-F0184264629E}" dt="2022-06-01T17:00:10.172" v="76" actId="1582"/>
          <ac:cxnSpMkLst>
            <pc:docMk/>
            <pc:sldMk cId="2883185798" sldId="256"/>
            <ac:cxnSpMk id="16" creationId="{E1936AB5-0833-4F30-9D0C-C5875767F9E8}"/>
          </ac:cxnSpMkLst>
        </pc:cxnChg>
        <pc:cxnChg chg="add mod">
          <ac:chgData name="裴 熙隆" userId="d70ee545ee25833c" providerId="LiveId" clId="{8E043A1A-692B-40E0-A158-F0184264629E}" dt="2022-06-01T17:00:32.792" v="81" actId="208"/>
          <ac:cxnSpMkLst>
            <pc:docMk/>
            <pc:sldMk cId="2883185798" sldId="256"/>
            <ac:cxnSpMk id="21" creationId="{1FCE13AB-D470-4D63-BA3E-AE5B98EDEF14}"/>
          </ac:cxnSpMkLst>
        </pc:cxnChg>
      </pc:sldChg>
      <pc:sldMasterChg chg="addSldLayout">
        <pc:chgData name="裴 熙隆" userId="d70ee545ee25833c" providerId="LiveId" clId="{8E043A1A-692B-40E0-A158-F0184264629E}" dt="2022-06-01T16:37:32.720" v="0" actId="680"/>
        <pc:sldMasterMkLst>
          <pc:docMk/>
          <pc:sldMasterMk cId="915513863" sldId="2147483648"/>
        </pc:sldMasterMkLst>
        <pc:sldLayoutChg chg="add">
          <pc:chgData name="裴 熙隆" userId="d70ee545ee25833c" providerId="LiveId" clId="{8E043A1A-692B-40E0-A158-F0184264629E}" dt="2022-06-01T16:37:32.720" v="0" actId="680"/>
          <pc:sldLayoutMkLst>
            <pc:docMk/>
            <pc:sldMasterMk cId="915513863" sldId="2147483648"/>
            <pc:sldLayoutMk cId="3575929510" sldId="2147483649"/>
          </pc:sldLayoutMkLst>
        </pc:sldLayoutChg>
      </pc:sldMasterChg>
    </pc:docChg>
  </pc:docChgLst>
  <pc:docChgLst>
    <pc:chgData name="裴 熙隆" userId="d70ee545ee25833c" providerId="LiveId" clId="{B03E4DCB-0C65-4147-945C-6D400FF76039}"/>
    <pc:docChg chg="undo custSel modSld">
      <pc:chgData name="裴 熙隆" userId="d70ee545ee25833c" providerId="LiveId" clId="{B03E4DCB-0C65-4147-945C-6D400FF76039}" dt="2022-09-27T02:46:11.882" v="216" actId="1076"/>
      <pc:docMkLst>
        <pc:docMk/>
      </pc:docMkLst>
      <pc:sldChg chg="addSp delSp modSp mod">
        <pc:chgData name="裴 熙隆" userId="d70ee545ee25833c" providerId="LiveId" clId="{B03E4DCB-0C65-4147-945C-6D400FF76039}" dt="2022-09-27T02:46:11.882" v="216" actId="1076"/>
        <pc:sldMkLst>
          <pc:docMk/>
          <pc:sldMk cId="2883185798" sldId="256"/>
        </pc:sldMkLst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4" creationId="{A3593488-C6BA-4F2A-9205-E65BF68951F1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5" creationId="{20DEBC86-FFA4-4842-99F1-837844477E2C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6" creationId="{B35DAA56-C887-4C43-A86F-C4B9EF86D435}"/>
          </ac:spMkLst>
        </pc:spChg>
        <pc:spChg chg="mod">
          <ac:chgData name="裴 熙隆" userId="d70ee545ee25833c" providerId="LiveId" clId="{B03E4DCB-0C65-4147-945C-6D400FF76039}" dt="2022-09-27T02:25:34.663" v="108" actId="1076"/>
          <ac:spMkLst>
            <pc:docMk/>
            <pc:sldMk cId="2883185798" sldId="256"/>
            <ac:spMk id="7" creationId="{4528AB7E-8A72-46FC-AD5D-0D692672A144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8" creationId="{080F902B-2CF4-4BFC-8BC7-BB61530E3591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9" creationId="{F7E29526-E19B-447C-A5D4-31B02FDC52EF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10" creationId="{498C20EE-743A-4E7F-9A14-206F777E6994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11" creationId="{AEA51392-77AC-445A-B51C-295751744500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12" creationId="{BE6B0B34-13C7-47A7-904C-CC8D8463FA03}"/>
          </ac:spMkLst>
        </pc:spChg>
        <pc:spChg chg="mod">
          <ac:chgData name="裴 熙隆" userId="d70ee545ee25833c" providerId="LiveId" clId="{B03E4DCB-0C65-4147-945C-6D400FF76039}" dt="2022-09-21T15:15:37.127" v="96" actId="2711"/>
          <ac:spMkLst>
            <pc:docMk/>
            <pc:sldMk cId="2883185798" sldId="256"/>
            <ac:spMk id="17" creationId="{73334D1D-B9C6-43CD-8E60-FBCE1F9E545F}"/>
          </ac:spMkLst>
        </pc:spChg>
        <pc:spChg chg="add del">
          <ac:chgData name="裴 熙隆" userId="d70ee545ee25833c" providerId="LiveId" clId="{B03E4DCB-0C65-4147-945C-6D400FF76039}" dt="2022-09-20T11:25:12.511" v="53" actId="22"/>
          <ac:spMkLst>
            <pc:docMk/>
            <pc:sldMk cId="2883185798" sldId="256"/>
            <ac:spMk id="18" creationId="{32B1AE9C-8883-46F0-8A23-0CA47AEBC600}"/>
          </ac:spMkLst>
        </pc:spChg>
        <pc:spChg chg="add mod">
          <ac:chgData name="裴 熙隆" userId="d70ee545ee25833c" providerId="LiveId" clId="{B03E4DCB-0C65-4147-945C-6D400FF76039}" dt="2022-09-27T02:46:11.882" v="216" actId="1076"/>
          <ac:spMkLst>
            <pc:docMk/>
            <pc:sldMk cId="2883185798" sldId="256"/>
            <ac:spMk id="21" creationId="{50BBFF9B-D6FE-4D87-BCB7-9721F0B70E3C}"/>
          </ac:spMkLst>
        </pc:spChg>
        <pc:spChg chg="add mod">
          <ac:chgData name="裴 熙隆" userId="d70ee545ee25833c" providerId="LiveId" clId="{B03E4DCB-0C65-4147-945C-6D400FF76039}" dt="2022-09-27T02:45:12.171" v="207" actId="1076"/>
          <ac:spMkLst>
            <pc:docMk/>
            <pc:sldMk cId="2883185798" sldId="256"/>
            <ac:spMk id="28" creationId="{9E2F6C5B-FDF5-416B-BEB1-E308E7794E7F}"/>
          </ac:spMkLst>
        </pc:spChg>
        <pc:spChg chg="add del mod">
          <ac:chgData name="裴 熙隆" userId="d70ee545ee25833c" providerId="LiveId" clId="{B03E4DCB-0C65-4147-945C-6D400FF76039}" dt="2022-09-27T02:43:59.594" v="195" actId="478"/>
          <ac:spMkLst>
            <pc:docMk/>
            <pc:sldMk cId="2883185798" sldId="256"/>
            <ac:spMk id="31" creationId="{37D4AF7B-BCCC-4790-9AE9-B24AD552E109}"/>
          </ac:spMkLst>
        </pc:spChg>
        <pc:spChg chg="add mod">
          <ac:chgData name="裴 熙隆" userId="d70ee545ee25833c" providerId="LiveId" clId="{B03E4DCB-0C65-4147-945C-6D400FF76039}" dt="2022-09-27T02:46:11.882" v="216" actId="1076"/>
          <ac:spMkLst>
            <pc:docMk/>
            <pc:sldMk cId="2883185798" sldId="256"/>
            <ac:spMk id="48" creationId="{3D6BA2AC-8089-4B22-B821-83E8F0058BA1}"/>
          </ac:spMkLst>
        </pc:spChg>
        <pc:spChg chg="add del">
          <ac:chgData name="裴 熙隆" userId="d70ee545ee25833c" providerId="LiveId" clId="{B03E4DCB-0C65-4147-945C-6D400FF76039}" dt="2022-09-27T02:44:05.535" v="197" actId="478"/>
          <ac:spMkLst>
            <pc:docMk/>
            <pc:sldMk cId="2883185798" sldId="256"/>
            <ac:spMk id="49" creationId="{51FDD89F-D347-4723-B7A4-9AC2617BB380}"/>
          </ac:spMkLst>
        </pc:spChg>
        <pc:spChg chg="add mod">
          <ac:chgData name="裴 熙隆" userId="d70ee545ee25833c" providerId="LiveId" clId="{B03E4DCB-0C65-4147-945C-6D400FF76039}" dt="2022-09-27T02:46:11.882" v="216" actId="1076"/>
          <ac:spMkLst>
            <pc:docMk/>
            <pc:sldMk cId="2883185798" sldId="256"/>
            <ac:spMk id="50" creationId="{4DBA5C46-49AD-47A3-8F99-CA7BEA5AFDF1}"/>
          </ac:spMkLst>
        </pc:spChg>
        <pc:spChg chg="add mod">
          <ac:chgData name="裴 熙隆" userId="d70ee545ee25833c" providerId="LiveId" clId="{B03E4DCB-0C65-4147-945C-6D400FF76039}" dt="2022-09-27T02:46:11.882" v="216" actId="1076"/>
          <ac:spMkLst>
            <pc:docMk/>
            <pc:sldMk cId="2883185798" sldId="256"/>
            <ac:spMk id="51" creationId="{FEEBF8DE-5F7D-460B-A441-AF3BCA98C753}"/>
          </ac:spMkLst>
        </pc:spChg>
        <pc:spChg chg="add mod">
          <ac:chgData name="裴 熙隆" userId="d70ee545ee25833c" providerId="LiveId" clId="{B03E4DCB-0C65-4147-945C-6D400FF76039}" dt="2022-09-27T02:46:11.882" v="216" actId="1076"/>
          <ac:spMkLst>
            <pc:docMk/>
            <pc:sldMk cId="2883185798" sldId="256"/>
            <ac:spMk id="52" creationId="{54D1E6F8-EFDB-4198-AFAA-7CB5E4C221A7}"/>
          </ac:spMkLst>
        </pc:spChg>
        <pc:spChg chg="add mod">
          <ac:chgData name="裴 熙隆" userId="d70ee545ee25833c" providerId="LiveId" clId="{B03E4DCB-0C65-4147-945C-6D400FF76039}" dt="2022-09-27T02:46:11.882" v="216" actId="1076"/>
          <ac:spMkLst>
            <pc:docMk/>
            <pc:sldMk cId="2883185798" sldId="256"/>
            <ac:spMk id="53" creationId="{2622D065-C47C-4EBF-A146-208D9C6CA2EB}"/>
          </ac:spMkLst>
        </pc:spChg>
        <pc:cxnChg chg="mod">
          <ac:chgData name="裴 熙隆" userId="d70ee545ee25833c" providerId="LiveId" clId="{B03E4DCB-0C65-4147-945C-6D400FF76039}" dt="2022-09-20T11:29:38.786" v="91" actId="1076"/>
          <ac:cxnSpMkLst>
            <pc:docMk/>
            <pc:sldMk cId="2883185798" sldId="256"/>
            <ac:cxnSpMk id="14" creationId="{8221A807-2BF0-4810-8C60-9D0E5B9DEECC}"/>
          </ac:cxnSpMkLst>
        </pc:cxnChg>
        <pc:cxnChg chg="mod">
          <ac:chgData name="裴 熙隆" userId="d70ee545ee25833c" providerId="LiveId" clId="{B03E4DCB-0C65-4147-945C-6D400FF76039}" dt="2022-09-20T11:29:38.786" v="91" actId="1076"/>
          <ac:cxnSpMkLst>
            <pc:docMk/>
            <pc:sldMk cId="2883185798" sldId="256"/>
            <ac:cxnSpMk id="16" creationId="{E1936AB5-0833-4F30-9D0C-C5875767F9E8}"/>
          </ac:cxnSpMkLst>
        </pc:cxnChg>
        <pc:cxnChg chg="del">
          <ac:chgData name="裴 熙隆" userId="d70ee545ee25833c" providerId="LiveId" clId="{B03E4DCB-0C65-4147-945C-6D400FF76039}" dt="2022-09-20T11:24:59.695" v="49" actId="478"/>
          <ac:cxnSpMkLst>
            <pc:docMk/>
            <pc:sldMk cId="2883185798" sldId="256"/>
            <ac:cxnSpMk id="21" creationId="{1FCE13AB-D470-4D63-BA3E-AE5B98EDEF14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25" creationId="{3F74EC15-ACDD-4919-BED7-863460BCB675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27" creationId="{E23E9D34-FA49-4BB2-B57D-D8E6527981AD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34" creationId="{AEF40682-D047-48C3-A3D2-9D5AF77F6397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36" creationId="{E68F6E04-6962-40C7-BDD8-E4EA8227ABC1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39" creationId="{F03F5EA7-51DC-4B87-8B3D-C1BB0374ED88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42" creationId="{AF9203C0-37E9-406C-B223-A7D055F1D93D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46" creationId="{21E3BFD8-61AA-448E-A1D1-37046A4D0BFE}"/>
          </ac:cxnSpMkLst>
        </pc:cxnChg>
        <pc:cxnChg chg="add mod">
          <ac:chgData name="裴 熙隆" userId="d70ee545ee25833c" providerId="LiveId" clId="{B03E4DCB-0C65-4147-945C-6D400FF76039}" dt="2022-09-27T02:46:11.882" v="216" actId="1076"/>
          <ac:cxnSpMkLst>
            <pc:docMk/>
            <pc:sldMk cId="2883185798" sldId="256"/>
            <ac:cxnSpMk id="47" creationId="{09515A2F-4D1E-4CEF-B3D4-936351402A71}"/>
          </ac:cxnSpMkLst>
        </pc:cxnChg>
      </pc:sldChg>
    </pc:docChg>
  </pc:docChgLst>
  <pc:docChgLst>
    <pc:chgData name="裴 熙隆" userId="d70ee545ee25833c" providerId="LiveId" clId="{6EE1C32C-DC57-4E16-9536-7EC6937069AF}"/>
    <pc:docChg chg="modSld">
      <pc:chgData name="裴 熙隆" userId="d70ee545ee25833c" providerId="LiveId" clId="{6EE1C32C-DC57-4E16-9536-7EC6937069AF}" dt="2022-10-26T09:19:38.049" v="1" actId="20577"/>
      <pc:docMkLst>
        <pc:docMk/>
      </pc:docMkLst>
      <pc:sldChg chg="modSp mod">
        <pc:chgData name="裴 熙隆" userId="d70ee545ee25833c" providerId="LiveId" clId="{6EE1C32C-DC57-4E16-9536-7EC6937069AF}" dt="2022-10-26T09:19:38.049" v="1" actId="20577"/>
        <pc:sldMkLst>
          <pc:docMk/>
          <pc:sldMk cId="2883185798" sldId="256"/>
        </pc:sldMkLst>
        <pc:spChg chg="mod">
          <ac:chgData name="裴 熙隆" userId="d70ee545ee25833c" providerId="LiveId" clId="{6EE1C32C-DC57-4E16-9536-7EC6937069AF}" dt="2022-10-26T09:19:38.049" v="1" actId="20577"/>
          <ac:spMkLst>
            <pc:docMk/>
            <pc:sldMk cId="2883185798" sldId="256"/>
            <ac:spMk id="38" creationId="{9E198865-439B-C860-0D2A-1179EF2E7C1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2FF85-CC38-4F19-A877-28A56026E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F8DA85-7A96-4A6E-920B-82CE398BD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592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51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593488-C6BA-4F2A-9205-E65BF68951F1}"/>
              </a:ext>
            </a:extLst>
          </p:cNvPr>
          <p:cNvSpPr/>
          <p:nvPr/>
        </p:nvSpPr>
        <p:spPr>
          <a:xfrm>
            <a:off x="3188883" y="1040871"/>
            <a:ext cx="1192287" cy="808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楼梯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DEBC86-FFA4-4842-99F1-837844477E2C}"/>
              </a:ext>
            </a:extLst>
          </p:cNvPr>
          <p:cNvSpPr/>
          <p:nvPr/>
        </p:nvSpPr>
        <p:spPr>
          <a:xfrm>
            <a:off x="4381170" y="1037856"/>
            <a:ext cx="2083754" cy="811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办公室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5DAA56-C887-4C43-A86F-C4B9EF86D435}"/>
              </a:ext>
            </a:extLst>
          </p:cNvPr>
          <p:cNvSpPr/>
          <p:nvPr/>
        </p:nvSpPr>
        <p:spPr>
          <a:xfrm>
            <a:off x="6464924" y="1036992"/>
            <a:ext cx="2362399" cy="8123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办公室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28AB7E-8A72-46FC-AD5D-0D692672A144}"/>
              </a:ext>
            </a:extLst>
          </p:cNvPr>
          <p:cNvSpPr/>
          <p:nvPr/>
        </p:nvSpPr>
        <p:spPr>
          <a:xfrm>
            <a:off x="3188884" y="2482733"/>
            <a:ext cx="1767278" cy="7808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办公室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0F902B-2CF4-4BFC-8BC7-BB61530E3591}"/>
              </a:ext>
            </a:extLst>
          </p:cNvPr>
          <p:cNvSpPr/>
          <p:nvPr/>
        </p:nvSpPr>
        <p:spPr>
          <a:xfrm>
            <a:off x="3188883" y="1849382"/>
            <a:ext cx="5638440" cy="633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走廊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E29526-E19B-447C-A5D4-31B02FDC52EF}"/>
              </a:ext>
            </a:extLst>
          </p:cNvPr>
          <p:cNvSpPr/>
          <p:nvPr/>
        </p:nvSpPr>
        <p:spPr>
          <a:xfrm>
            <a:off x="4956161" y="2482733"/>
            <a:ext cx="1000925" cy="7808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办公室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8C20EE-743A-4E7F-9A14-206F777E6994}"/>
              </a:ext>
            </a:extLst>
          </p:cNvPr>
          <p:cNvSpPr/>
          <p:nvPr/>
        </p:nvSpPr>
        <p:spPr>
          <a:xfrm>
            <a:off x="5951957" y="2482734"/>
            <a:ext cx="1010943" cy="780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办公室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A51392-77AC-445A-B51C-295751744500}"/>
              </a:ext>
            </a:extLst>
          </p:cNvPr>
          <p:cNvSpPr/>
          <p:nvPr/>
        </p:nvSpPr>
        <p:spPr>
          <a:xfrm>
            <a:off x="6962899" y="2482732"/>
            <a:ext cx="662817" cy="324811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走廊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6B0B34-13C7-47A7-904C-CC8D8463FA03}"/>
              </a:ext>
            </a:extLst>
          </p:cNvPr>
          <p:cNvSpPr/>
          <p:nvPr/>
        </p:nvSpPr>
        <p:spPr>
          <a:xfrm>
            <a:off x="7625716" y="2482732"/>
            <a:ext cx="1201607" cy="1522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洗手间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221A807-2BF0-4810-8C60-9D0E5B9DEECC}"/>
              </a:ext>
            </a:extLst>
          </p:cNvPr>
          <p:cNvCxnSpPr>
            <a:cxnSpLocks/>
          </p:cNvCxnSpPr>
          <p:nvPr/>
        </p:nvCxnSpPr>
        <p:spPr>
          <a:xfrm>
            <a:off x="6995101" y="1859278"/>
            <a:ext cx="466561" cy="20930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1936AB5-0833-4F30-9D0C-C5875767F9E8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560401" y="2068582"/>
            <a:ext cx="598977" cy="1416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3334D1D-B9C6-43CD-8E60-FBCE1F9E545F}"/>
              </a:ext>
            </a:extLst>
          </p:cNvPr>
          <p:cNvSpPr txBox="1"/>
          <p:nvPr/>
        </p:nvSpPr>
        <p:spPr>
          <a:xfrm>
            <a:off x="8159378" y="2025531"/>
            <a:ext cx="54373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672CBCD8-B309-B21E-741A-0C03E18A2F20}"/>
              </a:ext>
            </a:extLst>
          </p:cNvPr>
          <p:cNvSpPr/>
          <p:nvPr/>
        </p:nvSpPr>
        <p:spPr>
          <a:xfrm rot="7082903">
            <a:off x="7197602" y="1871859"/>
            <a:ext cx="193408" cy="92947"/>
          </a:xfrm>
          <a:prstGeom prst="arc">
            <a:avLst>
              <a:gd name="adj1" fmla="val 11499589"/>
              <a:gd name="adj2" fmla="val 1912227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29A45E-B41E-870B-BBD5-706B5C5EE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82582" y="5085242"/>
            <a:ext cx="281484" cy="491886"/>
          </a:xfrm>
          <a:prstGeom prst="rect">
            <a:avLst/>
          </a:prstGeom>
        </p:spPr>
      </p:pic>
      <p:pic>
        <p:nvPicPr>
          <p:cNvPr id="13" name="图形 12" descr="智能手机 纯色填充">
            <a:extLst>
              <a:ext uri="{FF2B5EF4-FFF2-40B4-BE49-F238E27FC236}">
                <a16:creationId xmlns:a16="http://schemas.microsoft.com/office/drawing/2014/main" id="{EA4D336E-2949-EC85-6B7E-1A00B1DC8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4333" y="1948568"/>
            <a:ext cx="334912" cy="33491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562AE1C-2FF7-6FC9-AD16-BB76790E19E5}"/>
              </a:ext>
            </a:extLst>
          </p:cNvPr>
          <p:cNvSpPr txBox="1"/>
          <p:nvPr/>
        </p:nvSpPr>
        <p:spPr>
          <a:xfrm>
            <a:off x="5747378" y="5364896"/>
            <a:ext cx="88357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1CE959-B643-6205-E3A6-D4BCEC668CA8}"/>
              </a:ext>
            </a:extLst>
          </p:cNvPr>
          <p:cNvSpPr txBox="1"/>
          <p:nvPr/>
        </p:nvSpPr>
        <p:spPr>
          <a:xfrm>
            <a:off x="3306668" y="1911807"/>
            <a:ext cx="87716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F48F956-B9EB-5D31-D5A3-ADA49E86A27C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4183831" y="2096473"/>
            <a:ext cx="320502" cy="195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3E35309-721E-259E-7CAE-752A1E4D9572}"/>
              </a:ext>
            </a:extLst>
          </p:cNvPr>
          <p:cNvCxnSpPr>
            <a:cxnSpLocks/>
            <a:stCxn id="18" idx="3"/>
            <a:endCxn id="3" idx="3"/>
          </p:cNvCxnSpPr>
          <p:nvPr/>
        </p:nvCxnSpPr>
        <p:spPr>
          <a:xfrm flipV="1">
            <a:off x="6630953" y="5331185"/>
            <a:ext cx="551629" cy="2183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9C81F0D-715B-9784-B797-332A631B8BC0}"/>
              </a:ext>
            </a:extLst>
          </p:cNvPr>
          <p:cNvCxnSpPr>
            <a:cxnSpLocks/>
          </p:cNvCxnSpPr>
          <p:nvPr/>
        </p:nvCxnSpPr>
        <p:spPr>
          <a:xfrm>
            <a:off x="7153564" y="1963930"/>
            <a:ext cx="0" cy="3243708"/>
          </a:xfrm>
          <a:prstGeom prst="line">
            <a:avLst/>
          </a:prstGeom>
          <a:ln w="19050">
            <a:prstDash val="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5242A438-C428-BAA6-2EBE-F80A3392E902}"/>
              </a:ext>
            </a:extLst>
          </p:cNvPr>
          <p:cNvSpPr txBox="1"/>
          <p:nvPr/>
        </p:nvSpPr>
        <p:spPr>
          <a:xfrm>
            <a:off x="7072884" y="334750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25 m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85EC953-0D4A-8705-0141-2D9FABC1BC1E}"/>
              </a:ext>
            </a:extLst>
          </p:cNvPr>
          <p:cNvCxnSpPr>
            <a:cxnSpLocks/>
          </p:cNvCxnSpPr>
          <p:nvPr/>
        </p:nvCxnSpPr>
        <p:spPr>
          <a:xfrm flipH="1">
            <a:off x="3188883" y="2394863"/>
            <a:ext cx="3964681" cy="0"/>
          </a:xfrm>
          <a:prstGeom prst="line">
            <a:avLst/>
          </a:prstGeom>
          <a:ln w="19050">
            <a:prstDash val="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E198865-439B-C860-0D2A-1179EF2E7C15}"/>
              </a:ext>
            </a:extLst>
          </p:cNvPr>
          <p:cNvSpPr txBox="1"/>
          <p:nvPr/>
        </p:nvSpPr>
        <p:spPr>
          <a:xfrm>
            <a:off x="4956161" y="20639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20 m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D13E61-503E-B0E2-DD1F-84D703AC1BCD}"/>
              </a:ext>
            </a:extLst>
          </p:cNvPr>
          <p:cNvSpPr/>
          <p:nvPr/>
        </p:nvSpPr>
        <p:spPr>
          <a:xfrm>
            <a:off x="7625715" y="4005072"/>
            <a:ext cx="1201607" cy="17257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楼梯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BBFF9B-D6FE-4D87-BCB7-9721F0B70E3C}"/>
              </a:ext>
            </a:extLst>
          </p:cNvPr>
          <p:cNvSpPr/>
          <p:nvPr/>
        </p:nvSpPr>
        <p:spPr>
          <a:xfrm>
            <a:off x="3188884" y="3548064"/>
            <a:ext cx="3489960" cy="1658203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489960"/>
                      <a:gd name="connsiteY0" fmla="*/ 0 h 1730829"/>
                      <a:gd name="connsiteX1" fmla="*/ 546760 w 3489960"/>
                      <a:gd name="connsiteY1" fmla="*/ 0 h 1730829"/>
                      <a:gd name="connsiteX2" fmla="*/ 1023722 w 3489960"/>
                      <a:gd name="connsiteY2" fmla="*/ 0 h 1730829"/>
                      <a:gd name="connsiteX3" fmla="*/ 1675181 w 3489960"/>
                      <a:gd name="connsiteY3" fmla="*/ 0 h 1730829"/>
                      <a:gd name="connsiteX4" fmla="*/ 2221941 w 3489960"/>
                      <a:gd name="connsiteY4" fmla="*/ 0 h 1730829"/>
                      <a:gd name="connsiteX5" fmla="*/ 2768702 w 3489960"/>
                      <a:gd name="connsiteY5" fmla="*/ 0 h 1730829"/>
                      <a:gd name="connsiteX6" fmla="*/ 3489960 w 3489960"/>
                      <a:gd name="connsiteY6" fmla="*/ 0 h 1730829"/>
                      <a:gd name="connsiteX7" fmla="*/ 3489960 w 3489960"/>
                      <a:gd name="connsiteY7" fmla="*/ 542326 h 1730829"/>
                      <a:gd name="connsiteX8" fmla="*/ 3489960 w 3489960"/>
                      <a:gd name="connsiteY8" fmla="*/ 1119269 h 1730829"/>
                      <a:gd name="connsiteX9" fmla="*/ 3489960 w 3489960"/>
                      <a:gd name="connsiteY9" fmla="*/ 1730829 h 1730829"/>
                      <a:gd name="connsiteX10" fmla="*/ 2978099 w 3489960"/>
                      <a:gd name="connsiteY10" fmla="*/ 1730829 h 1730829"/>
                      <a:gd name="connsiteX11" fmla="*/ 2396439 w 3489960"/>
                      <a:gd name="connsiteY11" fmla="*/ 1730829 h 1730829"/>
                      <a:gd name="connsiteX12" fmla="*/ 1849679 w 3489960"/>
                      <a:gd name="connsiteY12" fmla="*/ 1730829 h 1730829"/>
                      <a:gd name="connsiteX13" fmla="*/ 1198220 w 3489960"/>
                      <a:gd name="connsiteY13" fmla="*/ 1730829 h 1730829"/>
                      <a:gd name="connsiteX14" fmla="*/ 546760 w 3489960"/>
                      <a:gd name="connsiteY14" fmla="*/ 1730829 h 1730829"/>
                      <a:gd name="connsiteX15" fmla="*/ 0 w 3489960"/>
                      <a:gd name="connsiteY15" fmla="*/ 1730829 h 1730829"/>
                      <a:gd name="connsiteX16" fmla="*/ 0 w 3489960"/>
                      <a:gd name="connsiteY16" fmla="*/ 1153886 h 1730829"/>
                      <a:gd name="connsiteX17" fmla="*/ 0 w 3489960"/>
                      <a:gd name="connsiteY17" fmla="*/ 594251 h 1730829"/>
                      <a:gd name="connsiteX18" fmla="*/ 0 w 3489960"/>
                      <a:gd name="connsiteY18" fmla="*/ 0 h 17308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3489960" h="1730829" extrusionOk="0">
                        <a:moveTo>
                          <a:pt x="0" y="0"/>
                        </a:moveTo>
                        <a:cubicBezTo>
                          <a:pt x="253423" y="-7261"/>
                          <a:pt x="309278" y="40672"/>
                          <a:pt x="546760" y="0"/>
                        </a:cubicBezTo>
                        <a:cubicBezTo>
                          <a:pt x="784242" y="-40672"/>
                          <a:pt x="877522" y="50054"/>
                          <a:pt x="1023722" y="0"/>
                        </a:cubicBezTo>
                        <a:cubicBezTo>
                          <a:pt x="1169922" y="-50054"/>
                          <a:pt x="1388953" y="51222"/>
                          <a:pt x="1675181" y="0"/>
                        </a:cubicBezTo>
                        <a:cubicBezTo>
                          <a:pt x="1961409" y="-51222"/>
                          <a:pt x="2049754" y="60799"/>
                          <a:pt x="2221941" y="0"/>
                        </a:cubicBezTo>
                        <a:cubicBezTo>
                          <a:pt x="2394128" y="-60799"/>
                          <a:pt x="2626420" y="44556"/>
                          <a:pt x="2768702" y="0"/>
                        </a:cubicBezTo>
                        <a:cubicBezTo>
                          <a:pt x="2910984" y="-44556"/>
                          <a:pt x="3163521" y="55520"/>
                          <a:pt x="3489960" y="0"/>
                        </a:cubicBezTo>
                        <a:cubicBezTo>
                          <a:pt x="3548367" y="108948"/>
                          <a:pt x="3440225" y="297128"/>
                          <a:pt x="3489960" y="542326"/>
                        </a:cubicBezTo>
                        <a:cubicBezTo>
                          <a:pt x="3539695" y="787524"/>
                          <a:pt x="3443688" y="933065"/>
                          <a:pt x="3489960" y="1119269"/>
                        </a:cubicBezTo>
                        <a:cubicBezTo>
                          <a:pt x="3536232" y="1305473"/>
                          <a:pt x="3434863" y="1559075"/>
                          <a:pt x="3489960" y="1730829"/>
                        </a:cubicBezTo>
                        <a:cubicBezTo>
                          <a:pt x="3326486" y="1779152"/>
                          <a:pt x="3117483" y="1681432"/>
                          <a:pt x="2978099" y="1730829"/>
                        </a:cubicBezTo>
                        <a:cubicBezTo>
                          <a:pt x="2838715" y="1780226"/>
                          <a:pt x="2638085" y="1688057"/>
                          <a:pt x="2396439" y="1730829"/>
                        </a:cubicBezTo>
                        <a:cubicBezTo>
                          <a:pt x="2154793" y="1773601"/>
                          <a:pt x="2027828" y="1696950"/>
                          <a:pt x="1849679" y="1730829"/>
                        </a:cubicBezTo>
                        <a:cubicBezTo>
                          <a:pt x="1671530" y="1764708"/>
                          <a:pt x="1356514" y="1719862"/>
                          <a:pt x="1198220" y="1730829"/>
                        </a:cubicBezTo>
                        <a:cubicBezTo>
                          <a:pt x="1039926" y="1741796"/>
                          <a:pt x="814780" y="1693991"/>
                          <a:pt x="546760" y="1730829"/>
                        </a:cubicBezTo>
                        <a:cubicBezTo>
                          <a:pt x="278740" y="1767667"/>
                          <a:pt x="208383" y="1676300"/>
                          <a:pt x="0" y="1730829"/>
                        </a:cubicBezTo>
                        <a:cubicBezTo>
                          <a:pt x="-2779" y="1476160"/>
                          <a:pt x="41695" y="1344093"/>
                          <a:pt x="0" y="1153886"/>
                        </a:cubicBezTo>
                        <a:cubicBezTo>
                          <a:pt x="-41695" y="963679"/>
                          <a:pt x="55192" y="788470"/>
                          <a:pt x="0" y="594251"/>
                        </a:cubicBezTo>
                        <a:cubicBezTo>
                          <a:pt x="-55192" y="400033"/>
                          <a:pt x="16053" y="17106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3E9D34-FA49-4BB2-B57D-D8E6527981AD}"/>
              </a:ext>
            </a:extLst>
          </p:cNvPr>
          <p:cNvCxnSpPr>
            <a:cxnSpLocks/>
          </p:cNvCxnSpPr>
          <p:nvPr/>
        </p:nvCxnSpPr>
        <p:spPr>
          <a:xfrm>
            <a:off x="4834396" y="3762582"/>
            <a:ext cx="969359" cy="46801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E2F6C5B-FDF5-416B-BEB1-E308E7794E7F}"/>
              </a:ext>
            </a:extLst>
          </p:cNvPr>
          <p:cNvSpPr txBox="1"/>
          <p:nvPr/>
        </p:nvSpPr>
        <p:spPr>
          <a:xfrm>
            <a:off x="7399256" y="1760661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θ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F74EC15-ACDD-4919-BED7-863460BCB675}"/>
              </a:ext>
            </a:extLst>
          </p:cNvPr>
          <p:cNvCxnSpPr/>
          <p:nvPr/>
        </p:nvCxnSpPr>
        <p:spPr>
          <a:xfrm>
            <a:off x="3568177" y="3762582"/>
            <a:ext cx="223557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EF40682-D047-48C3-A3D2-9D5AF77F6397}"/>
              </a:ext>
            </a:extLst>
          </p:cNvPr>
          <p:cNvCxnSpPr>
            <a:cxnSpLocks/>
          </p:cNvCxnSpPr>
          <p:nvPr/>
        </p:nvCxnSpPr>
        <p:spPr>
          <a:xfrm>
            <a:off x="5802111" y="3762582"/>
            <a:ext cx="0" cy="10815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68F6E04-6962-40C7-BDD8-E4EA8227ABC1}"/>
              </a:ext>
            </a:extLst>
          </p:cNvPr>
          <p:cNvCxnSpPr>
            <a:cxnSpLocks/>
          </p:cNvCxnSpPr>
          <p:nvPr/>
        </p:nvCxnSpPr>
        <p:spPr>
          <a:xfrm rot="5400000">
            <a:off x="4599566" y="4260346"/>
            <a:ext cx="969359" cy="46801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03F5EA7-51DC-4B87-8B3D-C1BB0374ED88}"/>
              </a:ext>
            </a:extLst>
          </p:cNvPr>
          <p:cNvCxnSpPr>
            <a:cxnSpLocks/>
          </p:cNvCxnSpPr>
          <p:nvPr/>
        </p:nvCxnSpPr>
        <p:spPr>
          <a:xfrm flipV="1">
            <a:off x="5313182" y="4009675"/>
            <a:ext cx="0" cy="969359"/>
          </a:xfrm>
          <a:prstGeom prst="line">
            <a:avLst/>
          </a:prstGeom>
          <a:ln w="3175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F9203C0-37E9-406C-B223-A7D055F1D93D}"/>
              </a:ext>
            </a:extLst>
          </p:cNvPr>
          <p:cNvCxnSpPr>
            <a:cxnSpLocks/>
          </p:cNvCxnSpPr>
          <p:nvPr/>
        </p:nvCxnSpPr>
        <p:spPr>
          <a:xfrm flipH="1">
            <a:off x="3568177" y="4009674"/>
            <a:ext cx="1745005" cy="0"/>
          </a:xfrm>
          <a:prstGeom prst="line">
            <a:avLst/>
          </a:prstGeom>
          <a:ln w="31750">
            <a:solidFill>
              <a:schemeClr val="accent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1E3BFD8-61AA-448E-A1D1-37046A4D0BFE}"/>
              </a:ext>
            </a:extLst>
          </p:cNvPr>
          <p:cNvCxnSpPr/>
          <p:nvPr/>
        </p:nvCxnSpPr>
        <p:spPr>
          <a:xfrm>
            <a:off x="5694111" y="3870582"/>
            <a:ext cx="1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9515A2F-4D1E-4CEF-B3D4-936351402A71}"/>
              </a:ext>
            </a:extLst>
          </p:cNvPr>
          <p:cNvCxnSpPr>
            <a:cxnSpLocks/>
          </p:cNvCxnSpPr>
          <p:nvPr/>
        </p:nvCxnSpPr>
        <p:spPr>
          <a:xfrm rot="5400000">
            <a:off x="5640111" y="3816582"/>
            <a:ext cx="1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D6BA2AC-8089-4B22-B821-83E8F0058BA1}"/>
              </a:ext>
            </a:extLst>
          </p:cNvPr>
          <p:cNvSpPr/>
          <p:nvPr/>
        </p:nvSpPr>
        <p:spPr>
          <a:xfrm>
            <a:off x="5360359" y="4916457"/>
            <a:ext cx="911461" cy="244792"/>
          </a:xfrm>
          <a:prstGeom prst="roundRect">
            <a:avLst/>
          </a:prstGeom>
          <a:solidFill>
            <a:schemeClr val="accent6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入射波</a:t>
            </a:r>
            <a:endParaRPr lang="zh-CN" altLang="en-US" sz="14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DBA5C46-49AD-47A3-8F99-CA7BEA5AFDF1}"/>
              </a:ext>
            </a:extLst>
          </p:cNvPr>
          <p:cNvSpPr/>
          <p:nvPr/>
        </p:nvSpPr>
        <p:spPr>
          <a:xfrm>
            <a:off x="5906228" y="3850217"/>
            <a:ext cx="558697" cy="244792"/>
          </a:xfrm>
          <a:prstGeom prst="roundRect">
            <a:avLst/>
          </a:prstGeom>
          <a:solidFill>
            <a:schemeClr val="accent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sz="14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EEBF8DE-5F7D-460B-A441-AF3BCA98C753}"/>
              </a:ext>
            </a:extLst>
          </p:cNvPr>
          <p:cNvSpPr/>
          <p:nvPr/>
        </p:nvSpPr>
        <p:spPr>
          <a:xfrm>
            <a:off x="3568176" y="4095009"/>
            <a:ext cx="911461" cy="244792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反射波</a:t>
            </a:r>
            <a:endParaRPr lang="zh-CN" altLang="en-US" sz="14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弧形 51">
            <a:extLst>
              <a:ext uri="{FF2B5EF4-FFF2-40B4-BE49-F238E27FC236}">
                <a16:creationId xmlns:a16="http://schemas.microsoft.com/office/drawing/2014/main" id="{54D1E6F8-EFDB-4198-AFAA-7CB5E4C221A7}"/>
              </a:ext>
            </a:extLst>
          </p:cNvPr>
          <p:cNvSpPr/>
          <p:nvPr/>
        </p:nvSpPr>
        <p:spPr>
          <a:xfrm rot="12832178">
            <a:off x="5142483" y="4251279"/>
            <a:ext cx="193408" cy="92947"/>
          </a:xfrm>
          <a:prstGeom prst="arc">
            <a:avLst>
              <a:gd name="adj1" fmla="val 11499589"/>
              <a:gd name="adj2" fmla="val 1912227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622D065-C47C-4EBF-A146-208D9C6CA2EB}"/>
              </a:ext>
            </a:extLst>
          </p:cNvPr>
          <p:cNvSpPr txBox="1"/>
          <p:nvPr/>
        </p:nvSpPr>
        <p:spPr>
          <a:xfrm>
            <a:off x="5047794" y="4309688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θ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318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22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TimesSimSun</vt:lpstr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3</cp:revision>
  <dcterms:created xsi:type="dcterms:W3CDTF">2022-06-01T16:37:28Z</dcterms:created>
  <dcterms:modified xsi:type="dcterms:W3CDTF">2026-04-03T10:48:12Z</dcterms:modified>
</cp:coreProperties>
</file>