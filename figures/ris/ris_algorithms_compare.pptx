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18D857D6-20D1-4090-8EAF-98D62E12EBDD}"/>
    <pc:docChg chg="undo redo custSel modSld">
      <pc:chgData name="裴 熙隆" userId="d70ee545ee25833c" providerId="LiveId" clId="{18D857D6-20D1-4090-8EAF-98D62E12EBDD}" dt="2026-04-05T05:21:29.009" v="162" actId="14100"/>
      <pc:docMkLst>
        <pc:docMk/>
      </pc:docMkLst>
      <pc:sldChg chg="addSp delSp modSp mod">
        <pc:chgData name="裴 熙隆" userId="d70ee545ee25833c" providerId="LiveId" clId="{18D857D6-20D1-4090-8EAF-98D62E12EBDD}" dt="2026-04-05T05:21:29.009" v="162" actId="14100"/>
        <pc:sldMkLst>
          <pc:docMk/>
          <pc:sldMk cId="3588923400" sldId="256"/>
        </pc:sldMkLst>
        <pc:spChg chg="mod">
          <ac:chgData name="裴 熙隆" userId="d70ee545ee25833c" providerId="LiveId" clId="{18D857D6-20D1-4090-8EAF-98D62E12EBDD}" dt="2026-04-04T10:39:43.528" v="126" actId="1076"/>
          <ac:spMkLst>
            <pc:docMk/>
            <pc:sldMk cId="3588923400" sldId="256"/>
            <ac:spMk id="5" creationId="{88F599B3-99DA-43B1-AE12-71F70C325055}"/>
          </ac:spMkLst>
        </pc:spChg>
        <pc:spChg chg="mod">
          <ac:chgData name="裴 熙隆" userId="d70ee545ee25833c" providerId="LiveId" clId="{18D857D6-20D1-4090-8EAF-98D62E12EBDD}" dt="2026-04-04T10:37:34.894" v="44" actId="207"/>
          <ac:spMkLst>
            <pc:docMk/>
            <pc:sldMk cId="3588923400" sldId="256"/>
            <ac:spMk id="16" creationId="{ACD0D131-FB67-08E5-6F02-B7E510915CCB}"/>
          </ac:spMkLst>
        </pc:spChg>
        <pc:spChg chg="mod ord">
          <ac:chgData name="裴 熙隆" userId="d70ee545ee25833c" providerId="LiveId" clId="{18D857D6-20D1-4090-8EAF-98D62E12EBDD}" dt="2026-04-04T10:39:36.495" v="123" actId="1076"/>
          <ac:spMkLst>
            <pc:docMk/>
            <pc:sldMk cId="3588923400" sldId="256"/>
            <ac:spMk id="18" creationId="{15D05916-A498-2BBD-70C0-DBDD40523352}"/>
          </ac:spMkLst>
        </pc:spChg>
        <pc:spChg chg="mod">
          <ac:chgData name="裴 熙隆" userId="d70ee545ee25833c" providerId="LiveId" clId="{18D857D6-20D1-4090-8EAF-98D62E12EBDD}" dt="2026-04-04T10:38:36.650" v="115" actId="207"/>
          <ac:spMkLst>
            <pc:docMk/>
            <pc:sldMk cId="3588923400" sldId="256"/>
            <ac:spMk id="21" creationId="{C2FFB728-E6AA-47AF-AD9A-E91C67E17BDF}"/>
          </ac:spMkLst>
        </pc:spChg>
        <pc:spChg chg="mod">
          <ac:chgData name="裴 熙隆" userId="d70ee545ee25833c" providerId="LiveId" clId="{18D857D6-20D1-4090-8EAF-98D62E12EBDD}" dt="2026-04-04T10:38:06.461" v="98" actId="207"/>
          <ac:spMkLst>
            <pc:docMk/>
            <pc:sldMk cId="3588923400" sldId="256"/>
            <ac:spMk id="22" creationId="{5F7C15A1-98B9-427F-9EB7-BB9692C8A401}"/>
          </ac:spMkLst>
        </pc:spChg>
        <pc:spChg chg="add mod">
          <ac:chgData name="裴 熙隆" userId="d70ee545ee25833c" providerId="LiveId" clId="{18D857D6-20D1-4090-8EAF-98D62E12EBDD}" dt="2026-04-05T05:21:00.839" v="158" actId="555"/>
          <ac:spMkLst>
            <pc:docMk/>
            <pc:sldMk cId="3588923400" sldId="256"/>
            <ac:spMk id="23" creationId="{1682F964-287D-4073-84A3-8833AFFA030E}"/>
          </ac:spMkLst>
        </pc:spChg>
        <pc:spChg chg="mod">
          <ac:chgData name="裴 熙隆" userId="d70ee545ee25833c" providerId="LiveId" clId="{18D857D6-20D1-4090-8EAF-98D62E12EBDD}" dt="2026-04-05T05:21:25.877" v="161" actId="1076"/>
          <ac:spMkLst>
            <pc:docMk/>
            <pc:sldMk cId="3588923400" sldId="256"/>
            <ac:spMk id="24" creationId="{3E17CC1C-11DD-C55B-DE66-77B5C95407B1}"/>
          </ac:spMkLst>
        </pc:spChg>
        <pc:spChg chg="mod">
          <ac:chgData name="裴 熙隆" userId="d70ee545ee25833c" providerId="LiveId" clId="{18D857D6-20D1-4090-8EAF-98D62E12EBDD}" dt="2026-04-04T10:38:27.263" v="112" actId="207"/>
          <ac:spMkLst>
            <pc:docMk/>
            <pc:sldMk cId="3588923400" sldId="256"/>
            <ac:spMk id="26" creationId="{834F68B9-24A6-48A8-A4A2-BEF2DAAFABD0}"/>
          </ac:spMkLst>
        </pc:spChg>
        <pc:spChg chg="mod">
          <ac:chgData name="裴 熙隆" userId="d70ee545ee25833c" providerId="LiveId" clId="{18D857D6-20D1-4090-8EAF-98D62E12EBDD}" dt="2026-04-05T05:21:00.839" v="158" actId="555"/>
          <ac:spMkLst>
            <pc:docMk/>
            <pc:sldMk cId="3588923400" sldId="256"/>
            <ac:spMk id="27" creationId="{6853C80F-F3BE-4AC6-903F-13E81C8F26CC}"/>
          </ac:spMkLst>
        </pc:spChg>
        <pc:spChg chg="del mod">
          <ac:chgData name="裴 熙隆" userId="d70ee545ee25833c" providerId="LiveId" clId="{18D857D6-20D1-4090-8EAF-98D62E12EBDD}" dt="2026-04-05T05:19:53.413" v="147" actId="478"/>
          <ac:spMkLst>
            <pc:docMk/>
            <pc:sldMk cId="3588923400" sldId="256"/>
            <ac:spMk id="28" creationId="{EF21FC3E-C33F-4134-BB07-9394CC947322}"/>
          </ac:spMkLst>
        </pc:spChg>
        <pc:spChg chg="mod">
          <ac:chgData name="裴 熙隆" userId="d70ee545ee25833c" providerId="LiveId" clId="{18D857D6-20D1-4090-8EAF-98D62E12EBDD}" dt="2026-04-04T10:37:11.984" v="0" actId="2711"/>
          <ac:spMkLst>
            <pc:docMk/>
            <pc:sldMk cId="3588923400" sldId="256"/>
            <ac:spMk id="31" creationId="{27801DD1-BAA2-4451-904D-986B85C96753}"/>
          </ac:spMkLst>
        </pc:spChg>
        <pc:spChg chg="mod">
          <ac:chgData name="裴 熙隆" userId="d70ee545ee25833c" providerId="LiveId" clId="{18D857D6-20D1-4090-8EAF-98D62E12EBDD}" dt="2026-04-04T10:37:11.984" v="0" actId="2711"/>
          <ac:spMkLst>
            <pc:docMk/>
            <pc:sldMk cId="3588923400" sldId="256"/>
            <ac:spMk id="52" creationId="{556B5F4A-6CCC-4E4D-8795-693CDF046202}"/>
          </ac:spMkLst>
        </pc:spChg>
        <pc:spChg chg="mod">
          <ac:chgData name="裴 熙隆" userId="d70ee545ee25833c" providerId="LiveId" clId="{18D857D6-20D1-4090-8EAF-98D62E12EBDD}" dt="2026-04-04T10:37:11.984" v="0" actId="2711"/>
          <ac:spMkLst>
            <pc:docMk/>
            <pc:sldMk cId="3588923400" sldId="256"/>
            <ac:spMk id="53" creationId="{0370BEEE-362E-4E57-A1AA-F4F3B50BDF10}"/>
          </ac:spMkLst>
        </pc:spChg>
        <pc:picChg chg="mod">
          <ac:chgData name="裴 熙隆" userId="d70ee545ee25833c" providerId="LiveId" clId="{18D857D6-20D1-4090-8EAF-98D62E12EBDD}" dt="2026-04-05T05:19:30.488" v="141" actId="1076"/>
          <ac:picMkLst>
            <pc:docMk/>
            <pc:sldMk cId="3588923400" sldId="256"/>
            <ac:picMk id="3" creationId="{C6A53ED0-6030-4CCE-8A61-21B8D09D74CD}"/>
          </ac:picMkLst>
        </pc:picChg>
        <pc:picChg chg="mod">
          <ac:chgData name="裴 熙隆" userId="d70ee545ee25833c" providerId="LiveId" clId="{18D857D6-20D1-4090-8EAF-98D62E12EBDD}" dt="2026-04-04T10:38:57.807" v="118" actId="207"/>
          <ac:picMkLst>
            <pc:docMk/>
            <pc:sldMk cId="3588923400" sldId="256"/>
            <ac:picMk id="44" creationId="{0F335BA2-D737-483E-9A48-835179BB49EA}"/>
          </ac:picMkLst>
        </pc:picChg>
        <pc:cxnChg chg="mod">
          <ac:chgData name="裴 熙隆" userId="d70ee545ee25833c" providerId="LiveId" clId="{18D857D6-20D1-4090-8EAF-98D62E12EBDD}" dt="2026-04-04T10:38:45.632" v="117" actId="208"/>
          <ac:cxnSpMkLst>
            <pc:docMk/>
            <pc:sldMk cId="3588923400" sldId="256"/>
            <ac:cxnSpMk id="4" creationId="{11EF30E0-B5CF-4D78-99E8-985CCFCA85F5}"/>
          </ac:cxnSpMkLst>
        </pc:cxnChg>
        <pc:cxnChg chg="mod">
          <ac:chgData name="裴 熙隆" userId="d70ee545ee25833c" providerId="LiveId" clId="{18D857D6-20D1-4090-8EAF-98D62E12EBDD}" dt="2026-04-04T10:37:20.187" v="17" actId="20577"/>
          <ac:cxnSpMkLst>
            <pc:docMk/>
            <pc:sldMk cId="3588923400" sldId="256"/>
            <ac:cxnSpMk id="17" creationId="{D5DF98BF-6728-EEE3-A5F5-B396E3A2C86F}"/>
          </ac:cxnSpMkLst>
        </pc:cxnChg>
        <pc:cxnChg chg="mod">
          <ac:chgData name="裴 熙隆" userId="d70ee545ee25833c" providerId="LiveId" clId="{18D857D6-20D1-4090-8EAF-98D62E12EBDD}" dt="2026-04-04T10:39:41.179" v="125" actId="14100"/>
          <ac:cxnSpMkLst>
            <pc:docMk/>
            <pc:sldMk cId="3588923400" sldId="256"/>
            <ac:cxnSpMk id="19" creationId="{D7E5367F-CBD6-5743-DC9D-8B5278DC2054}"/>
          </ac:cxnSpMkLst>
        </pc:cxnChg>
        <pc:cxnChg chg="mod">
          <ac:chgData name="裴 熙隆" userId="d70ee545ee25833c" providerId="LiveId" clId="{18D857D6-20D1-4090-8EAF-98D62E12EBDD}" dt="2026-04-05T05:21:29.009" v="162" actId="14100"/>
          <ac:cxnSpMkLst>
            <pc:docMk/>
            <pc:sldMk cId="3588923400" sldId="256"/>
            <ac:cxnSpMk id="25" creationId="{5007D5C9-B443-4680-B620-FA13BBDBBBE9}"/>
          </ac:cxnSpMkLst>
        </pc:cxnChg>
      </pc:sldChg>
    </pc:docChg>
  </pc:docChgLst>
  <pc:docChgLst>
    <pc:chgData name="裴 熙隆" userId="d70ee545ee25833c" providerId="LiveId" clId="{4A179F23-F5A5-496B-9471-D3CFEEFBDD7A}"/>
    <pc:docChg chg="undo custSel modSld">
      <pc:chgData name="裴 熙隆" userId="d70ee545ee25833c" providerId="LiveId" clId="{4A179F23-F5A5-496B-9471-D3CFEEFBDD7A}" dt="2023-03-15T08:46:51.955" v="291" actId="1076"/>
      <pc:docMkLst>
        <pc:docMk/>
      </pc:docMkLst>
      <pc:sldChg chg="addSp delSp modSp mod">
        <pc:chgData name="裴 熙隆" userId="d70ee545ee25833c" providerId="LiveId" clId="{4A179F23-F5A5-496B-9471-D3CFEEFBDD7A}" dt="2023-03-15T08:46:51.955" v="291" actId="1076"/>
        <pc:sldMkLst>
          <pc:docMk/>
          <pc:sldMk cId="3588923400" sldId="256"/>
        </pc:sldMkLst>
        <pc:spChg chg="add del mod">
          <ac:chgData name="裴 熙隆" userId="d70ee545ee25833c" providerId="LiveId" clId="{4A179F23-F5A5-496B-9471-D3CFEEFBDD7A}" dt="2023-03-15T08:05:12.758" v="144" actId="1076"/>
          <ac:spMkLst>
            <pc:docMk/>
            <pc:sldMk cId="3588923400" sldId="256"/>
            <ac:spMk id="5" creationId="{88F599B3-99DA-43B1-AE12-71F70C325055}"/>
          </ac:spMkLst>
        </pc:spChg>
        <pc:spChg chg="del">
          <ac:chgData name="裴 熙隆" userId="d70ee545ee25833c" providerId="LiveId" clId="{4A179F23-F5A5-496B-9471-D3CFEEFBDD7A}" dt="2023-03-15T07:28:09.631" v="26" actId="478"/>
          <ac:spMkLst>
            <pc:docMk/>
            <pc:sldMk cId="3588923400" sldId="256"/>
            <ac:spMk id="8" creationId="{3B4629DE-0CF0-4CDB-9087-6E6E1CCC0958}"/>
          </ac:spMkLst>
        </pc:spChg>
        <pc:spChg chg="del">
          <ac:chgData name="裴 熙隆" userId="d70ee545ee25833c" providerId="LiveId" clId="{4A179F23-F5A5-496B-9471-D3CFEEFBDD7A}" dt="2023-03-15T07:28:08.263" v="25" actId="478"/>
          <ac:spMkLst>
            <pc:docMk/>
            <pc:sldMk cId="3588923400" sldId="256"/>
            <ac:spMk id="10" creationId="{2CBFC67B-5FCD-4097-8970-51FA9F3E75D6}"/>
          </ac:spMkLst>
        </pc:spChg>
        <pc:spChg chg="del">
          <ac:chgData name="裴 熙隆" userId="d70ee545ee25833c" providerId="LiveId" clId="{4A179F23-F5A5-496B-9471-D3CFEEFBDD7A}" dt="2023-03-15T07:38:59.257" v="81" actId="478"/>
          <ac:spMkLst>
            <pc:docMk/>
            <pc:sldMk cId="3588923400" sldId="256"/>
            <ac:spMk id="11" creationId="{A7502FA7-2566-40B9-B713-8465D50CDED9}"/>
          </ac:spMkLst>
        </pc:spChg>
        <pc:spChg chg="del mod">
          <ac:chgData name="裴 熙隆" userId="d70ee545ee25833c" providerId="LiveId" clId="{4A179F23-F5A5-496B-9471-D3CFEEFBDD7A}" dt="2023-03-15T07:39:02.971" v="85" actId="478"/>
          <ac:spMkLst>
            <pc:docMk/>
            <pc:sldMk cId="3588923400" sldId="256"/>
            <ac:spMk id="12" creationId="{597712BF-661C-4A99-BCE9-7DAEB1723A9A}"/>
          </ac:spMkLst>
        </pc:spChg>
        <pc:spChg chg="del">
          <ac:chgData name="裴 熙隆" userId="d70ee545ee25833c" providerId="LiveId" clId="{4A179F23-F5A5-496B-9471-D3CFEEFBDD7A}" dt="2023-03-15T07:28:03.479" v="21" actId="478"/>
          <ac:spMkLst>
            <pc:docMk/>
            <pc:sldMk cId="3588923400" sldId="256"/>
            <ac:spMk id="14" creationId="{56670D7C-C7C1-86E9-C9BA-E8AACC2579F9}"/>
          </ac:spMkLst>
        </pc:spChg>
        <pc:spChg chg="mod">
          <ac:chgData name="裴 熙隆" userId="d70ee545ee25833c" providerId="LiveId" clId="{4A179F23-F5A5-496B-9471-D3CFEEFBDD7A}" dt="2023-03-15T08:43:07.713" v="160" actId="1076"/>
          <ac:spMkLst>
            <pc:docMk/>
            <pc:sldMk cId="3588923400" sldId="256"/>
            <ac:spMk id="16" creationId="{ACD0D131-FB67-08E5-6F02-B7E510915CCB}"/>
          </ac:spMkLst>
        </pc:spChg>
        <pc:spChg chg="mod">
          <ac:chgData name="裴 熙隆" userId="d70ee545ee25833c" providerId="LiveId" clId="{4A179F23-F5A5-496B-9471-D3CFEEFBDD7A}" dt="2023-03-15T08:01:36.064" v="105" actId="1076"/>
          <ac:spMkLst>
            <pc:docMk/>
            <pc:sldMk cId="3588923400" sldId="256"/>
            <ac:spMk id="18" creationId="{15D05916-A498-2BBD-70C0-DBDD40523352}"/>
          </ac:spMkLst>
        </pc:spChg>
        <pc:spChg chg="add mod">
          <ac:chgData name="裴 熙隆" userId="d70ee545ee25833c" providerId="LiveId" clId="{4A179F23-F5A5-496B-9471-D3CFEEFBDD7A}" dt="2023-03-15T08:45:13.956" v="266" actId="1076"/>
          <ac:spMkLst>
            <pc:docMk/>
            <pc:sldMk cId="3588923400" sldId="256"/>
            <ac:spMk id="21" creationId="{C2FFB728-E6AA-47AF-AD9A-E91C67E17BDF}"/>
          </ac:spMkLst>
        </pc:spChg>
        <pc:spChg chg="add mod">
          <ac:chgData name="裴 熙隆" userId="d70ee545ee25833c" providerId="LiveId" clId="{4A179F23-F5A5-496B-9471-D3CFEEFBDD7A}" dt="2023-03-15T08:45:39.978" v="275" actId="403"/>
          <ac:spMkLst>
            <pc:docMk/>
            <pc:sldMk cId="3588923400" sldId="256"/>
            <ac:spMk id="22" creationId="{5F7C15A1-98B9-427F-9EB7-BB9692C8A401}"/>
          </ac:spMkLst>
        </pc:spChg>
        <pc:spChg chg="add del mod">
          <ac:chgData name="裴 熙隆" userId="d70ee545ee25833c" providerId="LiveId" clId="{4A179F23-F5A5-496B-9471-D3CFEEFBDD7A}" dt="2023-03-15T08:45:25.987" v="270"/>
          <ac:spMkLst>
            <pc:docMk/>
            <pc:sldMk cId="3588923400" sldId="256"/>
            <ac:spMk id="23" creationId="{4392FEDC-9B4C-4224-B3B0-1FA26A772977}"/>
          </ac:spMkLst>
        </pc:spChg>
        <pc:spChg chg="mod">
          <ac:chgData name="裴 熙隆" userId="d70ee545ee25833c" providerId="LiveId" clId="{4A179F23-F5A5-496B-9471-D3CFEEFBDD7A}" dt="2023-03-15T08:03:14.031" v="122" actId="1076"/>
          <ac:spMkLst>
            <pc:docMk/>
            <pc:sldMk cId="3588923400" sldId="256"/>
            <ac:spMk id="24" creationId="{3E17CC1C-11DD-C55B-DE66-77B5C95407B1}"/>
          </ac:spMkLst>
        </pc:spChg>
        <pc:spChg chg="del">
          <ac:chgData name="裴 熙隆" userId="d70ee545ee25833c" providerId="LiveId" clId="{4A179F23-F5A5-496B-9471-D3CFEEFBDD7A}" dt="2023-03-15T08:03:19.516" v="123" actId="478"/>
          <ac:spMkLst>
            <pc:docMk/>
            <pc:sldMk cId="3588923400" sldId="256"/>
            <ac:spMk id="26" creationId="{46565690-9D36-4B4B-A075-1DC1B3ED211A}"/>
          </ac:spMkLst>
        </pc:spChg>
        <pc:spChg chg="add mod">
          <ac:chgData name="裴 熙隆" userId="d70ee545ee25833c" providerId="LiveId" clId="{4A179F23-F5A5-496B-9471-D3CFEEFBDD7A}" dt="2023-03-15T08:45:42.476" v="276" actId="404"/>
          <ac:spMkLst>
            <pc:docMk/>
            <pc:sldMk cId="3588923400" sldId="256"/>
            <ac:spMk id="26" creationId="{834F68B9-24A6-48A8-A4A2-BEF2DAAFABD0}"/>
          </ac:spMkLst>
        </pc:spChg>
        <pc:spChg chg="del">
          <ac:chgData name="裴 熙隆" userId="d70ee545ee25833c" providerId="LiveId" clId="{4A179F23-F5A5-496B-9471-D3CFEEFBDD7A}" dt="2023-03-15T07:39:01.998" v="84" actId="478"/>
          <ac:spMkLst>
            <pc:docMk/>
            <pc:sldMk cId="3588923400" sldId="256"/>
            <ac:spMk id="27" creationId="{238456A2-5366-4CB5-B0E1-FEA955AD21C7}"/>
          </ac:spMkLst>
        </pc:spChg>
        <pc:spChg chg="add mod">
          <ac:chgData name="裴 熙隆" userId="d70ee545ee25833c" providerId="LiveId" clId="{4A179F23-F5A5-496B-9471-D3CFEEFBDD7A}" dt="2023-03-15T08:46:32.423" v="287" actId="1076"/>
          <ac:spMkLst>
            <pc:docMk/>
            <pc:sldMk cId="3588923400" sldId="256"/>
            <ac:spMk id="27" creationId="{6853C80F-F3BE-4AC6-903F-13E81C8F26CC}"/>
          </ac:spMkLst>
        </pc:spChg>
        <pc:spChg chg="add mod">
          <ac:chgData name="裴 熙隆" userId="d70ee545ee25833c" providerId="LiveId" clId="{4A179F23-F5A5-496B-9471-D3CFEEFBDD7A}" dt="2023-03-15T08:46:51.955" v="291" actId="1076"/>
          <ac:spMkLst>
            <pc:docMk/>
            <pc:sldMk cId="3588923400" sldId="256"/>
            <ac:spMk id="28" creationId="{EF21FC3E-C33F-4134-BB07-9394CC947322}"/>
          </ac:spMkLst>
        </pc:spChg>
        <pc:spChg chg="add mod">
          <ac:chgData name="裴 熙隆" userId="d70ee545ee25833c" providerId="LiveId" clId="{4A179F23-F5A5-496B-9471-D3CFEEFBDD7A}" dt="2023-03-15T08:02:58.294" v="119" actId="14100"/>
          <ac:spMkLst>
            <pc:docMk/>
            <pc:sldMk cId="3588923400" sldId="256"/>
            <ac:spMk id="31" creationId="{27801DD1-BAA2-4451-904D-986B85C96753}"/>
          </ac:spMkLst>
        </pc:spChg>
        <pc:spChg chg="add del mod">
          <ac:chgData name="裴 熙隆" userId="d70ee545ee25833c" providerId="LiveId" clId="{4A179F23-F5A5-496B-9471-D3CFEEFBDD7A}" dt="2023-03-15T07:39:00.197" v="82" actId="478"/>
          <ac:spMkLst>
            <pc:docMk/>
            <pc:sldMk cId="3588923400" sldId="256"/>
            <ac:spMk id="32" creationId="{B5A432BA-6EF6-4AD9-B127-CA5415A28927}"/>
          </ac:spMkLst>
        </pc:spChg>
        <pc:spChg chg="add del">
          <ac:chgData name="裴 熙隆" userId="d70ee545ee25833c" providerId="LiveId" clId="{4A179F23-F5A5-496B-9471-D3CFEEFBDD7A}" dt="2023-03-15T07:27:35.243" v="14" actId="478"/>
          <ac:spMkLst>
            <pc:docMk/>
            <pc:sldMk cId="3588923400" sldId="256"/>
            <ac:spMk id="33" creationId="{968ED481-E008-4510-B14B-42A62DA17819}"/>
          </ac:spMkLst>
        </pc:spChg>
        <pc:spChg chg="add del">
          <ac:chgData name="裴 熙隆" userId="d70ee545ee25833c" providerId="LiveId" clId="{4A179F23-F5A5-496B-9471-D3CFEEFBDD7A}" dt="2023-03-15T07:38:57.006" v="79" actId="478"/>
          <ac:spMkLst>
            <pc:docMk/>
            <pc:sldMk cId="3588923400" sldId="256"/>
            <ac:spMk id="34" creationId="{D87AEC1E-5BDC-4852-AEAD-03C7A4FCDA76}"/>
          </ac:spMkLst>
        </pc:spChg>
        <pc:spChg chg="add mod">
          <ac:chgData name="裴 熙隆" userId="d70ee545ee25833c" providerId="LiveId" clId="{4A179F23-F5A5-496B-9471-D3CFEEFBDD7A}" dt="2023-03-15T08:05:39.011" v="152" actId="1076"/>
          <ac:spMkLst>
            <pc:docMk/>
            <pc:sldMk cId="3588923400" sldId="256"/>
            <ac:spMk id="52" creationId="{556B5F4A-6CCC-4E4D-8795-693CDF046202}"/>
          </ac:spMkLst>
        </pc:spChg>
        <pc:spChg chg="add mod">
          <ac:chgData name="裴 熙隆" userId="d70ee545ee25833c" providerId="LiveId" clId="{4A179F23-F5A5-496B-9471-D3CFEEFBDD7A}" dt="2023-03-15T08:05:42.324" v="153" actId="1076"/>
          <ac:spMkLst>
            <pc:docMk/>
            <pc:sldMk cId="3588923400" sldId="256"/>
            <ac:spMk id="53" creationId="{0370BEEE-362E-4E57-A1AA-F4F3B50BDF10}"/>
          </ac:spMkLst>
        </pc:spChg>
        <pc:spChg chg="add del mod">
          <ac:chgData name="裴 熙隆" userId="d70ee545ee25833c" providerId="LiveId" clId="{4A179F23-F5A5-496B-9471-D3CFEEFBDD7A}" dt="2023-03-15T08:04:40.929" v="130" actId="478"/>
          <ac:spMkLst>
            <pc:docMk/>
            <pc:sldMk cId="3588923400" sldId="256"/>
            <ac:spMk id="54" creationId="{A7D81A96-1553-4409-A169-1AA4E832BD4F}"/>
          </ac:spMkLst>
        </pc:spChg>
        <pc:graphicFrameChg chg="del">
          <ac:chgData name="裴 熙隆" userId="d70ee545ee25833c" providerId="LiveId" clId="{4A179F23-F5A5-496B-9471-D3CFEEFBDD7A}" dt="2023-03-15T07:28:04.584" v="22" actId="478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4A179F23-F5A5-496B-9471-D3CFEEFBDD7A}" dt="2023-03-15T08:43:57.352" v="167"/>
          <ac:picMkLst>
            <pc:docMk/>
            <pc:sldMk cId="3588923400" sldId="256"/>
            <ac:picMk id="3" creationId="{C6A53ED0-6030-4CCE-8A61-21B8D09D74CD}"/>
          </ac:picMkLst>
        </pc:picChg>
        <pc:picChg chg="del">
          <ac:chgData name="裴 熙隆" userId="d70ee545ee25833c" providerId="LiveId" clId="{4A179F23-F5A5-496B-9471-D3CFEEFBDD7A}" dt="2023-03-15T07:27:51.727" v="17" actId="478"/>
          <ac:picMkLst>
            <pc:docMk/>
            <pc:sldMk cId="3588923400" sldId="256"/>
            <ac:picMk id="3" creationId="{E65D748B-0616-4108-86E9-164DAFD28A49}"/>
          </ac:picMkLst>
        </pc:picChg>
        <pc:picChg chg="del">
          <ac:chgData name="裴 熙隆" userId="d70ee545ee25833c" providerId="LiveId" clId="{4A179F23-F5A5-496B-9471-D3CFEEFBDD7A}" dt="2023-03-15T07:27:54.751" v="18" actId="478"/>
          <ac:picMkLst>
            <pc:docMk/>
            <pc:sldMk cId="3588923400" sldId="256"/>
            <ac:picMk id="15" creationId="{927F9DF3-18AB-A947-AA87-9BF472B5DE1D}"/>
          </ac:picMkLst>
        </pc:picChg>
        <pc:picChg chg="add mod">
          <ac:chgData name="裴 熙隆" userId="d70ee545ee25833c" providerId="LiveId" clId="{4A179F23-F5A5-496B-9471-D3CFEEFBDD7A}" dt="2023-03-15T08:01:22.205" v="103" actId="1076"/>
          <ac:picMkLst>
            <pc:docMk/>
            <pc:sldMk cId="3588923400" sldId="256"/>
            <ac:picMk id="43" creationId="{209D2787-6576-4724-B6FF-CC372814CB1C}"/>
          </ac:picMkLst>
        </pc:picChg>
        <pc:picChg chg="add mod">
          <ac:chgData name="裴 熙隆" userId="d70ee545ee25833c" providerId="LiveId" clId="{4A179F23-F5A5-496B-9471-D3CFEEFBDD7A}" dt="2023-03-15T08:01:25.908" v="104" actId="1076"/>
          <ac:picMkLst>
            <pc:docMk/>
            <pc:sldMk cId="3588923400" sldId="256"/>
            <ac:picMk id="44" creationId="{0F335BA2-D737-483E-9A48-835179BB49EA}"/>
          </ac:picMkLst>
        </pc:picChg>
        <pc:picChg chg="add del mod">
          <ac:chgData name="裴 熙隆" userId="d70ee545ee25833c" providerId="LiveId" clId="{4A179F23-F5A5-496B-9471-D3CFEEFBDD7A}" dt="2023-03-15T08:04:44.991" v="134" actId="478"/>
          <ac:picMkLst>
            <pc:docMk/>
            <pc:sldMk cId="3588923400" sldId="256"/>
            <ac:picMk id="47" creationId="{CDACA48C-D24E-4FA7-90DE-46FFB7943946}"/>
          </ac:picMkLst>
        </pc:picChg>
        <pc:cxnChg chg="mod">
          <ac:chgData name="裴 熙隆" userId="d70ee545ee25833c" providerId="LiveId" clId="{4A179F23-F5A5-496B-9471-D3CFEEFBDD7A}" dt="2023-03-15T07:30:20.191" v="50" actId="1076"/>
          <ac:cxnSpMkLst>
            <pc:docMk/>
            <pc:sldMk cId="3588923400" sldId="256"/>
            <ac:cxnSpMk id="4" creationId="{11EF30E0-B5CF-4D78-99E8-985CCFCA85F5}"/>
          </ac:cxnSpMkLst>
        </pc:cxnChg>
        <pc:cxnChg chg="del">
          <ac:chgData name="裴 熙隆" userId="d70ee545ee25833c" providerId="LiveId" clId="{4A179F23-F5A5-496B-9471-D3CFEEFBDD7A}" dt="2023-03-15T07:28:06.909" v="24" actId="478"/>
          <ac:cxnSpMkLst>
            <pc:docMk/>
            <pc:sldMk cId="3588923400" sldId="256"/>
            <ac:cxnSpMk id="6" creationId="{FE5F54B8-93B6-4B2F-8AD1-187C88448F5F}"/>
          </ac:cxnSpMkLst>
        </pc:cxnChg>
        <pc:cxnChg chg="del">
          <ac:chgData name="裴 熙隆" userId="d70ee545ee25833c" providerId="LiveId" clId="{4A179F23-F5A5-496B-9471-D3CFEEFBDD7A}" dt="2023-03-15T07:28:05.302" v="23" actId="478"/>
          <ac:cxnSpMkLst>
            <pc:docMk/>
            <pc:sldMk cId="3588923400" sldId="256"/>
            <ac:cxnSpMk id="7" creationId="{7F09FDCE-22A8-7632-C014-73F833B81630}"/>
          </ac:cxnSpMkLst>
        </pc:cxnChg>
        <pc:cxnChg chg="del">
          <ac:chgData name="裴 熙隆" userId="d70ee545ee25833c" providerId="LiveId" clId="{4A179F23-F5A5-496B-9471-D3CFEEFBDD7A}" dt="2023-03-15T07:28:10.194" v="27" actId="478"/>
          <ac:cxnSpMkLst>
            <pc:docMk/>
            <pc:sldMk cId="3588923400" sldId="256"/>
            <ac:cxnSpMk id="9" creationId="{4CBDE40C-73E5-45AF-9476-754D60143E07}"/>
          </ac:cxnSpMkLst>
        </pc:cxnChg>
        <pc:cxnChg chg="mod">
          <ac:chgData name="裴 熙隆" userId="d70ee545ee25833c" providerId="LiveId" clId="{4A179F23-F5A5-496B-9471-D3CFEEFBDD7A}" dt="2023-03-15T08:43:15.119" v="162" actId="14100"/>
          <ac:cxnSpMkLst>
            <pc:docMk/>
            <pc:sldMk cId="3588923400" sldId="256"/>
            <ac:cxnSpMk id="17" creationId="{D5DF98BF-6728-EEE3-A5F5-B396E3A2C86F}"/>
          </ac:cxnSpMkLst>
        </pc:cxnChg>
        <pc:cxnChg chg="mod">
          <ac:chgData name="裴 熙隆" userId="d70ee545ee25833c" providerId="LiveId" clId="{4A179F23-F5A5-496B-9471-D3CFEEFBDD7A}" dt="2023-03-15T08:01:36.064" v="105" actId="1076"/>
          <ac:cxnSpMkLst>
            <pc:docMk/>
            <pc:sldMk cId="3588923400" sldId="256"/>
            <ac:cxnSpMk id="19" creationId="{D7E5367F-CBD6-5743-DC9D-8B5278DC2054}"/>
          </ac:cxnSpMkLst>
        </pc:cxnChg>
        <pc:cxnChg chg="del">
          <ac:chgData name="裴 熙隆" userId="d70ee545ee25833c" providerId="LiveId" clId="{4A179F23-F5A5-496B-9471-D3CFEEFBDD7A}" dt="2023-03-15T07:39:04.583" v="87" actId="478"/>
          <ac:cxnSpMkLst>
            <pc:docMk/>
            <pc:sldMk cId="3588923400" sldId="256"/>
            <ac:cxnSpMk id="20" creationId="{A61AEF1A-5870-4881-AD67-49740E2597EB}"/>
          </ac:cxnSpMkLst>
        </pc:cxnChg>
        <pc:cxnChg chg="del">
          <ac:chgData name="裴 熙隆" userId="d70ee545ee25833c" providerId="LiveId" clId="{4A179F23-F5A5-496B-9471-D3CFEEFBDD7A}" dt="2023-03-15T07:39:03.617" v="86" actId="478"/>
          <ac:cxnSpMkLst>
            <pc:docMk/>
            <pc:sldMk cId="3588923400" sldId="256"/>
            <ac:cxnSpMk id="21" creationId="{68543CBC-561D-412B-95F3-9DBC19EBBD77}"/>
          </ac:cxnSpMkLst>
        </pc:cxnChg>
        <pc:cxnChg chg="del">
          <ac:chgData name="裴 熙隆" userId="d70ee545ee25833c" providerId="LiveId" clId="{4A179F23-F5A5-496B-9471-D3CFEEFBDD7A}" dt="2023-03-15T08:03:20.265" v="124" actId="478"/>
          <ac:cxnSpMkLst>
            <pc:docMk/>
            <pc:sldMk cId="3588923400" sldId="256"/>
            <ac:cxnSpMk id="22" creationId="{B2A20441-EF1C-425A-872E-58E67263879B}"/>
          </ac:cxnSpMkLst>
        </pc:cxnChg>
        <pc:cxnChg chg="mod">
          <ac:chgData name="裴 熙隆" userId="d70ee545ee25833c" providerId="LiveId" clId="{4A179F23-F5A5-496B-9471-D3CFEEFBDD7A}" dt="2023-03-15T08:03:14.031" v="122" actId="1076"/>
          <ac:cxnSpMkLst>
            <pc:docMk/>
            <pc:sldMk cId="3588923400" sldId="256"/>
            <ac:cxnSpMk id="25" creationId="{5007D5C9-B443-4680-B620-FA13BBDBBBE9}"/>
          </ac:cxnSpMkLst>
        </pc:cxnChg>
        <pc:cxnChg chg="add del">
          <ac:chgData name="裴 熙隆" userId="d70ee545ee25833c" providerId="LiveId" clId="{4A179F23-F5A5-496B-9471-D3CFEEFBDD7A}" dt="2023-03-15T07:39:00.720" v="83" actId="478"/>
          <ac:cxnSpMkLst>
            <pc:docMk/>
            <pc:sldMk cId="3588923400" sldId="256"/>
            <ac:cxnSpMk id="28" creationId="{5BD39DC5-A53C-47DA-A377-88FB4FFD3087}"/>
          </ac:cxnSpMkLst>
        </pc:cxnChg>
        <pc:cxnChg chg="add del">
          <ac:chgData name="裴 熙隆" userId="d70ee545ee25833c" providerId="LiveId" clId="{4A179F23-F5A5-496B-9471-D3CFEEFBDD7A}" dt="2023-03-15T07:27:36.109" v="15" actId="478"/>
          <ac:cxnSpMkLst>
            <pc:docMk/>
            <pc:sldMk cId="3588923400" sldId="256"/>
            <ac:cxnSpMk id="29" creationId="{F0BA54D4-6051-45E7-BD46-BF0381948DEE}"/>
          </ac:cxnSpMkLst>
        </pc:cxnChg>
        <pc:cxnChg chg="add del">
          <ac:chgData name="裴 熙隆" userId="d70ee545ee25833c" providerId="LiveId" clId="{4A179F23-F5A5-496B-9471-D3CFEEFBDD7A}" dt="2023-03-15T07:38:57.496" v="80" actId="478"/>
          <ac:cxnSpMkLst>
            <pc:docMk/>
            <pc:sldMk cId="3588923400" sldId="256"/>
            <ac:cxnSpMk id="30" creationId="{B4BF9A52-FB3B-4666-8296-4361621A44E9}"/>
          </ac:cxnSpMkLst>
        </pc:cxnChg>
        <pc:cxnChg chg="add mod">
          <ac:chgData name="裴 熙隆" userId="d70ee545ee25833c" providerId="LiveId" clId="{4A179F23-F5A5-496B-9471-D3CFEEFBDD7A}" dt="2023-03-15T07:40:27.235" v="99" actId="693"/>
          <ac:cxnSpMkLst>
            <pc:docMk/>
            <pc:sldMk cId="3588923400" sldId="256"/>
            <ac:cxnSpMk id="37" creationId="{6E476D72-1CAD-43B8-81A0-433412645110}"/>
          </ac:cxnSpMkLst>
        </pc:cxnChg>
        <pc:cxnChg chg="add mod">
          <ac:chgData name="裴 熙隆" userId="d70ee545ee25833c" providerId="LiveId" clId="{4A179F23-F5A5-496B-9471-D3CFEEFBDD7A}" dt="2023-03-15T08:03:47.492" v="127" actId="1076"/>
          <ac:cxnSpMkLst>
            <pc:docMk/>
            <pc:sldMk cId="3588923400" sldId="256"/>
            <ac:cxnSpMk id="45" creationId="{C18506BA-CAB8-4EEA-88D2-9A9E684846F2}"/>
          </ac:cxnSpMkLst>
        </pc:cxnChg>
        <pc:cxnChg chg="add del mod">
          <ac:chgData name="裴 熙隆" userId="d70ee545ee25833c" providerId="LiveId" clId="{4A179F23-F5A5-496B-9471-D3CFEEFBDD7A}" dt="2023-03-15T08:04:42.038" v="131" actId="478"/>
          <ac:cxnSpMkLst>
            <pc:docMk/>
            <pc:sldMk cId="3588923400" sldId="256"/>
            <ac:cxnSpMk id="48" creationId="{DEFBCF44-1E1D-4014-BD09-36DA9ABFB592}"/>
          </ac:cxnSpMkLst>
        </pc:cxnChg>
        <pc:cxnChg chg="add del mod">
          <ac:chgData name="裴 熙隆" userId="d70ee545ee25833c" providerId="LiveId" clId="{4A179F23-F5A5-496B-9471-D3CFEEFBDD7A}" dt="2023-03-15T08:04:43.851" v="133" actId="478"/>
          <ac:cxnSpMkLst>
            <pc:docMk/>
            <pc:sldMk cId="3588923400" sldId="256"/>
            <ac:cxnSpMk id="49" creationId="{3854597E-615A-4CAE-8F43-98555C1D4A5E}"/>
          </ac:cxnSpMkLst>
        </pc:cxnChg>
        <pc:cxnChg chg="add del mod">
          <ac:chgData name="裴 熙隆" userId="d70ee545ee25833c" providerId="LiveId" clId="{4A179F23-F5A5-496B-9471-D3CFEEFBDD7A}" dt="2023-03-15T08:04:42.851" v="132" actId="478"/>
          <ac:cxnSpMkLst>
            <pc:docMk/>
            <pc:sldMk cId="3588923400" sldId="256"/>
            <ac:cxnSpMk id="50" creationId="{2406FCDD-816F-454C-8713-B302CFB0F136}"/>
          </ac:cxnSpMkLst>
        </pc:cxnChg>
        <pc:cxnChg chg="add del mod">
          <ac:chgData name="裴 熙隆" userId="d70ee545ee25833c" providerId="LiveId" clId="{4A179F23-F5A5-496B-9471-D3CFEEFBDD7A}" dt="2023-03-15T08:04:45.429" v="135" actId="478"/>
          <ac:cxnSpMkLst>
            <pc:docMk/>
            <pc:sldMk cId="3588923400" sldId="256"/>
            <ac:cxnSpMk id="51" creationId="{4145A229-A77B-475A-90AF-3810442A8E48}"/>
          </ac:cxnSpMkLst>
        </pc:cxnChg>
      </pc:sldChg>
    </pc:docChg>
  </pc:docChgLst>
  <pc:docChgLst>
    <pc:chgData name="裴 熙隆" userId="d70ee545ee25833c" providerId="LiveId" clId="{48AB33A3-B273-4B88-A8FC-DA2E2C5F7BBA}"/>
    <pc:docChg chg="undo custSel addSld modSld">
      <pc:chgData name="裴 熙隆" userId="d70ee545ee25833c" providerId="LiveId" clId="{48AB33A3-B273-4B88-A8FC-DA2E2C5F7BBA}" dt="2022-09-22T08:56:05.152" v="208" actId="1076"/>
      <pc:docMkLst>
        <pc:docMk/>
      </pc:docMkLst>
      <pc:sldChg chg="addSp delSp modSp new mod">
        <pc:chgData name="裴 熙隆" userId="d70ee545ee25833c" providerId="LiveId" clId="{48AB33A3-B273-4B88-A8FC-DA2E2C5F7BBA}" dt="2022-09-22T08:56:05.152" v="208" actId="1076"/>
        <pc:sldMkLst>
          <pc:docMk/>
          <pc:sldMk cId="3588923400" sldId="256"/>
        </pc:sldMkLst>
        <pc:spChg chg="del">
          <ac:chgData name="裴 熙隆" userId="d70ee545ee25833c" providerId="LiveId" clId="{48AB33A3-B273-4B88-A8FC-DA2E2C5F7BBA}" dt="2022-09-20T11:32:08.428" v="2" actId="478"/>
          <ac:spMkLst>
            <pc:docMk/>
            <pc:sldMk cId="3588923400" sldId="256"/>
            <ac:spMk id="2" creationId="{6E5EB9A2-A58A-4985-B4F7-5E6DB7BAA206}"/>
          </ac:spMkLst>
        </pc:spChg>
        <pc:spChg chg="del">
          <ac:chgData name="裴 熙隆" userId="d70ee545ee25833c" providerId="LiveId" clId="{48AB33A3-B273-4B88-A8FC-DA2E2C5F7BBA}" dt="2022-09-20T11:32:07.376" v="1" actId="478"/>
          <ac:spMkLst>
            <pc:docMk/>
            <pc:sldMk cId="3588923400" sldId="256"/>
            <ac:spMk id="3" creationId="{8D397DC0-45EB-47B2-9F09-53E0C6EADE1F}"/>
          </ac:spMkLst>
        </pc:spChg>
        <pc:spChg chg="add del mod">
          <ac:chgData name="裴 熙隆" userId="d70ee545ee25833c" providerId="LiveId" clId="{48AB33A3-B273-4B88-A8FC-DA2E2C5F7BBA}" dt="2022-09-20T12:55:02.769" v="134" actId="1076"/>
          <ac:spMkLst>
            <pc:docMk/>
            <pc:sldMk cId="3588923400" sldId="256"/>
            <ac:spMk id="5" creationId="{88F599B3-99DA-43B1-AE12-71F70C325055}"/>
          </ac:spMkLst>
        </pc:spChg>
        <pc:spChg chg="add mod">
          <ac:chgData name="裴 熙隆" userId="d70ee545ee25833c" providerId="LiveId" clId="{48AB33A3-B273-4B88-A8FC-DA2E2C5F7BBA}" dt="2022-09-20T12:55:17.004" v="136" actId="1076"/>
          <ac:spMkLst>
            <pc:docMk/>
            <pc:sldMk cId="3588923400" sldId="256"/>
            <ac:spMk id="8" creationId="{3B4629DE-0CF0-4CDB-9087-6E6E1CCC0958}"/>
          </ac:spMkLst>
        </pc:spChg>
        <pc:spChg chg="add mod">
          <ac:chgData name="裴 熙隆" userId="d70ee545ee25833c" providerId="LiveId" clId="{48AB33A3-B273-4B88-A8FC-DA2E2C5F7BBA}" dt="2022-09-20T12:55:10.450" v="135" actId="1076"/>
          <ac:spMkLst>
            <pc:docMk/>
            <pc:sldMk cId="3588923400" sldId="256"/>
            <ac:spMk id="10" creationId="{2CBFC67B-5FCD-4097-8970-51FA9F3E75D6}"/>
          </ac:spMkLst>
        </pc:spChg>
        <pc:spChg chg="add mod ord">
          <ac:chgData name="裴 熙隆" userId="d70ee545ee25833c" providerId="LiveId" clId="{48AB33A3-B273-4B88-A8FC-DA2E2C5F7BBA}" dt="2022-09-22T08:51:42.904" v="154" actId="1582"/>
          <ac:spMkLst>
            <pc:docMk/>
            <pc:sldMk cId="3588923400" sldId="256"/>
            <ac:spMk id="11" creationId="{A7502FA7-2566-40B9-B713-8465D50CDED9}"/>
          </ac:spMkLst>
        </pc:spChg>
        <pc:spChg chg="add mod">
          <ac:chgData name="裴 熙隆" userId="d70ee545ee25833c" providerId="LiveId" clId="{48AB33A3-B273-4B88-A8FC-DA2E2C5F7BBA}" dt="2022-09-22T08:54:10.290" v="183" actId="1076"/>
          <ac:spMkLst>
            <pc:docMk/>
            <pc:sldMk cId="3588923400" sldId="256"/>
            <ac:spMk id="12" creationId="{597712BF-661C-4A99-BCE9-7DAEB1723A9A}"/>
          </ac:spMkLst>
        </pc:spChg>
        <pc:spChg chg="add mod">
          <ac:chgData name="裴 熙隆" userId="d70ee545ee25833c" providerId="LiveId" clId="{48AB33A3-B273-4B88-A8FC-DA2E2C5F7BBA}" dt="2022-09-22T08:54:18.423" v="185" actId="1076"/>
          <ac:spMkLst>
            <pc:docMk/>
            <pc:sldMk cId="3588923400" sldId="256"/>
            <ac:spMk id="26" creationId="{46565690-9D36-4B4B-A075-1DC1B3ED211A}"/>
          </ac:spMkLst>
        </pc:spChg>
        <pc:spChg chg="add mod">
          <ac:chgData name="裴 熙隆" userId="d70ee545ee25833c" providerId="LiveId" clId="{48AB33A3-B273-4B88-A8FC-DA2E2C5F7BBA}" dt="2022-09-22T08:54:25.453" v="187" actId="1076"/>
          <ac:spMkLst>
            <pc:docMk/>
            <pc:sldMk cId="3588923400" sldId="256"/>
            <ac:spMk id="27" creationId="{238456A2-5366-4CB5-B0E1-FEA955AD21C7}"/>
          </ac:spMkLst>
        </pc:spChg>
        <pc:spChg chg="add del mod">
          <ac:chgData name="裴 熙隆" userId="d70ee545ee25833c" providerId="LiveId" clId="{48AB33A3-B273-4B88-A8FC-DA2E2C5F7BBA}" dt="2022-09-22T08:54:47.444" v="190" actId="478"/>
          <ac:spMkLst>
            <pc:docMk/>
            <pc:sldMk cId="3588923400" sldId="256"/>
            <ac:spMk id="31" creationId="{3F6D45FF-5128-49CB-B41B-214EFD764520}"/>
          </ac:spMkLst>
        </pc:spChg>
        <pc:spChg chg="add mod">
          <ac:chgData name="裴 熙隆" userId="d70ee545ee25833c" providerId="LiveId" clId="{48AB33A3-B273-4B88-A8FC-DA2E2C5F7BBA}" dt="2022-09-22T08:55:49.060" v="204" actId="20577"/>
          <ac:spMkLst>
            <pc:docMk/>
            <pc:sldMk cId="3588923400" sldId="256"/>
            <ac:spMk id="32" creationId="{B5A432BA-6EF6-4AD9-B127-CA5415A28927}"/>
          </ac:spMkLst>
        </pc:spChg>
        <pc:spChg chg="add mod">
          <ac:chgData name="裴 熙隆" userId="d70ee545ee25833c" providerId="LiveId" clId="{48AB33A3-B273-4B88-A8FC-DA2E2C5F7BBA}" dt="2022-09-22T08:55:58.176" v="206" actId="1076"/>
          <ac:spMkLst>
            <pc:docMk/>
            <pc:sldMk cId="3588923400" sldId="256"/>
            <ac:spMk id="33" creationId="{968ED481-E008-4510-B14B-42A62DA17819}"/>
          </ac:spMkLst>
        </pc:spChg>
        <pc:spChg chg="add mod">
          <ac:chgData name="裴 熙隆" userId="d70ee545ee25833c" providerId="LiveId" clId="{48AB33A3-B273-4B88-A8FC-DA2E2C5F7BBA}" dt="2022-09-22T08:56:05.152" v="208" actId="1076"/>
          <ac:spMkLst>
            <pc:docMk/>
            <pc:sldMk cId="3588923400" sldId="256"/>
            <ac:spMk id="34" creationId="{D87AEC1E-5BDC-4852-AEAD-03C7A4FCDA76}"/>
          </ac:spMkLst>
        </pc:spChg>
        <pc:graphicFrameChg chg="add mod modGraphic">
          <ac:chgData name="裴 熙隆" userId="d70ee545ee25833c" providerId="LiveId" clId="{48AB33A3-B273-4B88-A8FC-DA2E2C5F7BBA}" dt="2022-09-20T12:51:21.011" v="114" actId="255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48AB33A3-B273-4B88-A8FC-DA2E2C5F7BBA}" dt="2022-09-20T12:29:00.191" v="42" actId="1076"/>
          <ac:picMkLst>
            <pc:docMk/>
            <pc:sldMk cId="3588923400" sldId="256"/>
            <ac:picMk id="3" creationId="{E65D748B-0616-4108-86E9-164DAFD28A49}"/>
          </ac:picMkLst>
        </pc:picChg>
        <pc:cxnChg chg="add mod">
          <ac:chgData name="裴 熙隆" userId="d70ee545ee25833c" providerId="LiveId" clId="{48AB33A3-B273-4B88-A8FC-DA2E2C5F7BBA}" dt="2022-09-20T12:27:35.389" v="18" actId="1076"/>
          <ac:cxnSpMkLst>
            <pc:docMk/>
            <pc:sldMk cId="3588923400" sldId="256"/>
            <ac:cxnSpMk id="4" creationId="{11EF30E0-B5CF-4D78-99E8-985CCFCA85F5}"/>
          </ac:cxnSpMkLst>
        </pc:cxnChg>
        <pc:cxnChg chg="add mod">
          <ac:chgData name="裴 熙隆" userId="d70ee545ee25833c" providerId="LiveId" clId="{48AB33A3-B273-4B88-A8FC-DA2E2C5F7BBA}" dt="2022-09-20T12:28:00.206" v="25" actId="1076"/>
          <ac:cxnSpMkLst>
            <pc:docMk/>
            <pc:sldMk cId="3588923400" sldId="256"/>
            <ac:cxnSpMk id="6" creationId="{FE5F54B8-93B6-4B2F-8AD1-187C88448F5F}"/>
          </ac:cxnSpMkLst>
        </pc:cxnChg>
        <pc:cxnChg chg="add mod">
          <ac:chgData name="裴 熙隆" userId="d70ee545ee25833c" providerId="LiveId" clId="{48AB33A3-B273-4B88-A8FC-DA2E2C5F7BBA}" dt="2022-09-20T12:28:47.644" v="39" actId="1076"/>
          <ac:cxnSpMkLst>
            <pc:docMk/>
            <pc:sldMk cId="3588923400" sldId="256"/>
            <ac:cxnSpMk id="9" creationId="{4CBDE40C-73E5-45AF-9476-754D60143E07}"/>
          </ac:cxnSpMkLst>
        </pc:cxnChg>
        <pc:cxnChg chg="add mod">
          <ac:chgData name="裴 熙隆" userId="d70ee545ee25833c" providerId="LiveId" clId="{48AB33A3-B273-4B88-A8FC-DA2E2C5F7BBA}" dt="2022-09-22T08:53:05.883" v="170" actId="14100"/>
          <ac:cxnSpMkLst>
            <pc:docMk/>
            <pc:sldMk cId="3588923400" sldId="256"/>
            <ac:cxnSpMk id="20" creationId="{A61AEF1A-5870-4881-AD67-49740E2597EB}"/>
          </ac:cxnSpMkLst>
        </pc:cxnChg>
        <pc:cxnChg chg="add mod">
          <ac:chgData name="裴 熙隆" userId="d70ee545ee25833c" providerId="LiveId" clId="{48AB33A3-B273-4B88-A8FC-DA2E2C5F7BBA}" dt="2022-09-22T08:53:30.430" v="172" actId="408"/>
          <ac:cxnSpMkLst>
            <pc:docMk/>
            <pc:sldMk cId="3588923400" sldId="256"/>
            <ac:cxnSpMk id="21" creationId="{68543CBC-561D-412B-95F3-9DBC19EBBD77}"/>
          </ac:cxnSpMkLst>
        </pc:cxnChg>
        <pc:cxnChg chg="add mod">
          <ac:chgData name="裴 熙隆" userId="d70ee545ee25833c" providerId="LiveId" clId="{48AB33A3-B273-4B88-A8FC-DA2E2C5F7BBA}" dt="2022-09-22T08:53:12.357" v="171" actId="1076"/>
          <ac:cxnSpMkLst>
            <pc:docMk/>
            <pc:sldMk cId="3588923400" sldId="256"/>
            <ac:cxnSpMk id="22" creationId="{B2A20441-EF1C-425A-872E-58E67263879B}"/>
          </ac:cxnSpMkLst>
        </pc:cxnChg>
        <pc:cxnChg chg="add mod">
          <ac:chgData name="裴 熙隆" userId="d70ee545ee25833c" providerId="LiveId" clId="{48AB33A3-B273-4B88-A8FC-DA2E2C5F7BBA}" dt="2022-09-22T08:55:19.797" v="196" actId="1076"/>
          <ac:cxnSpMkLst>
            <pc:docMk/>
            <pc:sldMk cId="3588923400" sldId="256"/>
            <ac:cxnSpMk id="28" creationId="{5BD39DC5-A53C-47DA-A377-88FB4FFD3087}"/>
          </ac:cxnSpMkLst>
        </pc:cxnChg>
        <pc:cxnChg chg="add mod">
          <ac:chgData name="裴 熙隆" userId="d70ee545ee25833c" providerId="LiveId" clId="{48AB33A3-B273-4B88-A8FC-DA2E2C5F7BBA}" dt="2022-09-22T08:55:36.347" v="198" actId="408"/>
          <ac:cxnSpMkLst>
            <pc:docMk/>
            <pc:sldMk cId="3588923400" sldId="256"/>
            <ac:cxnSpMk id="29" creationId="{F0BA54D4-6051-45E7-BD46-BF0381948DEE}"/>
          </ac:cxnSpMkLst>
        </pc:cxnChg>
        <pc:cxnChg chg="add mod">
          <ac:chgData name="裴 熙隆" userId="d70ee545ee25833c" providerId="LiveId" clId="{48AB33A3-B273-4B88-A8FC-DA2E2C5F7BBA}" dt="2022-09-22T08:55:25.308" v="197" actId="1076"/>
          <ac:cxnSpMkLst>
            <pc:docMk/>
            <pc:sldMk cId="3588923400" sldId="256"/>
            <ac:cxnSpMk id="30" creationId="{B4BF9A52-FB3B-4666-8296-4361621A44E9}"/>
          </ac:cxnSpMkLst>
        </pc:cxnChg>
      </pc:sldChg>
      <pc:sldMasterChg chg="addSldLayout">
        <pc:chgData name="裴 熙隆" userId="d70ee545ee25833c" providerId="LiveId" clId="{48AB33A3-B273-4B88-A8FC-DA2E2C5F7BBA}" dt="2022-09-20T11:32:04.970" v="0" actId="680"/>
        <pc:sldMasterMkLst>
          <pc:docMk/>
          <pc:sldMasterMk cId="1491704641" sldId="2147483648"/>
        </pc:sldMasterMkLst>
        <pc:sldLayoutChg chg="add">
          <pc:chgData name="裴 熙隆" userId="d70ee545ee25833c" providerId="LiveId" clId="{48AB33A3-B273-4B88-A8FC-DA2E2C5F7BBA}" dt="2022-09-20T11:32:04.970" v="0" actId="680"/>
          <pc:sldLayoutMkLst>
            <pc:docMk/>
            <pc:sldMasterMk cId="1491704641" sldId="2147483648"/>
            <pc:sldLayoutMk cId="2432093566" sldId="2147483649"/>
          </pc:sldLayoutMkLst>
        </pc:sldLayoutChg>
      </pc:sldMasterChg>
    </pc:docChg>
  </pc:docChgLst>
  <pc:docChgLst>
    <pc:chgData name="裴 熙隆" userId="d70ee545ee25833c" providerId="LiveId" clId="{80C28766-F07C-4017-999D-2F77460AB8FB}"/>
    <pc:docChg chg="undo custSel modSld">
      <pc:chgData name="裴 熙隆" userId="d70ee545ee25833c" providerId="LiveId" clId="{80C28766-F07C-4017-999D-2F77460AB8FB}" dt="2022-09-21T15:36:06.194" v="77" actId="207"/>
      <pc:docMkLst>
        <pc:docMk/>
      </pc:docMkLst>
      <pc:sldChg chg="addSp modSp mod">
        <pc:chgData name="裴 熙隆" userId="d70ee545ee25833c" providerId="LiveId" clId="{80C28766-F07C-4017-999D-2F77460AB8FB}" dt="2022-09-21T15:36:06.194" v="77" actId="207"/>
        <pc:sldMkLst>
          <pc:docMk/>
          <pc:sldMk cId="3588923400" sldId="256"/>
        </pc:sldMkLst>
        <pc:spChg chg="add mod">
          <ac:chgData name="裴 熙隆" userId="d70ee545ee25833c" providerId="LiveId" clId="{80C28766-F07C-4017-999D-2F77460AB8FB}" dt="2022-09-21T15:27:22.455" v="25" actId="1076"/>
          <ac:spMkLst>
            <pc:docMk/>
            <pc:sldMk cId="3588923400" sldId="256"/>
            <ac:spMk id="14" creationId="{56670D7C-C7C1-86E9-C9BA-E8AACC2579F9}"/>
          </ac:spMkLst>
        </pc:spChg>
        <pc:spChg chg="add mod">
          <ac:chgData name="裴 熙隆" userId="d70ee545ee25833c" providerId="LiveId" clId="{80C28766-F07C-4017-999D-2F77460AB8FB}" dt="2022-09-21T15:35:14.671" v="72" actId="207"/>
          <ac:spMkLst>
            <pc:docMk/>
            <pc:sldMk cId="3588923400" sldId="256"/>
            <ac:spMk id="16" creationId="{ACD0D131-FB67-08E5-6F02-B7E510915CCB}"/>
          </ac:spMkLst>
        </pc:spChg>
        <pc:spChg chg="add mod">
          <ac:chgData name="裴 熙隆" userId="d70ee545ee25833c" providerId="LiveId" clId="{80C28766-F07C-4017-999D-2F77460AB8FB}" dt="2022-09-21T15:35:24.393" v="73" actId="207"/>
          <ac:spMkLst>
            <pc:docMk/>
            <pc:sldMk cId="3588923400" sldId="256"/>
            <ac:spMk id="18" creationId="{15D05916-A498-2BBD-70C0-DBDD40523352}"/>
          </ac:spMkLst>
        </pc:spChg>
        <pc:spChg chg="add mod">
          <ac:chgData name="裴 熙隆" userId="d70ee545ee25833c" providerId="LiveId" clId="{80C28766-F07C-4017-999D-2F77460AB8FB}" dt="2022-09-21T15:35:45.211" v="74" actId="207"/>
          <ac:spMkLst>
            <pc:docMk/>
            <pc:sldMk cId="3588923400" sldId="256"/>
            <ac:spMk id="24" creationId="{3E17CC1C-11DD-C55B-DE66-77B5C95407B1}"/>
          </ac:spMkLst>
        </pc:spChg>
        <pc:graphicFrameChg chg="modGraphic">
          <ac:chgData name="裴 熙隆" userId="d70ee545ee25833c" providerId="LiveId" clId="{80C28766-F07C-4017-999D-2F77460AB8FB}" dt="2022-09-21T15:36:06.194" v="77" actId="207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80C28766-F07C-4017-999D-2F77460AB8FB}" dt="2022-09-21T15:30:39.174" v="71" actId="207"/>
          <ac:picMkLst>
            <pc:docMk/>
            <pc:sldMk cId="3588923400" sldId="256"/>
            <ac:picMk id="15" creationId="{927F9DF3-18AB-A947-AA87-9BF472B5DE1D}"/>
          </ac:picMkLst>
        </pc:picChg>
        <pc:cxnChg chg="add mod">
          <ac:chgData name="裴 熙隆" userId="d70ee545ee25833c" providerId="LiveId" clId="{80C28766-F07C-4017-999D-2F77460AB8FB}" dt="2022-09-21T15:26:57.705" v="13" actId="1076"/>
          <ac:cxnSpMkLst>
            <pc:docMk/>
            <pc:sldMk cId="3588923400" sldId="256"/>
            <ac:cxnSpMk id="7" creationId="{7F09FDCE-22A8-7632-C014-73F833B81630}"/>
          </ac:cxnSpMkLst>
        </pc:cxnChg>
        <pc:cxnChg chg="add mod">
          <ac:chgData name="裴 熙隆" userId="d70ee545ee25833c" providerId="LiveId" clId="{80C28766-F07C-4017-999D-2F77460AB8FB}" dt="2022-09-21T15:29:17.127" v="52" actId="14100"/>
          <ac:cxnSpMkLst>
            <pc:docMk/>
            <pc:sldMk cId="3588923400" sldId="256"/>
            <ac:cxnSpMk id="17" creationId="{D5DF98BF-6728-EEE3-A5F5-B396E3A2C86F}"/>
          </ac:cxnSpMkLst>
        </pc:cxnChg>
        <pc:cxnChg chg="add mod">
          <ac:chgData name="裴 熙隆" userId="d70ee545ee25833c" providerId="LiveId" clId="{80C28766-F07C-4017-999D-2F77460AB8FB}" dt="2022-09-21T15:28:56.844" v="38" actId="14100"/>
          <ac:cxnSpMkLst>
            <pc:docMk/>
            <pc:sldMk cId="3588923400" sldId="256"/>
            <ac:cxnSpMk id="19" creationId="{D7E5367F-CBD6-5743-DC9D-8B5278DC2054}"/>
          </ac:cxnSpMkLst>
        </pc:cxnChg>
        <pc:cxnChg chg="add mod">
          <ac:chgData name="裴 熙隆" userId="d70ee545ee25833c" providerId="LiveId" clId="{80C28766-F07C-4017-999D-2F77460AB8FB}" dt="2022-09-21T15:29:41.471" v="63" actId="14100"/>
          <ac:cxnSpMkLst>
            <pc:docMk/>
            <pc:sldMk cId="3588923400" sldId="256"/>
            <ac:cxnSpMk id="25" creationId="{5007D5C9-B443-4680-B620-FA13BBDBBBE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2432-48FC-49FE-B7CE-6F9A692E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14A6B5-E688-4BD6-9F7C-1EBA2490D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209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70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1EF30E0-B5CF-4D78-99E8-985CCFCA85F5}"/>
              </a:ext>
            </a:extLst>
          </p:cNvPr>
          <p:cNvCxnSpPr>
            <a:cxnSpLocks/>
          </p:cNvCxnSpPr>
          <p:nvPr/>
        </p:nvCxnSpPr>
        <p:spPr>
          <a:xfrm>
            <a:off x="4896608" y="2715548"/>
            <a:ext cx="1080000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88F599B3-99DA-43B1-AE12-71F70C325055}"/>
              </a:ext>
            </a:extLst>
          </p:cNvPr>
          <p:cNvSpPr txBox="1"/>
          <p:nvPr/>
        </p:nvSpPr>
        <p:spPr>
          <a:xfrm>
            <a:off x="4479064" y="3407193"/>
            <a:ext cx="920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 m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CD0D131-FB67-08E5-6F02-B7E510915CCB}"/>
              </a:ext>
            </a:extLst>
          </p:cNvPr>
          <p:cNvSpPr txBox="1"/>
          <p:nvPr/>
        </p:nvSpPr>
        <p:spPr>
          <a:xfrm>
            <a:off x="6140412" y="4480161"/>
            <a:ext cx="877163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发射机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5DF98BF-6728-EEE3-A5F5-B396E3A2C86F}"/>
              </a:ext>
            </a:extLst>
          </p:cNvPr>
          <p:cNvCxnSpPr>
            <a:cxnSpLocks/>
            <a:stCxn id="16" idx="1"/>
            <a:endCxn id="43" idx="1"/>
          </p:cNvCxnSpPr>
          <p:nvPr/>
        </p:nvCxnSpPr>
        <p:spPr>
          <a:xfrm flipH="1" flipV="1">
            <a:off x="5554617" y="4487361"/>
            <a:ext cx="585795" cy="17746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D7E5367F-CBD6-5743-DC9D-8B5278DC2054}"/>
              </a:ext>
            </a:extLst>
          </p:cNvPr>
          <p:cNvCxnSpPr>
            <a:cxnSpLocks/>
            <a:stCxn id="18" idx="2"/>
            <a:endCxn id="44" idx="0"/>
          </p:cNvCxnSpPr>
          <p:nvPr/>
        </p:nvCxnSpPr>
        <p:spPr>
          <a:xfrm flipH="1">
            <a:off x="4066540" y="3234573"/>
            <a:ext cx="183416" cy="4246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3E17CC1C-11DD-C55B-DE66-77B5C95407B1}"/>
              </a:ext>
            </a:extLst>
          </p:cNvPr>
          <p:cNvSpPr txBox="1"/>
          <p:nvPr/>
        </p:nvSpPr>
        <p:spPr>
          <a:xfrm>
            <a:off x="4089783" y="2294595"/>
            <a:ext cx="623453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RIS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007D5C9-B443-4680-B620-FA13BBDBBBE9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4713236" y="2479261"/>
            <a:ext cx="686325" cy="19378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弧形 30">
            <a:extLst>
              <a:ext uri="{FF2B5EF4-FFF2-40B4-BE49-F238E27FC236}">
                <a16:creationId xmlns:a16="http://schemas.microsoft.com/office/drawing/2014/main" id="{27801DD1-BAA2-4451-904D-986B85C96753}"/>
              </a:ext>
            </a:extLst>
          </p:cNvPr>
          <p:cNvSpPr/>
          <p:nvPr/>
        </p:nvSpPr>
        <p:spPr>
          <a:xfrm rot="10800000">
            <a:off x="3608922" y="920939"/>
            <a:ext cx="3600000" cy="3600000"/>
          </a:xfrm>
          <a:prstGeom prst="arc">
            <a:avLst>
              <a:gd name="adj1" fmla="val 10805232"/>
              <a:gd name="adj2" fmla="val 0"/>
            </a:avLst>
          </a:prstGeom>
          <a:ln w="1905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6E476D72-1CAD-43B8-81A0-433412645110}"/>
              </a:ext>
            </a:extLst>
          </p:cNvPr>
          <p:cNvCxnSpPr>
            <a:cxnSpLocks/>
          </p:cNvCxnSpPr>
          <p:nvPr/>
        </p:nvCxnSpPr>
        <p:spPr>
          <a:xfrm flipH="1">
            <a:off x="4066540" y="2712953"/>
            <a:ext cx="1372235" cy="11986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图片 42">
            <a:extLst>
              <a:ext uri="{FF2B5EF4-FFF2-40B4-BE49-F238E27FC236}">
                <a16:creationId xmlns:a16="http://schemas.microsoft.com/office/drawing/2014/main" id="{209D2787-6576-4724-B6FF-CC372814C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263224" y="4232760"/>
            <a:ext cx="291393" cy="509201"/>
          </a:xfrm>
          <a:prstGeom prst="rect">
            <a:avLst/>
          </a:prstGeom>
        </p:spPr>
      </p:pic>
      <p:pic>
        <p:nvPicPr>
          <p:cNvPr id="44" name="图形 43" descr="智能手机 纯色填充">
            <a:extLst>
              <a:ext uri="{FF2B5EF4-FFF2-40B4-BE49-F238E27FC236}">
                <a16:creationId xmlns:a16="http://schemas.microsoft.com/office/drawing/2014/main" id="{0F335BA2-D737-483E-9A48-835179BB4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14187" y="3659247"/>
            <a:ext cx="504706" cy="504706"/>
          </a:xfrm>
          <a:prstGeom prst="rect">
            <a:avLst/>
          </a:prstGeom>
        </p:spPr>
      </p:pic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C18506BA-CAB8-4EEA-88D2-9A9E684846F2}"/>
              </a:ext>
            </a:extLst>
          </p:cNvPr>
          <p:cNvCxnSpPr>
            <a:cxnSpLocks/>
          </p:cNvCxnSpPr>
          <p:nvPr/>
        </p:nvCxnSpPr>
        <p:spPr>
          <a:xfrm flipH="1">
            <a:off x="5436608" y="2712953"/>
            <a:ext cx="1" cy="710674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弧形 51">
            <a:extLst>
              <a:ext uri="{FF2B5EF4-FFF2-40B4-BE49-F238E27FC236}">
                <a16:creationId xmlns:a16="http://schemas.microsoft.com/office/drawing/2014/main" id="{556B5F4A-6CCC-4E4D-8795-693CDF046202}"/>
              </a:ext>
            </a:extLst>
          </p:cNvPr>
          <p:cNvSpPr/>
          <p:nvPr/>
        </p:nvSpPr>
        <p:spPr>
          <a:xfrm rot="12782158">
            <a:off x="5145587" y="2796160"/>
            <a:ext cx="348243" cy="176169"/>
          </a:xfrm>
          <a:prstGeom prst="arc">
            <a:avLst>
              <a:gd name="adj1" fmla="val 11499589"/>
              <a:gd name="adj2" fmla="val 19122273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n>
                <a:solidFill>
                  <a:schemeClr val="tx1"/>
                </a:solidFill>
              </a:ln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0370BEEE-362E-4E57-A1AA-F4F3B50BDF10}"/>
              </a:ext>
            </a:extLst>
          </p:cNvPr>
          <p:cNvSpPr txBox="1"/>
          <p:nvPr/>
        </p:nvSpPr>
        <p:spPr>
          <a:xfrm>
            <a:off x="5105533" y="2946676"/>
            <a:ext cx="332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sz="1800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θ</a:t>
            </a:r>
            <a:endParaRPr lang="zh-CN" altLang="en-US" sz="1800" i="1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A53ED0-6030-4CCE-8A61-21B8D09D74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030" y="2171300"/>
            <a:ext cx="4321629" cy="2678193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C2FFB728-E6AA-47AF-AD9A-E91C67E17BDF}"/>
              </a:ext>
            </a:extLst>
          </p:cNvPr>
          <p:cNvSpPr txBox="1"/>
          <p:nvPr/>
        </p:nvSpPr>
        <p:spPr>
          <a:xfrm>
            <a:off x="8487445" y="2296792"/>
            <a:ext cx="510645" cy="338554"/>
          </a:xfrm>
          <a:prstGeom prst="rect">
            <a:avLst/>
          </a:prstGeom>
          <a:solidFill>
            <a:schemeClr val="accent2">
              <a:lumMod val="40000"/>
              <a:lumOff val="60000"/>
              <a:alpha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en-US" altLang="zh-CN" sz="16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RIS</a:t>
            </a:r>
            <a:endParaRPr lang="zh-CN" altLang="en-US" sz="16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F7C15A1-98B9-427F-9EB7-BB9692C8A401}"/>
              </a:ext>
            </a:extLst>
          </p:cNvPr>
          <p:cNvSpPr txBox="1"/>
          <p:nvPr/>
        </p:nvSpPr>
        <p:spPr>
          <a:xfrm>
            <a:off x="8083328" y="3911600"/>
            <a:ext cx="808235" cy="338554"/>
          </a:xfrm>
          <a:prstGeom prst="rect">
            <a:avLst/>
          </a:prstGeom>
          <a:solidFill>
            <a:schemeClr val="accent6">
              <a:lumMod val="40000"/>
              <a:lumOff val="60000"/>
              <a:alpha val="80000"/>
            </a:schemeClr>
          </a:solidFill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zh-CN" altLang="en-US" sz="16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发射机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34F68B9-24A6-48A8-A4A2-BEF2DAAFABD0}"/>
              </a:ext>
            </a:extLst>
          </p:cNvPr>
          <p:cNvSpPr txBox="1"/>
          <p:nvPr/>
        </p:nvSpPr>
        <p:spPr>
          <a:xfrm>
            <a:off x="10671541" y="3911600"/>
            <a:ext cx="1005403" cy="338554"/>
          </a:xfrm>
          <a:prstGeom prst="rect">
            <a:avLst/>
          </a:prstGeom>
          <a:solidFill>
            <a:schemeClr val="accent5">
              <a:lumMod val="40000"/>
              <a:lumOff val="60000"/>
              <a:alpha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zh-CN" altLang="en-US" sz="16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接收机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853C80F-F3BE-4AC6-903F-13E81C8F26CC}"/>
              </a:ext>
            </a:extLst>
          </p:cNvPr>
          <p:cNvSpPr txBox="1"/>
          <p:nvPr/>
        </p:nvSpPr>
        <p:spPr>
          <a:xfrm>
            <a:off x="3608921" y="4890272"/>
            <a:ext cx="3600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(a)</a:t>
            </a:r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 </a:t>
            </a:r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RIS</a:t>
            </a:r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与收发天线位置示意图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5D05916-A498-2BBD-70C0-DBDD40523352}"/>
              </a:ext>
            </a:extLst>
          </p:cNvPr>
          <p:cNvSpPr txBox="1"/>
          <p:nvPr/>
        </p:nvSpPr>
        <p:spPr>
          <a:xfrm>
            <a:off x="3747254" y="2865241"/>
            <a:ext cx="1005403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接收机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682F964-287D-4073-84A3-8833AFFA030E}"/>
              </a:ext>
            </a:extLst>
          </p:cNvPr>
          <p:cNvSpPr txBox="1"/>
          <p:nvPr/>
        </p:nvSpPr>
        <p:spPr>
          <a:xfrm>
            <a:off x="7438029" y="4890272"/>
            <a:ext cx="432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(b) </a:t>
            </a:r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实际测试环境照片</a:t>
            </a:r>
          </a:p>
        </p:txBody>
      </p:sp>
    </p:spTree>
    <p:extLst>
      <p:ext uri="{BB962C8B-B14F-4D97-AF65-F5344CB8AC3E}">
        <p14:creationId xmlns:p14="http://schemas.microsoft.com/office/powerpoint/2010/main" val="3588923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25</Words>
  <Application>Microsoft Office PowerPoint</Application>
  <PresentationFormat>宽屏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TimesSimSun</vt:lpstr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3</cp:revision>
  <dcterms:created xsi:type="dcterms:W3CDTF">2022-09-20T11:32:03Z</dcterms:created>
  <dcterms:modified xsi:type="dcterms:W3CDTF">2026-04-05T05:21:30Z</dcterms:modified>
</cp:coreProperties>
</file>