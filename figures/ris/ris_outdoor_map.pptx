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62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5418C6EC-F594-406D-BA44-6B9A2D892AB6}"/>
    <pc:docChg chg="undo redo custSel addSld delSld modSld">
      <pc:chgData name="裴 熙隆" userId="d70ee545ee25833c" providerId="LiveId" clId="{5418C6EC-F594-406D-BA44-6B9A2D892AB6}" dt="2022-09-22T14:13:37.547" v="302" actId="1076"/>
      <pc:docMkLst>
        <pc:docMk/>
      </pc:docMkLst>
      <pc:sldChg chg="addSp delSp modSp new mod">
        <pc:chgData name="裴 熙隆" userId="d70ee545ee25833c" providerId="LiveId" clId="{5418C6EC-F594-406D-BA44-6B9A2D892AB6}" dt="2022-09-22T12:45:43.017" v="204" actId="1076"/>
        <pc:sldMkLst>
          <pc:docMk/>
          <pc:sldMk cId="3406485860" sldId="256"/>
        </pc:sldMkLst>
        <pc:spChg chg="del">
          <ac:chgData name="裴 熙隆" userId="d70ee545ee25833c" providerId="LiveId" clId="{5418C6EC-F594-406D-BA44-6B9A2D892AB6}" dt="2022-09-22T09:20:42.010" v="1" actId="478"/>
          <ac:spMkLst>
            <pc:docMk/>
            <pc:sldMk cId="3406485860" sldId="256"/>
            <ac:spMk id="2" creationId="{614AFFA8-693E-4D43-A112-D0CA23769ECD}"/>
          </ac:spMkLst>
        </pc:spChg>
        <pc:spChg chg="del">
          <ac:chgData name="裴 熙隆" userId="d70ee545ee25833c" providerId="LiveId" clId="{5418C6EC-F594-406D-BA44-6B9A2D892AB6}" dt="2022-09-22T09:20:43.465" v="2" actId="478"/>
          <ac:spMkLst>
            <pc:docMk/>
            <pc:sldMk cId="3406485860" sldId="256"/>
            <ac:spMk id="3" creationId="{5D8BA646-A73B-4EA9-9AAE-6A569BC90AAE}"/>
          </ac:spMkLst>
        </pc:spChg>
        <pc:spChg chg="add mod">
          <ac:chgData name="裴 熙隆" userId="d70ee545ee25833c" providerId="LiveId" clId="{5418C6EC-F594-406D-BA44-6B9A2D892AB6}" dt="2022-09-22T12:39:41.676" v="128" actId="14100"/>
          <ac:spMkLst>
            <pc:docMk/>
            <pc:sldMk cId="3406485860" sldId="256"/>
            <ac:spMk id="11" creationId="{5BD98BD2-BB30-413B-B19A-296813F0909F}"/>
          </ac:spMkLst>
        </pc:spChg>
        <pc:spChg chg="add mod">
          <ac:chgData name="裴 熙隆" userId="d70ee545ee25833c" providerId="LiveId" clId="{5418C6EC-F594-406D-BA44-6B9A2D892AB6}" dt="2022-09-22T12:39:31.618" v="125" actId="1076"/>
          <ac:spMkLst>
            <pc:docMk/>
            <pc:sldMk cId="3406485860" sldId="256"/>
            <ac:spMk id="12" creationId="{9FAACA0F-249A-4A1C-AA8D-8E7A9CA9ADED}"/>
          </ac:spMkLst>
        </pc:spChg>
        <pc:spChg chg="add del mod">
          <ac:chgData name="裴 熙隆" userId="d70ee545ee25833c" providerId="LiveId" clId="{5418C6EC-F594-406D-BA44-6B9A2D892AB6}" dt="2022-09-22T12:40:23.523" v="135" actId="478"/>
          <ac:spMkLst>
            <pc:docMk/>
            <pc:sldMk cId="3406485860" sldId="256"/>
            <ac:spMk id="13" creationId="{11A355C8-CFE5-4508-B363-540998252B3B}"/>
          </ac:spMkLst>
        </pc:spChg>
        <pc:spChg chg="add mod">
          <ac:chgData name="裴 熙隆" userId="d70ee545ee25833c" providerId="LiveId" clId="{5418C6EC-F594-406D-BA44-6B9A2D892AB6}" dt="2022-09-22T12:25:42.702" v="106" actId="1076"/>
          <ac:spMkLst>
            <pc:docMk/>
            <pc:sldMk cId="3406485860" sldId="256"/>
            <ac:spMk id="14" creationId="{22F5E9A5-F1ED-4DC8-BC2B-45F074C105EA}"/>
          </ac:spMkLst>
        </pc:spChg>
        <pc:spChg chg="add mod">
          <ac:chgData name="裴 熙隆" userId="d70ee545ee25833c" providerId="LiveId" clId="{5418C6EC-F594-406D-BA44-6B9A2D892AB6}" dt="2022-09-22T12:40:15.179" v="132" actId="1076"/>
          <ac:spMkLst>
            <pc:docMk/>
            <pc:sldMk cId="3406485860" sldId="256"/>
            <ac:spMk id="15" creationId="{C15D119A-60CD-4DE7-866D-ABDEBDD50AAA}"/>
          </ac:spMkLst>
        </pc:spChg>
        <pc:spChg chg="add del mod">
          <ac:chgData name="裴 熙隆" userId="d70ee545ee25833c" providerId="LiveId" clId="{5418C6EC-F594-406D-BA44-6B9A2D892AB6}" dt="2022-09-22T09:21:38.400" v="16"/>
          <ac:spMkLst>
            <pc:docMk/>
            <pc:sldMk cId="3406485860" sldId="256"/>
            <ac:spMk id="16" creationId="{F53E22CD-AFBB-4ECA-BC79-82FE141102D1}"/>
          </ac:spMkLst>
        </pc:spChg>
        <pc:spChg chg="add mod ord">
          <ac:chgData name="裴 熙隆" userId="d70ee545ee25833c" providerId="LiveId" clId="{5418C6EC-F594-406D-BA44-6B9A2D892AB6}" dt="2022-09-22T12:40:52.202" v="159" actId="207"/>
          <ac:spMkLst>
            <pc:docMk/>
            <pc:sldMk cId="3406485860" sldId="256"/>
            <ac:spMk id="20" creationId="{BDD9DD55-993C-4F65-A700-DA6B70A7D5DF}"/>
          </ac:spMkLst>
        </pc:spChg>
        <pc:spChg chg="add mod">
          <ac:chgData name="裴 熙隆" userId="d70ee545ee25833c" providerId="LiveId" clId="{5418C6EC-F594-406D-BA44-6B9A2D892AB6}" dt="2022-09-22T12:40:57.904" v="160"/>
          <ac:spMkLst>
            <pc:docMk/>
            <pc:sldMk cId="3406485860" sldId="256"/>
            <ac:spMk id="21" creationId="{D19F2FFA-0475-434F-97E5-9592E02DB696}"/>
          </ac:spMkLst>
        </pc:spChg>
        <pc:spChg chg="add mod">
          <ac:chgData name="裴 熙隆" userId="d70ee545ee25833c" providerId="LiveId" clId="{5418C6EC-F594-406D-BA44-6B9A2D892AB6}" dt="2022-09-22T12:42:48.950" v="180" actId="122"/>
          <ac:spMkLst>
            <pc:docMk/>
            <pc:sldMk cId="3406485860" sldId="256"/>
            <ac:spMk id="37" creationId="{4C14972F-D026-4D13-A724-875D363BDE51}"/>
          </ac:spMkLst>
        </pc:spChg>
        <pc:spChg chg="add mod">
          <ac:chgData name="裴 熙隆" userId="d70ee545ee25833c" providerId="LiveId" clId="{5418C6EC-F594-406D-BA44-6B9A2D892AB6}" dt="2022-09-22T12:44:39.654" v="193" actId="1076"/>
          <ac:spMkLst>
            <pc:docMk/>
            <pc:sldMk cId="3406485860" sldId="256"/>
            <ac:spMk id="43" creationId="{2EDBDBCE-E12B-415D-8163-EC4ACA4E66D5}"/>
          </ac:spMkLst>
        </pc:spChg>
        <pc:picChg chg="add mod">
          <ac:chgData name="裴 熙隆" userId="d70ee545ee25833c" providerId="LiveId" clId="{5418C6EC-F594-406D-BA44-6B9A2D892AB6}" dt="2022-09-22T12:40:05.195" v="131" actId="1076"/>
          <ac:picMkLst>
            <pc:docMk/>
            <pc:sldMk cId="3406485860" sldId="256"/>
            <ac:picMk id="4" creationId="{36C58ABE-1CD2-4B6B-AE24-3D5F8D5E7CF2}"/>
          </ac:picMkLst>
        </pc:picChg>
        <pc:picChg chg="add mod">
          <ac:chgData name="裴 熙隆" userId="d70ee545ee25833c" providerId="LiveId" clId="{5418C6EC-F594-406D-BA44-6B9A2D892AB6}" dt="2022-09-22T12:45:43.017" v="204" actId="1076"/>
          <ac:picMkLst>
            <pc:docMk/>
            <pc:sldMk cId="3406485860" sldId="256"/>
            <ac:picMk id="7" creationId="{E1A49ED7-4CDF-416A-ABDC-B545F99A7ECC}"/>
          </ac:picMkLst>
        </pc:picChg>
        <pc:cxnChg chg="add mod">
          <ac:chgData name="裴 熙隆" userId="d70ee545ee25833c" providerId="LiveId" clId="{5418C6EC-F594-406D-BA44-6B9A2D892AB6}" dt="2022-09-22T12:37:17.868" v="108" actId="688"/>
          <ac:cxnSpMkLst>
            <pc:docMk/>
            <pc:sldMk cId="3406485860" sldId="256"/>
            <ac:cxnSpMk id="5" creationId="{57328E2B-4031-4F38-B183-48237B6C8211}"/>
          </ac:cxnSpMkLst>
        </pc:cxnChg>
        <pc:cxnChg chg="add del mod">
          <ac:chgData name="裴 熙隆" userId="d70ee545ee25833c" providerId="LiveId" clId="{5418C6EC-F594-406D-BA44-6B9A2D892AB6}" dt="2022-09-22T12:40:18.855" v="133" actId="478"/>
          <ac:cxnSpMkLst>
            <pc:docMk/>
            <pc:sldMk cId="3406485860" sldId="256"/>
            <ac:cxnSpMk id="6" creationId="{D8988FC9-1528-43C9-992A-F53B5580010A}"/>
          </ac:cxnSpMkLst>
        </pc:cxnChg>
        <pc:cxnChg chg="add mod">
          <ac:chgData name="裴 熙隆" userId="d70ee545ee25833c" providerId="LiveId" clId="{5418C6EC-F594-406D-BA44-6B9A2D892AB6}" dt="2022-09-22T12:25:35.761" v="105" actId="14100"/>
          <ac:cxnSpMkLst>
            <pc:docMk/>
            <pc:sldMk cId="3406485860" sldId="256"/>
            <ac:cxnSpMk id="8" creationId="{72610F94-43D8-4865-8BF6-06661F9CBA61}"/>
          </ac:cxnSpMkLst>
        </pc:cxnChg>
        <pc:cxnChg chg="add mod">
          <ac:chgData name="裴 熙隆" userId="d70ee545ee25833c" providerId="LiveId" clId="{5418C6EC-F594-406D-BA44-6B9A2D892AB6}" dt="2022-09-22T12:45:43.017" v="204" actId="1076"/>
          <ac:cxnSpMkLst>
            <pc:docMk/>
            <pc:sldMk cId="3406485860" sldId="256"/>
            <ac:cxnSpMk id="9" creationId="{C42095F2-2C1B-404E-AB5A-BB8112DA155D}"/>
          </ac:cxnSpMkLst>
        </pc:cxnChg>
        <pc:cxnChg chg="add del mod">
          <ac:chgData name="裴 熙隆" userId="d70ee545ee25833c" providerId="LiveId" clId="{5418C6EC-F594-406D-BA44-6B9A2D892AB6}" dt="2022-09-22T09:24:53.020" v="55" actId="478"/>
          <ac:cxnSpMkLst>
            <pc:docMk/>
            <pc:sldMk cId="3406485860" sldId="256"/>
            <ac:cxnSpMk id="10" creationId="{9DB44459-D023-41DA-9DD7-438FF3A36D48}"/>
          </ac:cxnSpMkLst>
        </pc:cxnChg>
        <pc:cxnChg chg="add mod">
          <ac:chgData name="裴 熙隆" userId="d70ee545ee25833c" providerId="LiveId" clId="{5418C6EC-F594-406D-BA44-6B9A2D892AB6}" dt="2022-09-22T12:39:21.316" v="122" actId="1076"/>
          <ac:cxnSpMkLst>
            <pc:docMk/>
            <pc:sldMk cId="3406485860" sldId="256"/>
            <ac:cxnSpMk id="27" creationId="{A9AACC3B-5D8D-4F67-BE59-478E9EFA5BCB}"/>
          </ac:cxnSpMkLst>
        </pc:cxnChg>
        <pc:cxnChg chg="add mod">
          <ac:chgData name="裴 熙隆" userId="d70ee545ee25833c" providerId="LiveId" clId="{5418C6EC-F594-406D-BA44-6B9A2D892AB6}" dt="2022-09-22T12:44:56.444" v="195" actId="14100"/>
          <ac:cxnSpMkLst>
            <pc:docMk/>
            <pc:sldMk cId="3406485860" sldId="256"/>
            <ac:cxnSpMk id="39" creationId="{916421E0-1BE8-493E-AC82-7C3E28C7FDFA}"/>
          </ac:cxnSpMkLst>
        </pc:cxnChg>
      </pc:sldChg>
      <pc:sldChg chg="addSp delSp modSp new del mod">
        <pc:chgData name="裴 熙隆" userId="d70ee545ee25833c" providerId="LiveId" clId="{5418C6EC-F594-406D-BA44-6B9A2D892AB6}" dt="2022-09-22T13:57:21.231" v="235" actId="47"/>
        <pc:sldMkLst>
          <pc:docMk/>
          <pc:sldMk cId="1557613076" sldId="257"/>
        </pc:sldMkLst>
        <pc:spChg chg="del">
          <ac:chgData name="裴 熙隆" userId="d70ee545ee25833c" providerId="LiveId" clId="{5418C6EC-F594-406D-BA44-6B9A2D892AB6}" dt="2022-09-22T13:54:08.367" v="206" actId="478"/>
          <ac:spMkLst>
            <pc:docMk/>
            <pc:sldMk cId="1557613076" sldId="257"/>
            <ac:spMk id="2" creationId="{BAC10206-5CFA-48F7-AC89-93816C3F993E}"/>
          </ac:spMkLst>
        </pc:spChg>
        <pc:spChg chg="del">
          <ac:chgData name="裴 熙隆" userId="d70ee545ee25833c" providerId="LiveId" clId="{5418C6EC-F594-406D-BA44-6B9A2D892AB6}" dt="2022-09-22T13:54:09.799" v="207" actId="478"/>
          <ac:spMkLst>
            <pc:docMk/>
            <pc:sldMk cId="1557613076" sldId="257"/>
            <ac:spMk id="3" creationId="{FA561F4D-7597-46C8-8CA8-1B9433642F56}"/>
          </ac:spMkLst>
        </pc:spChg>
        <pc:picChg chg="add del mod">
          <ac:chgData name="裴 熙隆" userId="d70ee545ee25833c" providerId="LiveId" clId="{5418C6EC-F594-406D-BA44-6B9A2D892AB6}" dt="2022-09-22T13:55:49.418" v="217" actId="21"/>
          <ac:picMkLst>
            <pc:docMk/>
            <pc:sldMk cId="1557613076" sldId="257"/>
            <ac:picMk id="5" creationId="{7265BB64-5F1D-4786-AEFD-ACD6B6713726}"/>
          </ac:picMkLst>
        </pc:picChg>
        <pc:picChg chg="add del mod">
          <ac:chgData name="裴 熙隆" userId="d70ee545ee25833c" providerId="LiveId" clId="{5418C6EC-F594-406D-BA44-6B9A2D892AB6}" dt="2022-09-22T13:56:28.265" v="223" actId="21"/>
          <ac:picMkLst>
            <pc:docMk/>
            <pc:sldMk cId="1557613076" sldId="257"/>
            <ac:picMk id="7" creationId="{DF82F6F7-86FB-415A-98AF-EBA7D595797E}"/>
          </ac:picMkLst>
        </pc:picChg>
        <pc:picChg chg="add del mod">
          <ac:chgData name="裴 熙隆" userId="d70ee545ee25833c" providerId="LiveId" clId="{5418C6EC-F594-406D-BA44-6B9A2D892AB6}" dt="2022-09-22T13:55:33.724" v="211" actId="21"/>
          <ac:picMkLst>
            <pc:docMk/>
            <pc:sldMk cId="1557613076" sldId="257"/>
            <ac:picMk id="9" creationId="{96FE78F9-3117-4814-8D72-9469E544CA5D}"/>
          </ac:picMkLst>
        </pc:picChg>
      </pc:sldChg>
      <pc:sldChg chg="addSp delSp modSp new mod">
        <pc:chgData name="裴 熙隆" userId="d70ee545ee25833c" providerId="LiveId" clId="{5418C6EC-F594-406D-BA44-6B9A2D892AB6}" dt="2022-09-22T14:13:37.547" v="302" actId="1076"/>
        <pc:sldMkLst>
          <pc:docMk/>
          <pc:sldMk cId="2390747985" sldId="258"/>
        </pc:sldMkLst>
        <pc:spChg chg="del">
          <ac:chgData name="裴 熙隆" userId="d70ee545ee25833c" providerId="LiveId" clId="{5418C6EC-F594-406D-BA44-6B9A2D892AB6}" dt="2022-09-22T13:55:39.588" v="213" actId="478"/>
          <ac:spMkLst>
            <pc:docMk/>
            <pc:sldMk cId="2390747985" sldId="258"/>
            <ac:spMk id="2" creationId="{D88AD605-7BC6-4BA7-B0D8-7788EA04E790}"/>
          </ac:spMkLst>
        </pc:spChg>
        <pc:spChg chg="del">
          <ac:chgData name="裴 熙隆" userId="d70ee545ee25833c" providerId="LiveId" clId="{5418C6EC-F594-406D-BA44-6B9A2D892AB6}" dt="2022-09-22T13:55:42.017" v="214" actId="478"/>
          <ac:spMkLst>
            <pc:docMk/>
            <pc:sldMk cId="2390747985" sldId="258"/>
            <ac:spMk id="3" creationId="{BD35E422-3A9F-4036-B514-7104DBCBC23E}"/>
          </ac:spMkLst>
        </pc:spChg>
        <pc:picChg chg="add del mod">
          <ac:chgData name="裴 熙隆" userId="d70ee545ee25833c" providerId="LiveId" clId="{5418C6EC-F594-406D-BA44-6B9A2D892AB6}" dt="2022-09-22T13:57:19.973" v="234" actId="478"/>
          <ac:picMkLst>
            <pc:docMk/>
            <pc:sldMk cId="2390747985" sldId="258"/>
            <ac:picMk id="4" creationId="{36C9CFB4-BCE2-4F4D-B11E-6855F7B14872}"/>
          </ac:picMkLst>
        </pc:picChg>
        <pc:picChg chg="add mod modCrop">
          <ac:chgData name="裴 熙隆" userId="d70ee545ee25833c" providerId="LiveId" clId="{5418C6EC-F594-406D-BA44-6B9A2D892AB6}" dt="2022-09-22T14:11:23.076" v="297" actId="732"/>
          <ac:picMkLst>
            <pc:docMk/>
            <pc:sldMk cId="2390747985" sldId="258"/>
            <ac:picMk id="5" creationId="{7732429D-5E61-4194-8194-B05B0122E5AD}"/>
          </ac:picMkLst>
        </pc:picChg>
        <pc:picChg chg="add del mod">
          <ac:chgData name="裴 熙隆" userId="d70ee545ee25833c" providerId="LiveId" clId="{5418C6EC-F594-406D-BA44-6B9A2D892AB6}" dt="2022-09-22T14:06:28.939" v="261" actId="478"/>
          <ac:picMkLst>
            <pc:docMk/>
            <pc:sldMk cId="2390747985" sldId="258"/>
            <ac:picMk id="6" creationId="{EB416DB5-5437-4552-A409-FE03A22792AF}"/>
          </ac:picMkLst>
        </pc:picChg>
        <pc:picChg chg="add mod">
          <ac:chgData name="裴 熙隆" userId="d70ee545ee25833c" providerId="LiveId" clId="{5418C6EC-F594-406D-BA44-6B9A2D892AB6}" dt="2022-09-22T14:09:27.352" v="282" actId="1076"/>
          <ac:picMkLst>
            <pc:docMk/>
            <pc:sldMk cId="2390747985" sldId="258"/>
            <ac:picMk id="8" creationId="{6A1FE2DE-798A-42AA-80B7-3AA295716814}"/>
          </ac:picMkLst>
        </pc:picChg>
        <pc:cxnChg chg="add mod">
          <ac:chgData name="裴 熙隆" userId="d70ee545ee25833c" providerId="LiveId" clId="{5418C6EC-F594-406D-BA44-6B9A2D892AB6}" dt="2022-09-22T14:10:49.690" v="294" actId="692"/>
          <ac:cxnSpMkLst>
            <pc:docMk/>
            <pc:sldMk cId="2390747985" sldId="258"/>
            <ac:cxnSpMk id="10" creationId="{1082F64D-8FF9-417A-ADBE-73EDF705E17C}"/>
          </ac:cxnSpMkLst>
        </pc:cxnChg>
        <pc:cxnChg chg="add mod">
          <ac:chgData name="裴 熙隆" userId="d70ee545ee25833c" providerId="LiveId" clId="{5418C6EC-F594-406D-BA44-6B9A2D892AB6}" dt="2022-09-22T14:13:37.547" v="302" actId="1076"/>
          <ac:cxnSpMkLst>
            <pc:docMk/>
            <pc:sldMk cId="2390747985" sldId="258"/>
            <ac:cxnSpMk id="15" creationId="{16B7696C-38EE-44BA-BA07-888CE0A5A958}"/>
          </ac:cxnSpMkLst>
        </pc:cxnChg>
      </pc:sldChg>
      <pc:sldChg chg="addSp delSp modSp new del mod">
        <pc:chgData name="裴 熙隆" userId="d70ee545ee25833c" providerId="LiveId" clId="{5418C6EC-F594-406D-BA44-6B9A2D892AB6}" dt="2022-09-22T13:56:23.096" v="222" actId="47"/>
        <pc:sldMkLst>
          <pc:docMk/>
          <pc:sldMk cId="1874058364" sldId="259"/>
        </pc:sldMkLst>
        <pc:spChg chg="del">
          <ac:chgData name="裴 熙隆" userId="d70ee545ee25833c" providerId="LiveId" clId="{5418C6EC-F594-406D-BA44-6B9A2D892AB6}" dt="2022-09-22T13:55:54.770" v="220" actId="478"/>
          <ac:spMkLst>
            <pc:docMk/>
            <pc:sldMk cId="1874058364" sldId="259"/>
            <ac:spMk id="2" creationId="{5EAB13D2-B22A-4175-B1B9-4FA9AD9CAB8B}"/>
          </ac:spMkLst>
        </pc:spChg>
        <pc:spChg chg="del">
          <ac:chgData name="裴 熙隆" userId="d70ee545ee25833c" providerId="LiveId" clId="{5418C6EC-F594-406D-BA44-6B9A2D892AB6}" dt="2022-09-22T13:55:53.952" v="219" actId="478"/>
          <ac:spMkLst>
            <pc:docMk/>
            <pc:sldMk cId="1874058364" sldId="259"/>
            <ac:spMk id="3" creationId="{919E6AAA-16B0-46B4-8BBD-5FD781271C72}"/>
          </ac:spMkLst>
        </pc:spChg>
        <pc:picChg chg="add mod">
          <ac:chgData name="裴 熙隆" userId="d70ee545ee25833c" providerId="LiveId" clId="{5418C6EC-F594-406D-BA44-6B9A2D892AB6}" dt="2022-09-22T13:55:55.761" v="221"/>
          <ac:picMkLst>
            <pc:docMk/>
            <pc:sldMk cId="1874058364" sldId="259"/>
            <ac:picMk id="4" creationId="{031AB7F6-CB63-4902-8F67-4F121D95993A}"/>
          </ac:picMkLst>
        </pc:picChg>
      </pc:sldChg>
      <pc:sldMasterChg chg="addSldLayout">
        <pc:chgData name="裴 熙隆" userId="d70ee545ee25833c" providerId="LiveId" clId="{5418C6EC-F594-406D-BA44-6B9A2D892AB6}" dt="2022-09-22T09:20:39.983" v="0" actId="680"/>
        <pc:sldMasterMkLst>
          <pc:docMk/>
          <pc:sldMasterMk cId="430682876" sldId="2147483648"/>
        </pc:sldMasterMkLst>
        <pc:sldLayoutChg chg="add">
          <pc:chgData name="裴 熙隆" userId="d70ee545ee25833c" providerId="LiveId" clId="{5418C6EC-F594-406D-BA44-6B9A2D892AB6}" dt="2022-09-22T09:20:39.983" v="0" actId="680"/>
          <pc:sldLayoutMkLst>
            <pc:docMk/>
            <pc:sldMasterMk cId="430682876" sldId="2147483648"/>
            <pc:sldLayoutMk cId="791568037" sldId="2147483649"/>
          </pc:sldLayoutMkLst>
        </pc:sldLayoutChg>
      </pc:sldMasterChg>
    </pc:docChg>
  </pc:docChgLst>
  <pc:docChgLst>
    <pc:chgData name="裴 熙隆" userId="d70ee545ee25833c" providerId="LiveId" clId="{B923A741-4D38-4FD0-916D-0851B7D468B3}"/>
    <pc:docChg chg="undo redo custSel modSld">
      <pc:chgData name="裴 熙隆" userId="d70ee545ee25833c" providerId="LiveId" clId="{B923A741-4D38-4FD0-916D-0851B7D468B3}" dt="2026-04-05T07:42:30.231" v="216" actId="20577"/>
      <pc:docMkLst>
        <pc:docMk/>
      </pc:docMkLst>
      <pc:sldChg chg="addSp delSp modSp mod setBg">
        <pc:chgData name="裴 熙隆" userId="d70ee545ee25833c" providerId="LiveId" clId="{B923A741-4D38-4FD0-916D-0851B7D468B3}" dt="2026-04-05T07:42:30.231" v="216" actId="20577"/>
        <pc:sldMkLst>
          <pc:docMk/>
          <pc:sldMk cId="2390747985" sldId="258"/>
        </pc:sldMkLst>
        <pc:spChg chg="mod">
          <ac:chgData name="裴 熙隆" userId="d70ee545ee25833c" providerId="LiveId" clId="{B923A741-4D38-4FD0-916D-0851B7D468B3}" dt="2026-04-05T07:05:06.652" v="174"/>
          <ac:spMkLst>
            <pc:docMk/>
            <pc:sldMk cId="2390747985" sldId="258"/>
            <ac:spMk id="2" creationId="{E72D2CD5-D858-498A-BDDB-6519299807EE}"/>
          </ac:spMkLst>
        </pc:spChg>
        <pc:spChg chg="mod">
          <ac:chgData name="裴 熙隆" userId="d70ee545ee25833c" providerId="LiveId" clId="{B923A741-4D38-4FD0-916D-0851B7D468B3}" dt="2026-04-05T07:01:32.342" v="164" actId="692"/>
          <ac:spMkLst>
            <pc:docMk/>
            <pc:sldMk cId="2390747985" sldId="258"/>
            <ac:spMk id="3" creationId="{B3F5F02E-20D1-7C43-6DA4-0FB2E9A52927}"/>
          </ac:spMkLst>
        </pc:spChg>
        <pc:spChg chg="mod">
          <ac:chgData name="裴 熙隆" userId="d70ee545ee25833c" providerId="LiveId" clId="{B923A741-4D38-4FD0-916D-0851B7D468B3}" dt="2026-04-05T07:05:02.894" v="170" actId="692"/>
          <ac:spMkLst>
            <pc:docMk/>
            <pc:sldMk cId="2390747985" sldId="258"/>
            <ac:spMk id="4" creationId="{B57699C7-7AB9-FF8A-3922-5DAB9D6BBB03}"/>
          </ac:spMkLst>
        </pc:spChg>
        <pc:spChg chg="del mod">
          <ac:chgData name="裴 熙隆" userId="d70ee545ee25833c" providerId="LiveId" clId="{B923A741-4D38-4FD0-916D-0851B7D468B3}" dt="2026-04-05T06:54:37.812" v="121" actId="478"/>
          <ac:spMkLst>
            <pc:docMk/>
            <pc:sldMk cId="2390747985" sldId="258"/>
            <ac:spMk id="6" creationId="{EB62505D-ABC7-E7C6-B7B1-E5686B859B70}"/>
          </ac:spMkLst>
        </pc:spChg>
        <pc:spChg chg="del mod">
          <ac:chgData name="裴 熙隆" userId="d70ee545ee25833c" providerId="LiveId" clId="{B923A741-4D38-4FD0-916D-0851B7D468B3}" dt="2026-04-05T06:55:11.641" v="123" actId="478"/>
          <ac:spMkLst>
            <pc:docMk/>
            <pc:sldMk cId="2390747985" sldId="258"/>
            <ac:spMk id="9" creationId="{68B513F0-549B-88E1-AC0A-755500F2452D}"/>
          </ac:spMkLst>
        </pc:spChg>
        <pc:spChg chg="mod">
          <ac:chgData name="裴 熙隆" userId="d70ee545ee25833c" providerId="LiveId" clId="{B923A741-4D38-4FD0-916D-0851B7D468B3}" dt="2026-04-05T06:54:25.794" v="117" actId="2711"/>
          <ac:spMkLst>
            <pc:docMk/>
            <pc:sldMk cId="2390747985" sldId="258"/>
            <ac:spMk id="11" creationId="{25E7BA54-97AE-4BFE-BF76-9A5F683771DB}"/>
          </ac:spMkLst>
        </pc:spChg>
        <pc:spChg chg="del">
          <ac:chgData name="裴 熙隆" userId="d70ee545ee25833c" providerId="LiveId" clId="{B923A741-4D38-4FD0-916D-0851B7D468B3}" dt="2026-04-05T06:53:27.788" v="94" actId="478"/>
          <ac:spMkLst>
            <pc:docMk/>
            <pc:sldMk cId="2390747985" sldId="258"/>
            <ac:spMk id="12" creationId="{9D4785B1-751A-4ADA-878D-589349320C5D}"/>
          </ac:spMkLst>
        </pc:spChg>
        <pc:spChg chg="mod">
          <ac:chgData name="裴 熙隆" userId="d70ee545ee25833c" providerId="LiveId" clId="{B923A741-4D38-4FD0-916D-0851B7D468B3}" dt="2026-04-05T07:01:35.112" v="165" actId="692"/>
          <ac:spMkLst>
            <pc:docMk/>
            <pc:sldMk cId="2390747985" sldId="258"/>
            <ac:spMk id="13" creationId="{ACFA0A1A-D591-3B9C-FB64-1F7752D586E6}"/>
          </ac:spMkLst>
        </pc:spChg>
        <pc:spChg chg="mod">
          <ac:chgData name="裴 熙隆" userId="d70ee545ee25833c" providerId="LiveId" clId="{B923A741-4D38-4FD0-916D-0851B7D468B3}" dt="2026-04-05T07:42:03.520" v="200" actId="20577"/>
          <ac:spMkLst>
            <pc:docMk/>
            <pc:sldMk cId="2390747985" sldId="258"/>
            <ac:spMk id="16" creationId="{9D6A1330-2161-4B6D-B123-FAF0162844C0}"/>
          </ac:spMkLst>
        </pc:spChg>
        <pc:spChg chg="mod">
          <ac:chgData name="裴 熙隆" userId="d70ee545ee25833c" providerId="LiveId" clId="{B923A741-4D38-4FD0-916D-0851B7D468B3}" dt="2026-04-05T07:42:30.231" v="216" actId="20577"/>
          <ac:spMkLst>
            <pc:docMk/>
            <pc:sldMk cId="2390747985" sldId="258"/>
            <ac:spMk id="17" creationId="{FEFF6B8F-B34C-4CEF-98B9-E86A1A58FCC7}"/>
          </ac:spMkLst>
        </pc:spChg>
        <pc:spChg chg="add mod">
          <ac:chgData name="裴 熙隆" userId="d70ee545ee25833c" providerId="LiveId" clId="{B923A741-4D38-4FD0-916D-0851B7D468B3}" dt="2026-04-05T07:01:37.674" v="167" actId="692"/>
          <ac:spMkLst>
            <pc:docMk/>
            <pc:sldMk cId="2390747985" sldId="258"/>
            <ac:spMk id="20" creationId="{0747EC19-F9FD-43A4-80AA-9829E7050352}"/>
          </ac:spMkLst>
        </pc:spChg>
        <pc:spChg chg="add mod">
          <ac:chgData name="裴 熙隆" userId="d70ee545ee25833c" providerId="LiveId" clId="{B923A741-4D38-4FD0-916D-0851B7D468B3}" dt="2026-04-05T07:01:36.540" v="166" actId="692"/>
          <ac:spMkLst>
            <pc:docMk/>
            <pc:sldMk cId="2390747985" sldId="258"/>
            <ac:spMk id="25" creationId="{90E57FEF-1220-44FB-BEF3-EC23214A36DB}"/>
          </ac:spMkLst>
        </pc:spChg>
        <pc:spChg chg="add del mod">
          <ac:chgData name="裴 熙隆" userId="d70ee545ee25833c" providerId="LiveId" clId="{B923A741-4D38-4FD0-916D-0851B7D468B3}" dt="2026-04-05T07:06:36.053" v="194" actId="478"/>
          <ac:spMkLst>
            <pc:docMk/>
            <pc:sldMk cId="2390747985" sldId="258"/>
            <ac:spMk id="31" creationId="{3AF5F8B1-9A36-4774-86CC-407510C5ACFD}"/>
          </ac:spMkLst>
        </pc:spChg>
        <pc:spChg chg="add mod">
          <ac:chgData name="裴 熙隆" userId="d70ee545ee25833c" providerId="LiveId" clId="{B923A741-4D38-4FD0-916D-0851B7D468B3}" dt="2026-04-05T07:06:27.801" v="193" actId="1076"/>
          <ac:spMkLst>
            <pc:docMk/>
            <pc:sldMk cId="2390747985" sldId="258"/>
            <ac:spMk id="32" creationId="{A876FC66-7E24-40F0-A1A5-05464D47E9B3}"/>
          </ac:spMkLst>
        </pc:spChg>
        <pc:spChg chg="add mod">
          <ac:chgData name="裴 熙隆" userId="d70ee545ee25833c" providerId="LiveId" clId="{B923A741-4D38-4FD0-916D-0851B7D468B3}" dt="2026-04-05T07:05:57.826" v="189" actId="14100"/>
          <ac:spMkLst>
            <pc:docMk/>
            <pc:sldMk cId="2390747985" sldId="258"/>
            <ac:spMk id="33" creationId="{A20ED1A0-1C3B-48F7-A854-E7178A934779}"/>
          </ac:spMkLst>
        </pc:spChg>
        <pc:spChg chg="add mod">
          <ac:chgData name="裴 熙隆" userId="d70ee545ee25833c" providerId="LiveId" clId="{B923A741-4D38-4FD0-916D-0851B7D468B3}" dt="2026-04-05T07:06:25.247" v="192" actId="1076"/>
          <ac:spMkLst>
            <pc:docMk/>
            <pc:sldMk cId="2390747985" sldId="258"/>
            <ac:spMk id="34" creationId="{92FE343E-C79F-4D49-90E7-0801201806ED}"/>
          </ac:spMkLst>
        </pc:spChg>
        <pc:picChg chg="mod">
          <ac:chgData name="裴 熙隆" userId="d70ee545ee25833c" providerId="LiveId" clId="{B923A741-4D38-4FD0-916D-0851B7D468B3}" dt="2026-04-05T06:54:22.711" v="115" actId="14100"/>
          <ac:picMkLst>
            <pc:docMk/>
            <pc:sldMk cId="2390747985" sldId="258"/>
            <ac:picMk id="5" creationId="{7732429D-5E61-4194-8194-B05B0122E5AD}"/>
          </ac:picMkLst>
        </pc:picChg>
        <pc:picChg chg="mod">
          <ac:chgData name="裴 熙隆" userId="d70ee545ee25833c" providerId="LiveId" clId="{B923A741-4D38-4FD0-916D-0851B7D468B3}" dt="2026-04-05T06:54:22.711" v="115" actId="14100"/>
          <ac:picMkLst>
            <pc:docMk/>
            <pc:sldMk cId="2390747985" sldId="258"/>
            <ac:picMk id="7" creationId="{998DA6B2-F07E-4E98-A2E3-26DEB14EA790}"/>
          </ac:picMkLst>
        </pc:picChg>
        <pc:picChg chg="mod">
          <ac:chgData name="裴 熙隆" userId="d70ee545ee25833c" providerId="LiveId" clId="{B923A741-4D38-4FD0-916D-0851B7D468B3}" dt="2026-04-05T06:54:22.711" v="115" actId="14100"/>
          <ac:picMkLst>
            <pc:docMk/>
            <pc:sldMk cId="2390747985" sldId="258"/>
            <ac:picMk id="8" creationId="{6A1FE2DE-798A-42AA-80B7-3AA295716814}"/>
          </ac:picMkLst>
        </pc:picChg>
        <pc:cxnChg chg="mod">
          <ac:chgData name="裴 熙隆" userId="d70ee545ee25833c" providerId="LiveId" clId="{B923A741-4D38-4FD0-916D-0851B7D468B3}" dt="2026-04-05T06:54:22.711" v="115" actId="14100"/>
          <ac:cxnSpMkLst>
            <pc:docMk/>
            <pc:sldMk cId="2390747985" sldId="258"/>
            <ac:cxnSpMk id="10" creationId="{1082F64D-8FF9-417A-ADBE-73EDF705E17C}"/>
          </ac:cxnSpMkLst>
        </pc:cxnChg>
        <pc:cxnChg chg="mod">
          <ac:chgData name="裴 熙隆" userId="d70ee545ee25833c" providerId="LiveId" clId="{B923A741-4D38-4FD0-916D-0851B7D468B3}" dt="2026-04-05T06:54:22.711" v="115" actId="14100"/>
          <ac:cxnSpMkLst>
            <pc:docMk/>
            <pc:sldMk cId="2390747985" sldId="258"/>
            <ac:cxnSpMk id="14" creationId="{5AB0268C-2150-EDD1-0BBE-F31111A83253}"/>
          </ac:cxnSpMkLst>
        </pc:cxnChg>
        <pc:cxnChg chg="mod">
          <ac:chgData name="裴 熙隆" userId="d70ee545ee25833c" providerId="LiveId" clId="{B923A741-4D38-4FD0-916D-0851B7D468B3}" dt="2026-04-05T06:56:15.891" v="151" actId="14100"/>
          <ac:cxnSpMkLst>
            <pc:docMk/>
            <pc:sldMk cId="2390747985" sldId="258"/>
            <ac:cxnSpMk id="15" creationId="{16B7696C-38EE-44BA-BA07-888CE0A5A958}"/>
          </ac:cxnSpMkLst>
        </pc:cxnChg>
        <pc:cxnChg chg="mod">
          <ac:chgData name="裴 熙隆" userId="d70ee545ee25833c" providerId="LiveId" clId="{B923A741-4D38-4FD0-916D-0851B7D468B3}" dt="2026-04-05T06:57:00.261" v="158" actId="208"/>
          <ac:cxnSpMkLst>
            <pc:docMk/>
            <pc:sldMk cId="2390747985" sldId="258"/>
            <ac:cxnSpMk id="19" creationId="{54FA23D6-863A-04D7-0C74-DB6359E6412F}"/>
          </ac:cxnSpMkLst>
        </pc:cxnChg>
        <pc:cxnChg chg="mod">
          <ac:chgData name="裴 熙隆" userId="d70ee545ee25833c" providerId="LiveId" clId="{B923A741-4D38-4FD0-916D-0851B7D468B3}" dt="2026-04-05T06:55:35.045" v="145" actId="14100"/>
          <ac:cxnSpMkLst>
            <pc:docMk/>
            <pc:sldMk cId="2390747985" sldId="258"/>
            <ac:cxnSpMk id="23" creationId="{2C7CEA6E-0D58-72B7-B0C4-C0C9B5752B9F}"/>
          </ac:cxnSpMkLst>
        </pc:cxnChg>
      </pc:sldChg>
    </pc:docChg>
  </pc:docChgLst>
  <pc:docChgLst>
    <pc:chgData name="裴 熙隆" userId="d70ee545ee25833c" providerId="LiveId" clId="{DC26355F-018F-4029-A53C-7F6E7D25F5CC}"/>
    <pc:docChg chg="custSel modSld">
      <pc:chgData name="裴 熙隆" userId="d70ee545ee25833c" providerId="LiveId" clId="{DC26355F-018F-4029-A53C-7F6E7D25F5CC}" dt="2022-09-24T15:12:18.144" v="165" actId="692"/>
      <pc:docMkLst>
        <pc:docMk/>
      </pc:docMkLst>
      <pc:sldChg chg="addSp delSp modSp mod">
        <pc:chgData name="裴 熙隆" userId="d70ee545ee25833c" providerId="LiveId" clId="{DC26355F-018F-4029-A53C-7F6E7D25F5CC}" dt="2022-09-24T15:12:18.144" v="165" actId="692"/>
        <pc:sldMkLst>
          <pc:docMk/>
          <pc:sldMk cId="2390747985" sldId="258"/>
        </pc:sldMkLst>
        <pc:spChg chg="add del mod">
          <ac:chgData name="裴 熙隆" userId="d70ee545ee25833c" providerId="LiveId" clId="{DC26355F-018F-4029-A53C-7F6E7D25F5CC}" dt="2022-09-24T14:53:13.972" v="62" actId="478"/>
          <ac:spMkLst>
            <pc:docMk/>
            <pc:sldMk cId="2390747985" sldId="258"/>
            <ac:spMk id="3" creationId="{533BB412-128F-7A32-9860-3FAFEF219CC2}"/>
          </ac:spMkLst>
        </pc:spChg>
        <pc:spChg chg="add mod">
          <ac:chgData name="裴 熙隆" userId="d70ee545ee25833c" providerId="LiveId" clId="{DC26355F-018F-4029-A53C-7F6E7D25F5CC}" dt="2022-09-24T15:11:53.666" v="160" actId="207"/>
          <ac:spMkLst>
            <pc:docMk/>
            <pc:sldMk cId="2390747985" sldId="258"/>
            <ac:spMk id="3" creationId="{B3F5F02E-20D1-7C43-6DA4-0FB2E9A52927}"/>
          </ac:spMkLst>
        </pc:spChg>
        <pc:spChg chg="add mod">
          <ac:chgData name="裴 熙隆" userId="d70ee545ee25833c" providerId="LiveId" clId="{DC26355F-018F-4029-A53C-7F6E7D25F5CC}" dt="2022-09-24T14:53:04.847" v="61" actId="1076"/>
          <ac:spMkLst>
            <pc:docMk/>
            <pc:sldMk cId="2390747985" sldId="258"/>
            <ac:spMk id="4" creationId="{B57699C7-7AB9-FF8A-3922-5DAB9D6BBB03}"/>
          </ac:spMkLst>
        </pc:spChg>
        <pc:spChg chg="add mod">
          <ac:chgData name="裴 熙隆" userId="d70ee545ee25833c" providerId="LiveId" clId="{DC26355F-018F-4029-A53C-7F6E7D25F5CC}" dt="2022-09-24T14:53:32.386" v="69" actId="1076"/>
          <ac:spMkLst>
            <pc:docMk/>
            <pc:sldMk cId="2390747985" sldId="258"/>
            <ac:spMk id="6" creationId="{EB62505D-ABC7-E7C6-B7B1-E5686B859B70}"/>
          </ac:spMkLst>
        </pc:spChg>
        <pc:spChg chg="add mod">
          <ac:chgData name="裴 熙隆" userId="d70ee545ee25833c" providerId="LiveId" clId="{DC26355F-018F-4029-A53C-7F6E7D25F5CC}" dt="2022-09-24T15:11:46.663" v="159" actId="207"/>
          <ac:spMkLst>
            <pc:docMk/>
            <pc:sldMk cId="2390747985" sldId="258"/>
            <ac:spMk id="9" creationId="{68B513F0-549B-88E1-AC0A-755500F2452D}"/>
          </ac:spMkLst>
        </pc:spChg>
        <pc:spChg chg="add mod">
          <ac:chgData name="裴 熙隆" userId="d70ee545ee25833c" providerId="LiveId" clId="{DC26355F-018F-4029-A53C-7F6E7D25F5CC}" dt="2022-09-24T15:06:25.068" v="108" actId="1076"/>
          <ac:spMkLst>
            <pc:docMk/>
            <pc:sldMk cId="2390747985" sldId="258"/>
            <ac:spMk id="13" creationId="{ACFA0A1A-D591-3B9C-FB64-1F7752D586E6}"/>
          </ac:spMkLst>
        </pc:spChg>
        <pc:spChg chg="del">
          <ac:chgData name="裴 熙隆" userId="d70ee545ee25833c" providerId="LiveId" clId="{DC26355F-018F-4029-A53C-7F6E7D25F5CC}" dt="2022-09-24T14:52:44.568" v="55" actId="478"/>
          <ac:spMkLst>
            <pc:docMk/>
            <pc:sldMk cId="2390747985" sldId="258"/>
            <ac:spMk id="14" creationId="{A8C5A248-DCDB-463C-8975-5E9DD9A4DC43}"/>
          </ac:spMkLst>
        </pc:spChg>
        <pc:cxnChg chg="add mod">
          <ac:chgData name="裴 熙隆" userId="d70ee545ee25833c" providerId="LiveId" clId="{DC26355F-018F-4029-A53C-7F6E7D25F5CC}" dt="2022-09-24T15:10:29.537" v="140" actId="692"/>
          <ac:cxnSpMkLst>
            <pc:docMk/>
            <pc:sldMk cId="2390747985" sldId="258"/>
            <ac:cxnSpMk id="14" creationId="{5AB0268C-2150-EDD1-0BBE-F31111A83253}"/>
          </ac:cxnSpMkLst>
        </pc:cxnChg>
        <pc:cxnChg chg="add mod">
          <ac:chgData name="裴 熙隆" userId="d70ee545ee25833c" providerId="LiveId" clId="{DC26355F-018F-4029-A53C-7F6E7D25F5CC}" dt="2022-09-24T15:09:54.794" v="138" actId="692"/>
          <ac:cxnSpMkLst>
            <pc:docMk/>
            <pc:sldMk cId="2390747985" sldId="258"/>
            <ac:cxnSpMk id="19" creationId="{54FA23D6-863A-04D7-0C74-DB6359E6412F}"/>
          </ac:cxnSpMkLst>
        </pc:cxnChg>
        <pc:cxnChg chg="add mod">
          <ac:chgData name="裴 熙隆" userId="d70ee545ee25833c" providerId="LiveId" clId="{DC26355F-018F-4029-A53C-7F6E7D25F5CC}" dt="2022-09-24T15:12:18.144" v="165" actId="692"/>
          <ac:cxnSpMkLst>
            <pc:docMk/>
            <pc:sldMk cId="2390747985" sldId="258"/>
            <ac:cxnSpMk id="23" creationId="{2C7CEA6E-0D58-72B7-B0C4-C0C9B5752B9F}"/>
          </ac:cxnSpMkLst>
        </pc:cxnChg>
      </pc:sldChg>
    </pc:docChg>
  </pc:docChgLst>
  <pc:docChgLst>
    <pc:chgData name="裴 熙隆" userId="d70ee545ee25833c" providerId="LiveId" clId="{6A1F4C56-CF9C-4E16-8821-133AE94C09F0}"/>
    <pc:docChg chg="undo redo custSel delSld modSld">
      <pc:chgData name="裴 熙隆" userId="d70ee545ee25833c" providerId="LiveId" clId="{6A1F4C56-CF9C-4E16-8821-133AE94C09F0}" dt="2022-09-24T16:24:44.888" v="163" actId="108"/>
      <pc:docMkLst>
        <pc:docMk/>
      </pc:docMkLst>
      <pc:sldChg chg="del">
        <pc:chgData name="裴 熙隆" userId="d70ee545ee25833c" providerId="LiveId" clId="{6A1F4C56-CF9C-4E16-8821-133AE94C09F0}" dt="2022-09-24T12:39:57.962" v="0" actId="47"/>
        <pc:sldMkLst>
          <pc:docMk/>
          <pc:sldMk cId="3406485860" sldId="256"/>
        </pc:sldMkLst>
      </pc:sldChg>
      <pc:sldChg chg="del">
        <pc:chgData name="裴 熙隆" userId="d70ee545ee25833c" providerId="LiveId" clId="{6A1F4C56-CF9C-4E16-8821-133AE94C09F0}" dt="2022-09-24T12:43:04.262" v="1" actId="47"/>
        <pc:sldMkLst>
          <pc:docMk/>
          <pc:sldMk cId="1557613076" sldId="257"/>
        </pc:sldMkLst>
      </pc:sldChg>
      <pc:sldChg chg="addSp delSp modSp mod setBg">
        <pc:chgData name="裴 熙隆" userId="d70ee545ee25833c" providerId="LiveId" clId="{6A1F4C56-CF9C-4E16-8821-133AE94C09F0}" dt="2022-09-24T16:24:44.888" v="163" actId="108"/>
        <pc:sldMkLst>
          <pc:docMk/>
          <pc:sldMk cId="2390747985" sldId="258"/>
        </pc:sldMkLst>
        <pc:spChg chg="add mod topLvl">
          <ac:chgData name="裴 熙隆" userId="d70ee545ee25833c" providerId="LiveId" clId="{6A1F4C56-CF9C-4E16-8821-133AE94C09F0}" dt="2022-09-24T13:35:56.799" v="37" actId="165"/>
          <ac:spMkLst>
            <pc:docMk/>
            <pc:sldMk cId="2390747985" sldId="258"/>
            <ac:spMk id="2" creationId="{E72D2CD5-D858-498A-BDDB-6519299807EE}"/>
          </ac:spMkLst>
        </pc:spChg>
        <pc:spChg chg="mod">
          <ac:chgData name="裴 熙隆" userId="d70ee545ee25833c" providerId="LiveId" clId="{6A1F4C56-CF9C-4E16-8821-133AE94C09F0}" dt="2022-09-24T16:24:44.888" v="163" actId="108"/>
          <ac:spMkLst>
            <pc:docMk/>
            <pc:sldMk cId="2390747985" sldId="258"/>
            <ac:spMk id="6" creationId="{EB62505D-ABC7-E7C6-B7B1-E5686B859B70}"/>
          </ac:spMkLst>
        </pc:spChg>
        <pc:spChg chg="add del">
          <ac:chgData name="裴 熙隆" userId="d70ee545ee25833c" providerId="LiveId" clId="{6A1F4C56-CF9C-4E16-8821-133AE94C09F0}" dt="2022-09-24T13:32:55.850" v="18" actId="22"/>
          <ac:spMkLst>
            <pc:docMk/>
            <pc:sldMk cId="2390747985" sldId="258"/>
            <ac:spMk id="9" creationId="{3DC33FBF-E6B0-4A56-BFD0-161105E28412}"/>
          </ac:spMkLst>
        </pc:spChg>
        <pc:spChg chg="add mod">
          <ac:chgData name="裴 熙隆" userId="d70ee545ee25833c" providerId="LiveId" clId="{6A1F4C56-CF9C-4E16-8821-133AE94C09F0}" dt="2022-09-24T13:37:53.472" v="53" actId="20577"/>
          <ac:spMkLst>
            <pc:docMk/>
            <pc:sldMk cId="2390747985" sldId="258"/>
            <ac:spMk id="11" creationId="{25E7BA54-97AE-4BFE-BF76-9A5F683771DB}"/>
          </ac:spMkLst>
        </pc:spChg>
        <pc:spChg chg="add mod">
          <ac:chgData name="裴 熙隆" userId="d70ee545ee25833c" providerId="LiveId" clId="{6A1F4C56-CF9C-4E16-8821-133AE94C09F0}" dt="2022-09-24T13:36:29.806" v="43" actId="1076"/>
          <ac:spMkLst>
            <pc:docMk/>
            <pc:sldMk cId="2390747985" sldId="258"/>
            <ac:spMk id="12" creationId="{9D4785B1-751A-4ADA-878D-589349320C5D}"/>
          </ac:spMkLst>
        </pc:spChg>
        <pc:spChg chg="add mod">
          <ac:chgData name="裴 熙隆" userId="d70ee545ee25833c" providerId="LiveId" clId="{6A1F4C56-CF9C-4E16-8821-133AE94C09F0}" dt="2022-09-24T13:41:16.577" v="143" actId="1076"/>
          <ac:spMkLst>
            <pc:docMk/>
            <pc:sldMk cId="2390747985" sldId="258"/>
            <ac:spMk id="14" creationId="{A8C5A248-DCDB-463C-8975-5E9DD9A4DC43}"/>
          </ac:spMkLst>
        </pc:spChg>
        <pc:spChg chg="add mod">
          <ac:chgData name="裴 熙隆" userId="d70ee545ee25833c" providerId="LiveId" clId="{6A1F4C56-CF9C-4E16-8821-133AE94C09F0}" dt="2022-09-24T13:42:46.027" v="157" actId="1076"/>
          <ac:spMkLst>
            <pc:docMk/>
            <pc:sldMk cId="2390747985" sldId="258"/>
            <ac:spMk id="16" creationId="{9D6A1330-2161-4B6D-B123-FAF0162844C0}"/>
          </ac:spMkLst>
        </pc:spChg>
        <pc:spChg chg="add mod">
          <ac:chgData name="裴 熙隆" userId="d70ee545ee25833c" providerId="LiveId" clId="{6A1F4C56-CF9C-4E16-8821-133AE94C09F0}" dt="2022-09-24T13:42:58.950" v="161" actId="1076"/>
          <ac:spMkLst>
            <pc:docMk/>
            <pc:sldMk cId="2390747985" sldId="258"/>
            <ac:spMk id="17" creationId="{FEFF6B8F-B34C-4CEF-98B9-E86A1A58FCC7}"/>
          </ac:spMkLst>
        </pc:spChg>
        <pc:grpChg chg="add del mod">
          <ac:chgData name="裴 熙隆" userId="d70ee545ee25833c" providerId="LiveId" clId="{6A1F4C56-CF9C-4E16-8821-133AE94C09F0}" dt="2022-09-24T13:35:56.799" v="37" actId="165"/>
          <ac:grpSpMkLst>
            <pc:docMk/>
            <pc:sldMk cId="2390747985" sldId="258"/>
            <ac:grpSpMk id="3" creationId="{8DAB6202-49E3-42DC-A13F-4F1B8429DD34}"/>
          </ac:grpSpMkLst>
        </pc:grpChg>
        <pc:picChg chg="mod ord topLvl">
          <ac:chgData name="裴 熙隆" userId="d70ee545ee25833c" providerId="LiveId" clId="{6A1F4C56-CF9C-4E16-8821-133AE94C09F0}" dt="2022-09-24T13:41:42.399" v="146" actId="1076"/>
          <ac:picMkLst>
            <pc:docMk/>
            <pc:sldMk cId="2390747985" sldId="258"/>
            <ac:picMk id="5" creationId="{7732429D-5E61-4194-8194-B05B0122E5AD}"/>
          </ac:picMkLst>
        </pc:picChg>
        <pc:picChg chg="add mod">
          <ac:chgData name="裴 熙隆" userId="d70ee545ee25833c" providerId="LiveId" clId="{6A1F4C56-CF9C-4E16-8821-133AE94C09F0}" dt="2022-09-24T13:37:13.089" v="48" actId="1076"/>
          <ac:picMkLst>
            <pc:docMk/>
            <pc:sldMk cId="2390747985" sldId="258"/>
            <ac:picMk id="7" creationId="{998DA6B2-F07E-4E98-A2E3-26DEB14EA790}"/>
          </ac:picMkLst>
        </pc:picChg>
        <pc:picChg chg="mod">
          <ac:chgData name="裴 熙隆" userId="d70ee545ee25833c" providerId="LiveId" clId="{6A1F4C56-CF9C-4E16-8821-133AE94C09F0}" dt="2022-09-24T13:35:25.656" v="26" actId="1076"/>
          <ac:picMkLst>
            <pc:docMk/>
            <pc:sldMk cId="2390747985" sldId="258"/>
            <ac:picMk id="8" creationId="{6A1FE2DE-798A-42AA-80B7-3AA295716814}"/>
          </ac:picMkLst>
        </pc:picChg>
        <pc:cxnChg chg="mod topLvl">
          <ac:chgData name="裴 熙隆" userId="d70ee545ee25833c" providerId="LiveId" clId="{6A1F4C56-CF9C-4E16-8821-133AE94C09F0}" dt="2022-09-24T13:35:56.799" v="37" actId="165"/>
          <ac:cxnSpMkLst>
            <pc:docMk/>
            <pc:sldMk cId="2390747985" sldId="258"/>
            <ac:cxnSpMk id="10" creationId="{1082F64D-8FF9-417A-ADBE-73EDF705E17C}"/>
          </ac:cxnSpMkLst>
        </pc:cxnChg>
        <pc:cxnChg chg="mod topLvl">
          <ac:chgData name="裴 熙隆" userId="d70ee545ee25833c" providerId="LiveId" clId="{6A1F4C56-CF9C-4E16-8821-133AE94C09F0}" dt="2022-09-24T13:35:56.799" v="37" actId="165"/>
          <ac:cxnSpMkLst>
            <pc:docMk/>
            <pc:sldMk cId="2390747985" sldId="258"/>
            <ac:cxnSpMk id="15" creationId="{16B7696C-38EE-44BA-BA07-888CE0A5A95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ADD6B-BBC3-4309-8E21-2526461C6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6D3037-5D2C-4382-9D7D-597C305DC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79156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68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32429D-5E61-4194-8194-B05B0122E5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9" r="12919" b="39713"/>
          <a:stretch/>
        </p:blipFill>
        <p:spPr>
          <a:xfrm>
            <a:off x="1979458" y="801531"/>
            <a:ext cx="3505200" cy="34830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A1FE2DE-798A-42AA-80B7-3AA2957168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49813" y="1087152"/>
            <a:ext cx="280941" cy="490658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082F64D-8FF9-417A-ADBE-73EDF705E17C}"/>
              </a:ext>
            </a:extLst>
          </p:cNvPr>
          <p:cNvCxnSpPr>
            <a:cxnSpLocks/>
          </p:cNvCxnSpPr>
          <p:nvPr/>
        </p:nvCxnSpPr>
        <p:spPr>
          <a:xfrm rot="480000" flipH="1">
            <a:off x="4302605" y="1571680"/>
            <a:ext cx="0" cy="126000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6B7696C-38EE-44BA-BA07-888CE0A5A958}"/>
              </a:ext>
            </a:extLst>
          </p:cNvPr>
          <p:cNvCxnSpPr>
            <a:cxnSpLocks/>
          </p:cNvCxnSpPr>
          <p:nvPr/>
        </p:nvCxnSpPr>
        <p:spPr>
          <a:xfrm>
            <a:off x="4074456" y="2825549"/>
            <a:ext cx="273707" cy="31951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72D2CD5-D858-498A-BDDB-6519299807EE}"/>
              </a:ext>
            </a:extLst>
          </p:cNvPr>
          <p:cNvSpPr txBox="1"/>
          <p:nvPr/>
        </p:nvSpPr>
        <p:spPr>
          <a:xfrm>
            <a:off x="4249813" y="1956264"/>
            <a:ext cx="768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100 m</a:t>
            </a:r>
            <a:endParaRPr lang="zh-CN" altLang="en-US" dirty="0">
              <a:solidFill>
                <a:schemeClr val="bg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8DA6B2-F07E-4E98-A2E3-26DEB14EA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372" y="801531"/>
            <a:ext cx="4644115" cy="348308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5E7BA54-97AE-4BFE-BF76-9A5F683771DB}"/>
              </a:ext>
            </a:extLst>
          </p:cNvPr>
          <p:cNvSpPr txBox="1"/>
          <p:nvPr/>
        </p:nvSpPr>
        <p:spPr>
          <a:xfrm>
            <a:off x="3579223" y="269094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6A1330-2161-4B6D-B123-FAF0162844C0}"/>
              </a:ext>
            </a:extLst>
          </p:cNvPr>
          <p:cNvSpPr txBox="1"/>
          <p:nvPr/>
        </p:nvSpPr>
        <p:spPr>
          <a:xfrm>
            <a:off x="1979458" y="4284617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(a) </a:t>
            </a:r>
            <a:r>
              <a:rPr lang="zh-CN" altLang="en-US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测试场地卫星平面图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FF6B8F-B34C-4CEF-98B9-E86A1A58FCC7}"/>
              </a:ext>
            </a:extLst>
          </p:cNvPr>
          <p:cNvSpPr txBox="1"/>
          <p:nvPr/>
        </p:nvSpPr>
        <p:spPr>
          <a:xfrm>
            <a:off x="5702372" y="4284617"/>
            <a:ext cx="4644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(b)</a:t>
            </a:r>
            <a:r>
              <a:rPr lang="zh-CN" altLang="en-US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 </a:t>
            </a:r>
            <a:r>
              <a:rPr lang="en-US" altLang="zh-CN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 </a:t>
            </a:r>
            <a:r>
              <a:rPr lang="zh-CN" altLang="en-US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面板与接收终端部署照片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57699C7-7AB9-FF8A-3922-5DAB9D6BBB03}"/>
              </a:ext>
            </a:extLst>
          </p:cNvPr>
          <p:cNvSpPr/>
          <p:nvPr/>
        </p:nvSpPr>
        <p:spPr>
          <a:xfrm>
            <a:off x="3499970" y="2580757"/>
            <a:ext cx="595828" cy="244792"/>
          </a:xfrm>
          <a:prstGeom prst="round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endParaRPr lang="zh-CN" altLang="en-US" dirty="0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3F5F02E-20D1-7C43-6DA4-0FB2E9A52927}"/>
              </a:ext>
            </a:extLst>
          </p:cNvPr>
          <p:cNvSpPr/>
          <p:nvPr/>
        </p:nvSpPr>
        <p:spPr>
          <a:xfrm>
            <a:off x="9308591" y="3923066"/>
            <a:ext cx="903951" cy="244792"/>
          </a:xfrm>
          <a:prstGeom prst="roundRect">
            <a:avLst/>
          </a:prstGeom>
          <a:solidFill>
            <a:schemeClr val="accent5">
              <a:lumMod val="40000"/>
              <a:lumOff val="60000"/>
              <a:alpha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接收机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CFA0A1A-D591-3B9C-FB64-1F7752D586E6}"/>
              </a:ext>
            </a:extLst>
          </p:cNvPr>
          <p:cNvSpPr/>
          <p:nvPr/>
        </p:nvSpPr>
        <p:spPr>
          <a:xfrm>
            <a:off x="8480137" y="2921489"/>
            <a:ext cx="595828" cy="244792"/>
          </a:xfrm>
          <a:prstGeom prst="round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endParaRPr lang="zh-CN" altLang="en-US" dirty="0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AB0268C-2150-EDD1-0BBE-F31111A83253}"/>
              </a:ext>
            </a:extLst>
          </p:cNvPr>
          <p:cNvCxnSpPr>
            <a:cxnSpLocks/>
          </p:cNvCxnSpPr>
          <p:nvPr/>
        </p:nvCxnSpPr>
        <p:spPr>
          <a:xfrm>
            <a:off x="6214513" y="1614714"/>
            <a:ext cx="2265624" cy="1260903"/>
          </a:xfrm>
          <a:prstGeom prst="line">
            <a:avLst/>
          </a:prstGeom>
          <a:ln w="31750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4FA23D6-863A-04D7-0C74-DB6359E6412F}"/>
              </a:ext>
            </a:extLst>
          </p:cNvPr>
          <p:cNvCxnSpPr>
            <a:cxnSpLocks/>
          </p:cNvCxnSpPr>
          <p:nvPr/>
        </p:nvCxnSpPr>
        <p:spPr>
          <a:xfrm>
            <a:off x="8480137" y="2875615"/>
            <a:ext cx="1116709" cy="45874"/>
          </a:xfrm>
          <a:prstGeom prst="line">
            <a:avLst/>
          </a:prstGeom>
          <a:ln w="31750">
            <a:solidFill>
              <a:schemeClr val="accent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C7CEA6E-0D58-72B7-B0C4-C0C9B5752B9F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9531043" y="2969038"/>
            <a:ext cx="229524" cy="954028"/>
          </a:xfrm>
          <a:prstGeom prst="line">
            <a:avLst/>
          </a:prstGeom>
          <a:ln w="19050">
            <a:solidFill>
              <a:schemeClr val="bg1"/>
            </a:solidFill>
            <a:prstDash val="solid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747EC19-F9FD-43A4-80AA-9829E7050352}"/>
              </a:ext>
            </a:extLst>
          </p:cNvPr>
          <p:cNvSpPr/>
          <p:nvPr/>
        </p:nvSpPr>
        <p:spPr>
          <a:xfrm>
            <a:off x="4512463" y="1205830"/>
            <a:ext cx="687425" cy="244792"/>
          </a:xfrm>
          <a:prstGeom prst="roundRect">
            <a:avLst/>
          </a:prstGeom>
          <a:solidFill>
            <a:schemeClr val="accent6">
              <a:lumMod val="40000"/>
              <a:lumOff val="60000"/>
              <a:alpha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基站</a:t>
            </a:r>
            <a:endParaRPr lang="zh-CN" altLang="en-US" sz="1400" dirty="0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0E57FEF-1220-44FB-BEF3-EC23214A36DB}"/>
              </a:ext>
            </a:extLst>
          </p:cNvPr>
          <p:cNvSpPr/>
          <p:nvPr/>
        </p:nvSpPr>
        <p:spPr>
          <a:xfrm>
            <a:off x="5870800" y="935862"/>
            <a:ext cx="687425" cy="244792"/>
          </a:xfrm>
          <a:prstGeom prst="roundRect">
            <a:avLst/>
          </a:prstGeom>
          <a:solidFill>
            <a:schemeClr val="accent6">
              <a:lumMod val="40000"/>
              <a:lumOff val="60000"/>
              <a:alpha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基站</a:t>
            </a:r>
            <a:endParaRPr lang="zh-CN" altLang="en-US" sz="1400" dirty="0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876FC66-7E24-40F0-A1A5-05464D47E9B3}"/>
              </a:ext>
            </a:extLst>
          </p:cNvPr>
          <p:cNvSpPr txBox="1"/>
          <p:nvPr/>
        </p:nvSpPr>
        <p:spPr>
          <a:xfrm>
            <a:off x="8742099" y="2559595"/>
            <a:ext cx="768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1.5 m</a:t>
            </a:r>
            <a:endParaRPr lang="zh-CN" altLang="en-US" dirty="0">
              <a:solidFill>
                <a:schemeClr val="bg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3" name="弧形 32">
            <a:extLst>
              <a:ext uri="{FF2B5EF4-FFF2-40B4-BE49-F238E27FC236}">
                <a16:creationId xmlns:a16="http://schemas.microsoft.com/office/drawing/2014/main" id="{A20ED1A0-1C3B-48F7-A854-E7178A934779}"/>
              </a:ext>
            </a:extLst>
          </p:cNvPr>
          <p:cNvSpPr/>
          <p:nvPr/>
        </p:nvSpPr>
        <p:spPr>
          <a:xfrm rot="1815176">
            <a:off x="8163683" y="2650992"/>
            <a:ext cx="533628" cy="389270"/>
          </a:xfrm>
          <a:prstGeom prst="arc">
            <a:avLst>
              <a:gd name="adj1" fmla="val 10948801"/>
              <a:gd name="adj2" fmla="val 20055982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2FE343E-C79F-4D49-90E7-0801201806ED}"/>
              </a:ext>
            </a:extLst>
          </p:cNvPr>
          <p:cNvSpPr txBox="1"/>
          <p:nvPr/>
        </p:nvSpPr>
        <p:spPr>
          <a:xfrm>
            <a:off x="8275999" y="2316549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45°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747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31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TimesSimSun</vt:lpstr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8</cp:revision>
  <dcterms:created xsi:type="dcterms:W3CDTF">2022-09-22T09:20:38Z</dcterms:created>
  <dcterms:modified xsi:type="dcterms:W3CDTF">2026-04-05T07:42:39Z</dcterms:modified>
</cp:coreProperties>
</file>