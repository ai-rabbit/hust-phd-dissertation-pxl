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"/>
  </p:notesMasterIdLst>
  <p:sldIdLst>
    <p:sldId id="256" r:id="rId2"/>
  </p:sldIdLst>
  <p:sldSz cx="1440021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裴 熙隆" userId="d70ee545ee25833c" providerId="LiveId" clId="{D076E84F-B078-4D3A-BDB0-66E9A20DBFD6}"/>
    <pc:docChg chg="undo redo custSel modSld">
      <pc:chgData name="裴 熙隆" userId="d70ee545ee25833c" providerId="LiveId" clId="{D076E84F-B078-4D3A-BDB0-66E9A20DBFD6}" dt="2026-04-03T08:27:08.706" v="241" actId="208"/>
      <pc:docMkLst>
        <pc:docMk/>
      </pc:docMkLst>
      <pc:sldChg chg="addSp delSp modSp mod">
        <pc:chgData name="裴 熙隆" userId="d70ee545ee25833c" providerId="LiveId" clId="{D076E84F-B078-4D3A-BDB0-66E9A20DBFD6}" dt="2026-04-03T08:27:08.706" v="241" actId="208"/>
        <pc:sldMkLst>
          <pc:docMk/>
          <pc:sldMk cId="4226134482" sldId="256"/>
        </pc:sldMkLst>
        <pc:spChg chg="mod">
          <ac:chgData name="裴 熙隆" userId="d70ee545ee25833c" providerId="LiveId" clId="{D076E84F-B078-4D3A-BDB0-66E9A20DBFD6}" dt="2026-04-03T04:24:30.212" v="14" actId="2711"/>
          <ac:spMkLst>
            <pc:docMk/>
            <pc:sldMk cId="4226134482" sldId="256"/>
            <ac:spMk id="4" creationId="{D2AE2B8D-8EEE-4EBE-9572-3B512C9C3697}"/>
          </ac:spMkLst>
        </pc:spChg>
        <pc:spChg chg="mod">
          <ac:chgData name="裴 熙隆" userId="d70ee545ee25833c" providerId="LiveId" clId="{D076E84F-B078-4D3A-BDB0-66E9A20DBFD6}" dt="2026-04-03T08:24:22.061" v="226" actId="207"/>
          <ac:spMkLst>
            <pc:docMk/>
            <pc:sldMk cId="4226134482" sldId="256"/>
            <ac:spMk id="12" creationId="{87CAE900-4DE8-4EDF-BBCD-8426FFEBCA35}"/>
          </ac:spMkLst>
        </pc:spChg>
        <pc:spChg chg="mod">
          <ac:chgData name="裴 熙隆" userId="d70ee545ee25833c" providerId="LiveId" clId="{D076E84F-B078-4D3A-BDB0-66E9A20DBFD6}" dt="2026-04-03T08:25:22.010" v="232" actId="207"/>
          <ac:spMkLst>
            <pc:docMk/>
            <pc:sldMk cId="4226134482" sldId="256"/>
            <ac:spMk id="13" creationId="{6E032BFE-C909-45C2-9713-1B6E9492991E}"/>
          </ac:spMkLst>
        </pc:spChg>
        <pc:spChg chg="mod">
          <ac:chgData name="裴 熙隆" userId="d70ee545ee25833c" providerId="LiveId" clId="{D076E84F-B078-4D3A-BDB0-66E9A20DBFD6}" dt="2026-04-03T08:26:59.901" v="239" actId="1582"/>
          <ac:spMkLst>
            <pc:docMk/>
            <pc:sldMk cId="4226134482" sldId="256"/>
            <ac:spMk id="14" creationId="{1438042D-A29F-458F-98B5-041C054D5501}"/>
          </ac:spMkLst>
        </pc:spChg>
        <pc:spChg chg="mod">
          <ac:chgData name="裴 熙隆" userId="d70ee545ee25833c" providerId="LiveId" clId="{D076E84F-B078-4D3A-BDB0-66E9A20DBFD6}" dt="2026-04-03T08:27:08.706" v="241" actId="208"/>
          <ac:spMkLst>
            <pc:docMk/>
            <pc:sldMk cId="4226134482" sldId="256"/>
            <ac:spMk id="15" creationId="{818983A8-1F10-4429-B665-E75BEF166515}"/>
          </ac:spMkLst>
        </pc:spChg>
        <pc:spChg chg="mod">
          <ac:chgData name="裴 熙隆" userId="d70ee545ee25833c" providerId="LiveId" clId="{D076E84F-B078-4D3A-BDB0-66E9A20DBFD6}" dt="2026-04-03T04:28:10.443" v="124" actId="1076"/>
          <ac:spMkLst>
            <pc:docMk/>
            <pc:sldMk cId="4226134482" sldId="256"/>
            <ac:spMk id="16" creationId="{A0380159-8AD8-4410-955B-B0F36F2BB7FA}"/>
          </ac:spMkLst>
        </pc:spChg>
        <pc:spChg chg="mod">
          <ac:chgData name="裴 熙隆" userId="d70ee545ee25833c" providerId="LiveId" clId="{D076E84F-B078-4D3A-BDB0-66E9A20DBFD6}" dt="2026-04-03T04:28:17.743" v="125" actId="1076"/>
          <ac:spMkLst>
            <pc:docMk/>
            <pc:sldMk cId="4226134482" sldId="256"/>
            <ac:spMk id="17" creationId="{3B3DE730-3D08-430C-83A5-FDE6DE1F8490}"/>
          </ac:spMkLst>
        </pc:spChg>
        <pc:spChg chg="mod">
          <ac:chgData name="裴 熙隆" userId="d70ee545ee25833c" providerId="LiveId" clId="{D076E84F-B078-4D3A-BDB0-66E9A20DBFD6}" dt="2026-04-03T08:24:20.351" v="225" actId="207"/>
          <ac:spMkLst>
            <pc:docMk/>
            <pc:sldMk cId="4226134482" sldId="256"/>
            <ac:spMk id="18" creationId="{3DB93EE2-0C83-46E1-8773-61B976AB4265}"/>
          </ac:spMkLst>
        </pc:spChg>
        <pc:spChg chg="add mod">
          <ac:chgData name="裴 熙隆" userId="d70ee545ee25833c" providerId="LiveId" clId="{D076E84F-B078-4D3A-BDB0-66E9A20DBFD6}" dt="2026-04-03T08:24:54.715" v="228" actId="207"/>
          <ac:spMkLst>
            <pc:docMk/>
            <pc:sldMk cId="4226134482" sldId="256"/>
            <ac:spMk id="20" creationId="{051710E9-77EB-4824-B000-1437F4AFEB3F}"/>
          </ac:spMkLst>
        </pc:spChg>
        <pc:spChg chg="mod">
          <ac:chgData name="裴 熙隆" userId="d70ee545ee25833c" providerId="LiveId" clId="{D076E84F-B078-4D3A-BDB0-66E9A20DBFD6}" dt="2026-04-03T08:24:16.979" v="224" actId="207"/>
          <ac:spMkLst>
            <pc:docMk/>
            <pc:sldMk cId="4226134482" sldId="256"/>
            <ac:spMk id="22" creationId="{36341099-2F92-4192-B42C-32CFCD33F4AE}"/>
          </ac:spMkLst>
        </pc:spChg>
        <pc:spChg chg="mod ord">
          <ac:chgData name="裴 熙隆" userId="d70ee545ee25833c" providerId="LiveId" clId="{D076E84F-B078-4D3A-BDB0-66E9A20DBFD6}" dt="2026-04-03T04:29:50.613" v="200" actId="1076"/>
          <ac:spMkLst>
            <pc:docMk/>
            <pc:sldMk cId="4226134482" sldId="256"/>
            <ac:spMk id="24" creationId="{C63F291A-1568-4E97-ADD6-ED9E0B46DE82}"/>
          </ac:spMkLst>
        </pc:spChg>
        <pc:spChg chg="mod ord">
          <ac:chgData name="裴 熙隆" userId="d70ee545ee25833c" providerId="LiveId" clId="{D076E84F-B078-4D3A-BDB0-66E9A20DBFD6}" dt="2026-04-03T04:29:42.335" v="198" actId="1076"/>
          <ac:spMkLst>
            <pc:docMk/>
            <pc:sldMk cId="4226134482" sldId="256"/>
            <ac:spMk id="26" creationId="{01498713-A0A0-4507-865E-F3FD58B33AA0}"/>
          </ac:spMkLst>
        </pc:spChg>
        <pc:spChg chg="add mod">
          <ac:chgData name="裴 熙隆" userId="d70ee545ee25833c" providerId="LiveId" clId="{D076E84F-B078-4D3A-BDB0-66E9A20DBFD6}" dt="2026-04-03T08:25:06.658" v="231" actId="207"/>
          <ac:spMkLst>
            <pc:docMk/>
            <pc:sldMk cId="4226134482" sldId="256"/>
            <ac:spMk id="27" creationId="{6F4701A1-80F4-4A4C-AA78-0D2F2BDC7490}"/>
          </ac:spMkLst>
        </pc:spChg>
        <pc:picChg chg="mod modCrop">
          <ac:chgData name="裴 熙隆" userId="d70ee545ee25833c" providerId="LiveId" clId="{D076E84F-B078-4D3A-BDB0-66E9A20DBFD6}" dt="2026-04-03T04:27:27.282" v="115" actId="732"/>
          <ac:picMkLst>
            <pc:docMk/>
            <pc:sldMk cId="4226134482" sldId="256"/>
            <ac:picMk id="5" creationId="{8B2DCF73-5ECA-4614-8700-1BB165F0E834}"/>
          </ac:picMkLst>
        </pc:picChg>
        <pc:picChg chg="mod ord">
          <ac:chgData name="裴 熙隆" userId="d70ee545ee25833c" providerId="LiveId" clId="{D076E84F-B078-4D3A-BDB0-66E9A20DBFD6}" dt="2026-04-03T04:28:33.349" v="129" actId="1076"/>
          <ac:picMkLst>
            <pc:docMk/>
            <pc:sldMk cId="4226134482" sldId="256"/>
            <ac:picMk id="6" creationId="{DF8D7521-F23D-49D0-9EE0-D6A441C11F1C}"/>
          </ac:picMkLst>
        </pc:picChg>
        <pc:picChg chg="mod">
          <ac:chgData name="裴 熙隆" userId="d70ee545ee25833c" providerId="LiveId" clId="{D076E84F-B078-4D3A-BDB0-66E9A20DBFD6}" dt="2026-04-03T08:26:04.042" v="235" actId="1582"/>
          <ac:picMkLst>
            <pc:docMk/>
            <pc:sldMk cId="4226134482" sldId="256"/>
            <ac:picMk id="9" creationId="{CE97CD68-3BA9-4B2A-9B78-396EBE9EA5D6}"/>
          </ac:picMkLst>
        </pc:picChg>
        <pc:picChg chg="del mod">
          <ac:chgData name="裴 熙隆" userId="d70ee545ee25833c" providerId="LiveId" clId="{D076E84F-B078-4D3A-BDB0-66E9A20DBFD6}" dt="2026-04-03T04:28:39.171" v="132" actId="478"/>
          <ac:picMkLst>
            <pc:docMk/>
            <pc:sldMk cId="4226134482" sldId="256"/>
            <ac:picMk id="20" creationId="{BCA1CE80-87FC-45E8-B7D5-F3CBD9F019FE}"/>
          </ac:picMkLst>
        </pc:picChg>
        <pc:picChg chg="add mod">
          <ac:chgData name="裴 熙隆" userId="d70ee545ee25833c" providerId="LiveId" clId="{D076E84F-B078-4D3A-BDB0-66E9A20DBFD6}" dt="2026-04-03T04:28:47.666" v="135" actId="1076"/>
          <ac:picMkLst>
            <pc:docMk/>
            <pc:sldMk cId="4226134482" sldId="256"/>
            <ac:picMk id="21" creationId="{F331935D-BDA0-4538-804D-50DFB9A54DAD}"/>
          </ac:picMkLst>
        </pc:picChg>
        <pc:picChg chg="mod ord">
          <ac:chgData name="裴 熙隆" userId="d70ee545ee25833c" providerId="LiveId" clId="{D076E84F-B078-4D3A-BDB0-66E9A20DBFD6}" dt="2026-04-03T04:27:42.453" v="118" actId="14100"/>
          <ac:picMkLst>
            <pc:docMk/>
            <pc:sldMk cId="4226134482" sldId="256"/>
            <ac:picMk id="23" creationId="{64A47539-467B-4DF1-B67C-33784A73FBD8}"/>
          </ac:picMkLst>
        </pc:picChg>
        <pc:picChg chg="mod ord">
          <ac:chgData name="裴 熙隆" userId="d70ee545ee25833c" providerId="LiveId" clId="{D076E84F-B078-4D3A-BDB0-66E9A20DBFD6}" dt="2026-04-03T04:27:44.726" v="119" actId="14100"/>
          <ac:picMkLst>
            <pc:docMk/>
            <pc:sldMk cId="4226134482" sldId="256"/>
            <ac:picMk id="25" creationId="{588CB360-E65D-4E49-9DBC-2E6603D39008}"/>
          </ac:picMkLst>
        </pc:picChg>
        <pc:cxnChg chg="mod">
          <ac:chgData name="裴 熙隆" userId="d70ee545ee25833c" providerId="LiveId" clId="{D076E84F-B078-4D3A-BDB0-66E9A20DBFD6}" dt="2026-04-03T04:24:51.245" v="60" actId="20577"/>
          <ac:cxnSpMkLst>
            <pc:docMk/>
            <pc:sldMk cId="4226134482" sldId="256"/>
            <ac:cxnSpMk id="3" creationId="{DB731AEB-2C42-4853-A748-C1957ABA481B}"/>
          </ac:cxnSpMkLst>
        </pc:cxnChg>
      </pc:sldChg>
    </pc:docChg>
  </pc:docChgLst>
  <pc:docChgLst>
    <pc:chgData name="裴 熙隆" userId="d70ee545ee25833c" providerId="LiveId" clId="{FDFB733F-AC71-461F-837C-4EC501F4E7E3}"/>
    <pc:docChg chg="undo redo custSel addSld delSld modSld modMainMaster">
      <pc:chgData name="裴 熙隆" userId="d70ee545ee25833c" providerId="LiveId" clId="{FDFB733F-AC71-461F-837C-4EC501F4E7E3}" dt="2021-02-02T03:17:35.988" v="386" actId="1076"/>
      <pc:docMkLst>
        <pc:docMk/>
      </pc:docMkLst>
      <pc:sldChg chg="addSp delSp modSp new mod">
        <pc:chgData name="裴 熙隆" userId="d70ee545ee25833c" providerId="LiveId" clId="{FDFB733F-AC71-461F-837C-4EC501F4E7E3}" dt="2021-02-02T03:17:35.988" v="386" actId="1076"/>
        <pc:sldMkLst>
          <pc:docMk/>
          <pc:sldMk cId="4226134482" sldId="256"/>
        </pc:sldMkLst>
        <pc:spChg chg="del">
          <ac:chgData name="裴 熙隆" userId="d70ee545ee25833c" providerId="LiveId" clId="{FDFB733F-AC71-461F-837C-4EC501F4E7E3}" dt="2021-01-31T09:30:31.704" v="1" actId="478"/>
          <ac:spMkLst>
            <pc:docMk/>
            <pc:sldMk cId="4226134482" sldId="256"/>
            <ac:spMk id="2" creationId="{B026F7D3-E845-4404-BCF2-2AAC5E64EEC5}"/>
          </ac:spMkLst>
        </pc:spChg>
        <pc:spChg chg="del">
          <ac:chgData name="裴 熙隆" userId="d70ee545ee25833c" providerId="LiveId" clId="{FDFB733F-AC71-461F-837C-4EC501F4E7E3}" dt="2021-01-31T09:30:32.398" v="2" actId="478"/>
          <ac:spMkLst>
            <pc:docMk/>
            <pc:sldMk cId="4226134482" sldId="256"/>
            <ac:spMk id="3" creationId="{6A49B901-254D-4082-9E5F-580B0A8E0D02}"/>
          </ac:spMkLst>
        </pc:spChg>
        <pc:spChg chg="add mod">
          <ac:chgData name="裴 熙隆" userId="d70ee545ee25833c" providerId="LiveId" clId="{FDFB733F-AC71-461F-837C-4EC501F4E7E3}" dt="2021-01-31T12:48:03.723" v="332"/>
          <ac:spMkLst>
            <pc:docMk/>
            <pc:sldMk cId="4226134482" sldId="256"/>
            <ac:spMk id="4" creationId="{D2AE2B8D-8EEE-4EBE-9572-3B512C9C3697}"/>
          </ac:spMkLst>
        </pc:spChg>
        <pc:spChg chg="add mod">
          <ac:chgData name="裴 熙隆" userId="d70ee545ee25833c" providerId="LiveId" clId="{FDFB733F-AC71-461F-837C-4EC501F4E7E3}" dt="2021-02-02T03:13:17.726" v="375" actId="404"/>
          <ac:spMkLst>
            <pc:docMk/>
            <pc:sldMk cId="4226134482" sldId="256"/>
            <ac:spMk id="12" creationId="{87CAE900-4DE8-4EDF-BBCD-8426FFEBCA35}"/>
          </ac:spMkLst>
        </pc:spChg>
        <pc:spChg chg="add mod">
          <ac:chgData name="裴 熙隆" userId="d70ee545ee25833c" providerId="LiveId" clId="{FDFB733F-AC71-461F-837C-4EC501F4E7E3}" dt="2021-02-02T03:11:36.210" v="358" actId="1076"/>
          <ac:spMkLst>
            <pc:docMk/>
            <pc:sldMk cId="4226134482" sldId="256"/>
            <ac:spMk id="13" creationId="{6E032BFE-C909-45C2-9713-1B6E9492991E}"/>
          </ac:spMkLst>
        </pc:spChg>
        <pc:spChg chg="add mod">
          <ac:chgData name="裴 熙隆" userId="d70ee545ee25833c" providerId="LiveId" clId="{FDFB733F-AC71-461F-837C-4EC501F4E7E3}" dt="2021-02-02T03:12:05.198" v="364" actId="1076"/>
          <ac:spMkLst>
            <pc:docMk/>
            <pc:sldMk cId="4226134482" sldId="256"/>
            <ac:spMk id="14" creationId="{1438042D-A29F-458F-98B5-041C054D5501}"/>
          </ac:spMkLst>
        </pc:spChg>
        <pc:spChg chg="add mod">
          <ac:chgData name="裴 熙隆" userId="d70ee545ee25833c" providerId="LiveId" clId="{FDFB733F-AC71-461F-837C-4EC501F4E7E3}" dt="2021-02-02T03:10:57.596" v="346" actId="207"/>
          <ac:spMkLst>
            <pc:docMk/>
            <pc:sldMk cId="4226134482" sldId="256"/>
            <ac:spMk id="15" creationId="{818983A8-1F10-4429-B665-E75BEF166515}"/>
          </ac:spMkLst>
        </pc:spChg>
        <pc:spChg chg="add mod">
          <ac:chgData name="裴 熙隆" userId="d70ee545ee25833c" providerId="LiveId" clId="{FDFB733F-AC71-461F-837C-4EC501F4E7E3}" dt="2021-01-31T12:48:03.723" v="332"/>
          <ac:spMkLst>
            <pc:docMk/>
            <pc:sldMk cId="4226134482" sldId="256"/>
            <ac:spMk id="16" creationId="{A0380159-8AD8-4410-955B-B0F36F2BB7FA}"/>
          </ac:spMkLst>
        </pc:spChg>
        <pc:spChg chg="add mod">
          <ac:chgData name="裴 熙隆" userId="d70ee545ee25833c" providerId="LiveId" clId="{FDFB733F-AC71-461F-837C-4EC501F4E7E3}" dt="2021-01-31T12:48:03.723" v="332"/>
          <ac:spMkLst>
            <pc:docMk/>
            <pc:sldMk cId="4226134482" sldId="256"/>
            <ac:spMk id="17" creationId="{3B3DE730-3D08-430C-83A5-FDE6DE1F8490}"/>
          </ac:spMkLst>
        </pc:spChg>
        <pc:spChg chg="add mod">
          <ac:chgData name="裴 熙隆" userId="d70ee545ee25833c" providerId="LiveId" clId="{FDFB733F-AC71-461F-837C-4EC501F4E7E3}" dt="2021-02-02T03:13:17.726" v="375" actId="404"/>
          <ac:spMkLst>
            <pc:docMk/>
            <pc:sldMk cId="4226134482" sldId="256"/>
            <ac:spMk id="18" creationId="{3DB93EE2-0C83-46E1-8773-61B976AB4265}"/>
          </ac:spMkLst>
        </pc:spChg>
        <pc:spChg chg="add mod">
          <ac:chgData name="裴 熙隆" userId="d70ee545ee25833c" providerId="LiveId" clId="{FDFB733F-AC71-461F-837C-4EC501F4E7E3}" dt="2021-01-31T12:48:03.723" v="332"/>
          <ac:spMkLst>
            <pc:docMk/>
            <pc:sldMk cId="4226134482" sldId="256"/>
            <ac:spMk id="19" creationId="{AADF13BD-6DE4-49AC-B887-8514FE2786C5}"/>
          </ac:spMkLst>
        </pc:spChg>
        <pc:spChg chg="add mod">
          <ac:chgData name="裴 熙隆" userId="d70ee545ee25833c" providerId="LiveId" clId="{FDFB733F-AC71-461F-837C-4EC501F4E7E3}" dt="2021-01-31T12:48:03.723" v="332"/>
          <ac:spMkLst>
            <pc:docMk/>
            <pc:sldMk cId="4226134482" sldId="256"/>
            <ac:spMk id="20" creationId="{98094D63-F4EB-4D84-B50C-AB5A316E7AC3}"/>
          </ac:spMkLst>
        </pc:spChg>
        <pc:spChg chg="add del mod">
          <ac:chgData name="裴 熙隆" userId="d70ee545ee25833c" providerId="LiveId" clId="{FDFB733F-AC71-461F-837C-4EC501F4E7E3}" dt="2021-02-02T03:13:00.055" v="367"/>
          <ac:spMkLst>
            <pc:docMk/>
            <pc:sldMk cId="4226134482" sldId="256"/>
            <ac:spMk id="21" creationId="{97738FAB-40D0-417A-8D75-F17732AF59AC}"/>
          </ac:spMkLst>
        </pc:spChg>
        <pc:spChg chg="add mod">
          <ac:chgData name="裴 熙隆" userId="d70ee545ee25833c" providerId="LiveId" clId="{FDFB733F-AC71-461F-837C-4EC501F4E7E3}" dt="2021-02-02T03:17:35.988" v="386" actId="1076"/>
          <ac:spMkLst>
            <pc:docMk/>
            <pc:sldMk cId="4226134482" sldId="256"/>
            <ac:spMk id="22" creationId="{36341099-2F92-4192-B42C-32CFCD33F4AE}"/>
          </ac:spMkLst>
        </pc:spChg>
        <pc:grpChg chg="add mod">
          <ac:chgData name="裴 熙隆" userId="d70ee545ee25833c" providerId="LiveId" clId="{FDFB733F-AC71-461F-837C-4EC501F4E7E3}" dt="2021-01-31T12:17:35.379" v="236" actId="164"/>
          <ac:grpSpMkLst>
            <pc:docMk/>
            <pc:sldMk cId="4226134482" sldId="256"/>
            <ac:grpSpMk id="2" creationId="{F4A675B9-06BB-45AD-9D86-AB78FD864C6B}"/>
          </ac:grpSpMkLst>
        </pc:grpChg>
        <pc:picChg chg="add mod modCrop">
          <ac:chgData name="裴 熙隆" userId="d70ee545ee25833c" providerId="LiveId" clId="{FDFB733F-AC71-461F-837C-4EC501F4E7E3}" dt="2021-01-31T12:48:03.723" v="332"/>
          <ac:picMkLst>
            <pc:docMk/>
            <pc:sldMk cId="4226134482" sldId="256"/>
            <ac:picMk id="5" creationId="{8B2DCF73-5ECA-4614-8700-1BB165F0E834}"/>
          </ac:picMkLst>
        </pc:picChg>
        <pc:picChg chg="add del mod">
          <ac:chgData name="裴 熙隆" userId="d70ee545ee25833c" providerId="LiveId" clId="{FDFB733F-AC71-461F-837C-4EC501F4E7E3}" dt="2021-01-31T09:35:05.385" v="9" actId="478"/>
          <ac:picMkLst>
            <pc:docMk/>
            <pc:sldMk cId="4226134482" sldId="256"/>
            <ac:picMk id="7" creationId="{63AAD36E-4871-414F-92F2-B9A5CC82BADA}"/>
          </ac:picMkLst>
        </pc:picChg>
        <pc:picChg chg="add del mod">
          <ac:chgData name="裴 熙隆" userId="d70ee545ee25833c" providerId="LiveId" clId="{FDFB733F-AC71-461F-837C-4EC501F4E7E3}" dt="2021-01-31T11:25:30.980" v="155" actId="478"/>
          <ac:picMkLst>
            <pc:docMk/>
            <pc:sldMk cId="4226134482" sldId="256"/>
            <ac:picMk id="8" creationId="{FEB44E1F-F1AB-49F9-899C-5509B111F49E}"/>
          </ac:picMkLst>
        </pc:picChg>
        <pc:picChg chg="add mod modCrop">
          <ac:chgData name="裴 熙隆" userId="d70ee545ee25833c" providerId="LiveId" clId="{FDFB733F-AC71-461F-837C-4EC501F4E7E3}" dt="2021-02-02T03:11:31.905" v="357" actId="1076"/>
          <ac:picMkLst>
            <pc:docMk/>
            <pc:sldMk cId="4226134482" sldId="256"/>
            <ac:picMk id="9" creationId="{CE97CD68-3BA9-4B2A-9B78-396EBE9EA5D6}"/>
          </ac:picMkLst>
        </pc:picChg>
        <pc:picChg chg="add mod">
          <ac:chgData name="裴 熙隆" userId="d70ee545ee25833c" providerId="LiveId" clId="{FDFB733F-AC71-461F-837C-4EC501F4E7E3}" dt="2021-01-31T12:48:03.723" v="332"/>
          <ac:picMkLst>
            <pc:docMk/>
            <pc:sldMk cId="4226134482" sldId="256"/>
            <ac:picMk id="10" creationId="{B36A551E-BBCD-4911-96E5-13F044824CAC}"/>
          </ac:picMkLst>
        </pc:picChg>
        <pc:picChg chg="add del mod">
          <ac:chgData name="裴 熙隆" userId="d70ee545ee25833c" providerId="LiveId" clId="{FDFB733F-AC71-461F-837C-4EC501F4E7E3}" dt="2021-01-31T10:47:46.685" v="34" actId="478"/>
          <ac:picMkLst>
            <pc:docMk/>
            <pc:sldMk cId="4226134482" sldId="256"/>
            <ac:picMk id="11" creationId="{5A57FA43-A29E-4C05-9C39-8663364F7D65}"/>
          </ac:picMkLst>
        </pc:picChg>
        <pc:picChg chg="add mod">
          <ac:chgData name="裴 熙隆" userId="d70ee545ee25833c" providerId="LiveId" clId="{FDFB733F-AC71-461F-837C-4EC501F4E7E3}" dt="2021-01-31T12:48:03.723" v="332"/>
          <ac:picMkLst>
            <pc:docMk/>
            <pc:sldMk cId="4226134482" sldId="256"/>
            <ac:picMk id="11" creationId="{68BC57B0-953A-4297-9A0F-2A931C45A730}"/>
          </ac:picMkLst>
        </pc:picChg>
        <pc:cxnChg chg="add del mod">
          <ac:chgData name="裴 熙隆" userId="d70ee545ee25833c" providerId="LiveId" clId="{FDFB733F-AC71-461F-837C-4EC501F4E7E3}" dt="2021-01-31T12:16:28.531" v="220" actId="478"/>
          <ac:cxnSpMkLst>
            <pc:docMk/>
            <pc:sldMk cId="4226134482" sldId="256"/>
            <ac:cxnSpMk id="3" creationId="{7DB557EC-84A0-478A-9E39-EA65AD055890}"/>
          </ac:cxnSpMkLst>
        </pc:cxnChg>
        <pc:cxnChg chg="add mod">
          <ac:chgData name="裴 熙隆" userId="d70ee545ee25833c" providerId="LiveId" clId="{FDFB733F-AC71-461F-837C-4EC501F4E7E3}" dt="2021-02-02T03:13:44.633" v="379" actId="1582"/>
          <ac:cxnSpMkLst>
            <pc:docMk/>
            <pc:sldMk cId="4226134482" sldId="256"/>
            <ac:cxnSpMk id="3" creationId="{DB731AEB-2C42-4853-A748-C1957ABA481B}"/>
          </ac:cxnSpMkLst>
        </pc:cxnChg>
        <pc:cxnChg chg="add del mod">
          <ac:chgData name="裴 熙隆" userId="d70ee545ee25833c" providerId="LiveId" clId="{FDFB733F-AC71-461F-837C-4EC501F4E7E3}" dt="2021-01-31T12:16:27.732" v="219" actId="478"/>
          <ac:cxnSpMkLst>
            <pc:docMk/>
            <pc:sldMk cId="4226134482" sldId="256"/>
            <ac:cxnSpMk id="16" creationId="{007631D4-5820-4234-BFFC-A9453305E88C}"/>
          </ac:cxnSpMkLst>
        </pc:cxnChg>
      </pc:sldChg>
      <pc:sldChg chg="addSp delSp modSp new mod modShow">
        <pc:chgData name="裴 熙隆" userId="d70ee545ee25833c" providerId="LiveId" clId="{FDFB733F-AC71-461F-837C-4EC501F4E7E3}" dt="2021-01-31T12:48:03.723" v="332"/>
        <pc:sldMkLst>
          <pc:docMk/>
          <pc:sldMk cId="3844147329" sldId="257"/>
        </pc:sldMkLst>
        <pc:spChg chg="del">
          <ac:chgData name="裴 熙隆" userId="d70ee545ee25833c" providerId="LiveId" clId="{FDFB733F-AC71-461F-837C-4EC501F4E7E3}" dt="2021-01-31T09:35:01.401" v="7" actId="478"/>
          <ac:spMkLst>
            <pc:docMk/>
            <pc:sldMk cId="3844147329" sldId="257"/>
            <ac:spMk id="2" creationId="{BAD59793-F149-4163-A7C3-6118257735D3}"/>
          </ac:spMkLst>
        </pc:spChg>
        <pc:spChg chg="del">
          <ac:chgData name="裴 熙隆" userId="d70ee545ee25833c" providerId="LiveId" clId="{FDFB733F-AC71-461F-837C-4EC501F4E7E3}" dt="2021-01-31T09:35:00.498" v="6" actId="478"/>
          <ac:spMkLst>
            <pc:docMk/>
            <pc:sldMk cId="3844147329" sldId="257"/>
            <ac:spMk id="3" creationId="{40185A86-BA45-4F5C-96DE-6FC77E3F2330}"/>
          </ac:spMkLst>
        </pc:spChg>
        <pc:picChg chg="add mod">
          <ac:chgData name="裴 熙隆" userId="d70ee545ee25833c" providerId="LiveId" clId="{FDFB733F-AC71-461F-837C-4EC501F4E7E3}" dt="2021-01-31T12:48:03.723" v="332"/>
          <ac:picMkLst>
            <pc:docMk/>
            <pc:sldMk cId="3844147329" sldId="257"/>
            <ac:picMk id="5" creationId="{2BD24055-94CA-4A3F-A6F6-26BEC00824C9}"/>
          </ac:picMkLst>
        </pc:picChg>
      </pc:sldChg>
      <pc:sldChg chg="addSp delSp modSp new del mod modShow">
        <pc:chgData name="裴 熙隆" userId="d70ee545ee25833c" providerId="LiveId" clId="{FDFB733F-AC71-461F-837C-4EC501F4E7E3}" dt="2021-01-31T12:45:02.201" v="311" actId="47"/>
        <pc:sldMkLst>
          <pc:docMk/>
          <pc:sldMk cId="414664960" sldId="258"/>
        </pc:sldMkLst>
        <pc:spChg chg="del">
          <ac:chgData name="裴 熙隆" userId="d70ee545ee25833c" providerId="LiveId" clId="{FDFB733F-AC71-461F-837C-4EC501F4E7E3}" dt="2021-01-31T11:21:10.793" v="106" actId="478"/>
          <ac:spMkLst>
            <pc:docMk/>
            <pc:sldMk cId="414664960" sldId="258"/>
            <ac:spMk id="2" creationId="{59D38096-00A6-46FE-9A73-92DED6785002}"/>
          </ac:spMkLst>
        </pc:spChg>
        <pc:spChg chg="del">
          <ac:chgData name="裴 熙隆" userId="d70ee545ee25833c" providerId="LiveId" clId="{FDFB733F-AC71-461F-837C-4EC501F4E7E3}" dt="2021-01-31T11:21:10.102" v="105" actId="478"/>
          <ac:spMkLst>
            <pc:docMk/>
            <pc:sldMk cId="414664960" sldId="258"/>
            <ac:spMk id="3" creationId="{1A2C1E0D-9F52-415A-BA90-1EE59E770804}"/>
          </ac:spMkLst>
        </pc:spChg>
        <pc:picChg chg="add del mod">
          <ac:chgData name="裴 熙隆" userId="d70ee545ee25833c" providerId="LiveId" clId="{FDFB733F-AC71-461F-837C-4EC501F4E7E3}" dt="2021-01-31T12:45:00.957" v="310" actId="478"/>
          <ac:picMkLst>
            <pc:docMk/>
            <pc:sldMk cId="414664960" sldId="258"/>
            <ac:picMk id="5" creationId="{46008ECE-16A5-4E3E-BF4D-8AF68E2AEF6C}"/>
          </ac:picMkLst>
        </pc:picChg>
        <pc:picChg chg="add del mod">
          <ac:chgData name="裴 熙隆" userId="d70ee545ee25833c" providerId="LiveId" clId="{FDFB733F-AC71-461F-837C-4EC501F4E7E3}" dt="2021-01-31T11:24:40.052" v="142" actId="478"/>
          <ac:picMkLst>
            <pc:docMk/>
            <pc:sldMk cId="414664960" sldId="258"/>
            <ac:picMk id="7" creationId="{CBC5D243-5B73-4B87-83D3-BF728CE3029B}"/>
          </ac:picMkLst>
        </pc:picChg>
        <pc:picChg chg="add del mod modCrop">
          <ac:chgData name="裴 熙隆" userId="d70ee545ee25833c" providerId="LiveId" clId="{FDFB733F-AC71-461F-837C-4EC501F4E7E3}" dt="2021-01-31T12:45:00.638" v="309" actId="478"/>
          <ac:picMkLst>
            <pc:docMk/>
            <pc:sldMk cId="414664960" sldId="258"/>
            <ac:picMk id="8" creationId="{9A15B455-97F2-4DC6-852D-774B349F8885}"/>
          </ac:picMkLst>
        </pc:picChg>
        <pc:picChg chg="add del mod modCrop">
          <ac:chgData name="裴 熙隆" userId="d70ee545ee25833c" providerId="LiveId" clId="{FDFB733F-AC71-461F-837C-4EC501F4E7E3}" dt="2021-01-31T12:45:00.204" v="308" actId="478"/>
          <ac:picMkLst>
            <pc:docMk/>
            <pc:sldMk cId="414664960" sldId="258"/>
            <ac:picMk id="9" creationId="{C9D95C96-826B-4EAC-B8A4-C5D3CA3E37FF}"/>
          </ac:picMkLst>
        </pc:picChg>
      </pc:sldChg>
      <pc:sldMasterChg chg="modSp modSldLayout">
        <pc:chgData name="裴 熙隆" userId="d70ee545ee25833c" providerId="LiveId" clId="{FDFB733F-AC71-461F-837C-4EC501F4E7E3}" dt="2021-01-31T12:48:03.723" v="332"/>
        <pc:sldMasterMkLst>
          <pc:docMk/>
          <pc:sldMasterMk cId="3817214164" sldId="2147483684"/>
        </pc:sldMasterMkLst>
        <pc:spChg chg="mod">
          <ac:chgData name="裴 熙隆" userId="d70ee545ee25833c" providerId="LiveId" clId="{FDFB733F-AC71-461F-837C-4EC501F4E7E3}" dt="2021-01-31T12:48:03.723" v="332"/>
          <ac:spMkLst>
            <pc:docMk/>
            <pc:sldMasterMk cId="3817214164" sldId="2147483684"/>
            <ac:spMk id="2" creationId="{00000000-0000-0000-0000-000000000000}"/>
          </ac:spMkLst>
        </pc:spChg>
        <pc:spChg chg="mod">
          <ac:chgData name="裴 熙隆" userId="d70ee545ee25833c" providerId="LiveId" clId="{FDFB733F-AC71-461F-837C-4EC501F4E7E3}" dt="2021-01-31T12:48:03.723" v="332"/>
          <ac:spMkLst>
            <pc:docMk/>
            <pc:sldMasterMk cId="3817214164" sldId="2147483684"/>
            <ac:spMk id="3" creationId="{00000000-0000-0000-0000-000000000000}"/>
          </ac:spMkLst>
        </pc:spChg>
        <pc:spChg chg="mod">
          <ac:chgData name="裴 熙隆" userId="d70ee545ee25833c" providerId="LiveId" clId="{FDFB733F-AC71-461F-837C-4EC501F4E7E3}" dt="2021-01-31T12:48:03.723" v="332"/>
          <ac:spMkLst>
            <pc:docMk/>
            <pc:sldMasterMk cId="3817214164" sldId="2147483684"/>
            <ac:spMk id="4" creationId="{00000000-0000-0000-0000-000000000000}"/>
          </ac:spMkLst>
        </pc:spChg>
        <pc:spChg chg="mod">
          <ac:chgData name="裴 熙隆" userId="d70ee545ee25833c" providerId="LiveId" clId="{FDFB733F-AC71-461F-837C-4EC501F4E7E3}" dt="2021-01-31T12:48:03.723" v="332"/>
          <ac:spMkLst>
            <pc:docMk/>
            <pc:sldMasterMk cId="3817214164" sldId="2147483684"/>
            <ac:spMk id="5" creationId="{00000000-0000-0000-0000-000000000000}"/>
          </ac:spMkLst>
        </pc:spChg>
        <pc:spChg chg="mod">
          <ac:chgData name="裴 熙隆" userId="d70ee545ee25833c" providerId="LiveId" clId="{FDFB733F-AC71-461F-837C-4EC501F4E7E3}" dt="2021-01-31T12:48:03.723" v="332"/>
          <ac:spMkLst>
            <pc:docMk/>
            <pc:sldMasterMk cId="3817214164" sldId="2147483684"/>
            <ac:spMk id="6" creationId="{00000000-0000-0000-0000-000000000000}"/>
          </ac:spMkLst>
        </pc:spChg>
        <pc:sldLayoutChg chg="modSp">
          <pc:chgData name="裴 熙隆" userId="d70ee545ee25833c" providerId="LiveId" clId="{FDFB733F-AC71-461F-837C-4EC501F4E7E3}" dt="2021-01-31T12:48:03.723" v="332"/>
          <pc:sldLayoutMkLst>
            <pc:docMk/>
            <pc:sldMasterMk cId="3817214164" sldId="2147483684"/>
            <pc:sldLayoutMk cId="1402925545" sldId="2147483685"/>
          </pc:sldLayoutMkLst>
          <pc:spChg chg="mod">
            <ac:chgData name="裴 熙隆" userId="d70ee545ee25833c" providerId="LiveId" clId="{FDFB733F-AC71-461F-837C-4EC501F4E7E3}" dt="2021-01-31T12:48:03.723" v="332"/>
            <ac:spMkLst>
              <pc:docMk/>
              <pc:sldMasterMk cId="3817214164" sldId="2147483684"/>
              <pc:sldLayoutMk cId="1402925545" sldId="2147483685"/>
              <ac:spMk id="2" creationId="{00000000-0000-0000-0000-000000000000}"/>
            </ac:spMkLst>
          </pc:spChg>
          <pc:spChg chg="mod">
            <ac:chgData name="裴 熙隆" userId="d70ee545ee25833c" providerId="LiveId" clId="{FDFB733F-AC71-461F-837C-4EC501F4E7E3}" dt="2021-01-31T12:48:03.723" v="332"/>
            <ac:spMkLst>
              <pc:docMk/>
              <pc:sldMasterMk cId="3817214164" sldId="2147483684"/>
              <pc:sldLayoutMk cId="1402925545" sldId="2147483685"/>
              <ac:spMk id="3" creationId="{00000000-0000-0000-0000-000000000000}"/>
            </ac:spMkLst>
          </pc:spChg>
        </pc:sldLayoutChg>
        <pc:sldLayoutChg chg="modSp">
          <pc:chgData name="裴 熙隆" userId="d70ee545ee25833c" providerId="LiveId" clId="{FDFB733F-AC71-461F-837C-4EC501F4E7E3}" dt="2021-01-31T12:48:03.723" v="332"/>
          <pc:sldLayoutMkLst>
            <pc:docMk/>
            <pc:sldMasterMk cId="3817214164" sldId="2147483684"/>
            <pc:sldLayoutMk cId="3211952838" sldId="2147483687"/>
          </pc:sldLayoutMkLst>
          <pc:spChg chg="mod">
            <ac:chgData name="裴 熙隆" userId="d70ee545ee25833c" providerId="LiveId" clId="{FDFB733F-AC71-461F-837C-4EC501F4E7E3}" dt="2021-01-31T12:48:03.723" v="332"/>
            <ac:spMkLst>
              <pc:docMk/>
              <pc:sldMasterMk cId="3817214164" sldId="2147483684"/>
              <pc:sldLayoutMk cId="3211952838" sldId="2147483687"/>
              <ac:spMk id="2" creationId="{00000000-0000-0000-0000-000000000000}"/>
            </ac:spMkLst>
          </pc:spChg>
          <pc:spChg chg="mod">
            <ac:chgData name="裴 熙隆" userId="d70ee545ee25833c" providerId="LiveId" clId="{FDFB733F-AC71-461F-837C-4EC501F4E7E3}" dt="2021-01-31T12:48:03.723" v="332"/>
            <ac:spMkLst>
              <pc:docMk/>
              <pc:sldMasterMk cId="3817214164" sldId="2147483684"/>
              <pc:sldLayoutMk cId="3211952838" sldId="2147483687"/>
              <ac:spMk id="3" creationId="{00000000-0000-0000-0000-000000000000}"/>
            </ac:spMkLst>
          </pc:spChg>
        </pc:sldLayoutChg>
        <pc:sldLayoutChg chg="modSp">
          <pc:chgData name="裴 熙隆" userId="d70ee545ee25833c" providerId="LiveId" clId="{FDFB733F-AC71-461F-837C-4EC501F4E7E3}" dt="2021-01-31T12:48:03.723" v="332"/>
          <pc:sldLayoutMkLst>
            <pc:docMk/>
            <pc:sldMasterMk cId="3817214164" sldId="2147483684"/>
            <pc:sldLayoutMk cId="56285526" sldId="2147483688"/>
          </pc:sldLayoutMkLst>
          <pc:spChg chg="mod">
            <ac:chgData name="裴 熙隆" userId="d70ee545ee25833c" providerId="LiveId" clId="{FDFB733F-AC71-461F-837C-4EC501F4E7E3}" dt="2021-01-31T12:48:03.723" v="332"/>
            <ac:spMkLst>
              <pc:docMk/>
              <pc:sldMasterMk cId="3817214164" sldId="2147483684"/>
              <pc:sldLayoutMk cId="56285526" sldId="2147483688"/>
              <ac:spMk id="3" creationId="{00000000-0000-0000-0000-000000000000}"/>
            </ac:spMkLst>
          </pc:spChg>
          <pc:spChg chg="mod">
            <ac:chgData name="裴 熙隆" userId="d70ee545ee25833c" providerId="LiveId" clId="{FDFB733F-AC71-461F-837C-4EC501F4E7E3}" dt="2021-01-31T12:48:03.723" v="332"/>
            <ac:spMkLst>
              <pc:docMk/>
              <pc:sldMasterMk cId="3817214164" sldId="2147483684"/>
              <pc:sldLayoutMk cId="56285526" sldId="2147483688"/>
              <ac:spMk id="4" creationId="{00000000-0000-0000-0000-000000000000}"/>
            </ac:spMkLst>
          </pc:spChg>
        </pc:sldLayoutChg>
        <pc:sldLayoutChg chg="modSp">
          <pc:chgData name="裴 熙隆" userId="d70ee545ee25833c" providerId="LiveId" clId="{FDFB733F-AC71-461F-837C-4EC501F4E7E3}" dt="2021-01-31T12:48:03.723" v="332"/>
          <pc:sldLayoutMkLst>
            <pc:docMk/>
            <pc:sldMasterMk cId="3817214164" sldId="2147483684"/>
            <pc:sldLayoutMk cId="2469002104" sldId="2147483689"/>
          </pc:sldLayoutMkLst>
          <pc:spChg chg="mod">
            <ac:chgData name="裴 熙隆" userId="d70ee545ee25833c" providerId="LiveId" clId="{FDFB733F-AC71-461F-837C-4EC501F4E7E3}" dt="2021-01-31T12:48:03.723" v="332"/>
            <ac:spMkLst>
              <pc:docMk/>
              <pc:sldMasterMk cId="3817214164" sldId="2147483684"/>
              <pc:sldLayoutMk cId="2469002104" sldId="2147483689"/>
              <ac:spMk id="2" creationId="{00000000-0000-0000-0000-000000000000}"/>
            </ac:spMkLst>
          </pc:spChg>
          <pc:spChg chg="mod">
            <ac:chgData name="裴 熙隆" userId="d70ee545ee25833c" providerId="LiveId" clId="{FDFB733F-AC71-461F-837C-4EC501F4E7E3}" dt="2021-01-31T12:48:03.723" v="332"/>
            <ac:spMkLst>
              <pc:docMk/>
              <pc:sldMasterMk cId="3817214164" sldId="2147483684"/>
              <pc:sldLayoutMk cId="2469002104" sldId="2147483689"/>
              <ac:spMk id="3" creationId="{00000000-0000-0000-0000-000000000000}"/>
            </ac:spMkLst>
          </pc:spChg>
          <pc:spChg chg="mod">
            <ac:chgData name="裴 熙隆" userId="d70ee545ee25833c" providerId="LiveId" clId="{FDFB733F-AC71-461F-837C-4EC501F4E7E3}" dt="2021-01-31T12:48:03.723" v="332"/>
            <ac:spMkLst>
              <pc:docMk/>
              <pc:sldMasterMk cId="3817214164" sldId="2147483684"/>
              <pc:sldLayoutMk cId="2469002104" sldId="2147483689"/>
              <ac:spMk id="4" creationId="{00000000-0000-0000-0000-000000000000}"/>
            </ac:spMkLst>
          </pc:spChg>
          <pc:spChg chg="mod">
            <ac:chgData name="裴 熙隆" userId="d70ee545ee25833c" providerId="LiveId" clId="{FDFB733F-AC71-461F-837C-4EC501F4E7E3}" dt="2021-01-31T12:48:03.723" v="332"/>
            <ac:spMkLst>
              <pc:docMk/>
              <pc:sldMasterMk cId="3817214164" sldId="2147483684"/>
              <pc:sldLayoutMk cId="2469002104" sldId="2147483689"/>
              <ac:spMk id="5" creationId="{00000000-0000-0000-0000-000000000000}"/>
            </ac:spMkLst>
          </pc:spChg>
          <pc:spChg chg="mod">
            <ac:chgData name="裴 熙隆" userId="d70ee545ee25833c" providerId="LiveId" clId="{FDFB733F-AC71-461F-837C-4EC501F4E7E3}" dt="2021-01-31T12:48:03.723" v="332"/>
            <ac:spMkLst>
              <pc:docMk/>
              <pc:sldMasterMk cId="3817214164" sldId="2147483684"/>
              <pc:sldLayoutMk cId="2469002104" sldId="2147483689"/>
              <ac:spMk id="6" creationId="{00000000-0000-0000-0000-000000000000}"/>
            </ac:spMkLst>
          </pc:spChg>
        </pc:sldLayoutChg>
        <pc:sldLayoutChg chg="modSp">
          <pc:chgData name="裴 熙隆" userId="d70ee545ee25833c" providerId="LiveId" clId="{FDFB733F-AC71-461F-837C-4EC501F4E7E3}" dt="2021-01-31T12:48:03.723" v="332"/>
          <pc:sldLayoutMkLst>
            <pc:docMk/>
            <pc:sldMasterMk cId="3817214164" sldId="2147483684"/>
            <pc:sldLayoutMk cId="882876798" sldId="2147483692"/>
          </pc:sldLayoutMkLst>
          <pc:spChg chg="mod">
            <ac:chgData name="裴 熙隆" userId="d70ee545ee25833c" providerId="LiveId" clId="{FDFB733F-AC71-461F-837C-4EC501F4E7E3}" dt="2021-01-31T12:48:03.723" v="332"/>
            <ac:spMkLst>
              <pc:docMk/>
              <pc:sldMasterMk cId="3817214164" sldId="2147483684"/>
              <pc:sldLayoutMk cId="882876798" sldId="2147483692"/>
              <ac:spMk id="2" creationId="{00000000-0000-0000-0000-000000000000}"/>
            </ac:spMkLst>
          </pc:spChg>
          <pc:spChg chg="mod">
            <ac:chgData name="裴 熙隆" userId="d70ee545ee25833c" providerId="LiveId" clId="{FDFB733F-AC71-461F-837C-4EC501F4E7E3}" dt="2021-01-31T12:48:03.723" v="332"/>
            <ac:spMkLst>
              <pc:docMk/>
              <pc:sldMasterMk cId="3817214164" sldId="2147483684"/>
              <pc:sldLayoutMk cId="882876798" sldId="2147483692"/>
              <ac:spMk id="3" creationId="{00000000-0000-0000-0000-000000000000}"/>
            </ac:spMkLst>
          </pc:spChg>
          <pc:spChg chg="mod">
            <ac:chgData name="裴 熙隆" userId="d70ee545ee25833c" providerId="LiveId" clId="{FDFB733F-AC71-461F-837C-4EC501F4E7E3}" dt="2021-01-31T12:48:03.723" v="332"/>
            <ac:spMkLst>
              <pc:docMk/>
              <pc:sldMasterMk cId="3817214164" sldId="2147483684"/>
              <pc:sldLayoutMk cId="882876798" sldId="2147483692"/>
              <ac:spMk id="4" creationId="{00000000-0000-0000-0000-000000000000}"/>
            </ac:spMkLst>
          </pc:spChg>
        </pc:sldLayoutChg>
        <pc:sldLayoutChg chg="modSp">
          <pc:chgData name="裴 熙隆" userId="d70ee545ee25833c" providerId="LiveId" clId="{FDFB733F-AC71-461F-837C-4EC501F4E7E3}" dt="2021-01-31T12:48:03.723" v="332"/>
          <pc:sldLayoutMkLst>
            <pc:docMk/>
            <pc:sldMasterMk cId="3817214164" sldId="2147483684"/>
            <pc:sldLayoutMk cId="893064228" sldId="2147483693"/>
          </pc:sldLayoutMkLst>
          <pc:spChg chg="mod">
            <ac:chgData name="裴 熙隆" userId="d70ee545ee25833c" providerId="LiveId" clId="{FDFB733F-AC71-461F-837C-4EC501F4E7E3}" dt="2021-01-31T12:48:03.723" v="332"/>
            <ac:spMkLst>
              <pc:docMk/>
              <pc:sldMasterMk cId="3817214164" sldId="2147483684"/>
              <pc:sldLayoutMk cId="893064228" sldId="2147483693"/>
              <ac:spMk id="2" creationId="{00000000-0000-0000-0000-000000000000}"/>
            </ac:spMkLst>
          </pc:spChg>
          <pc:spChg chg="mod">
            <ac:chgData name="裴 熙隆" userId="d70ee545ee25833c" providerId="LiveId" clId="{FDFB733F-AC71-461F-837C-4EC501F4E7E3}" dt="2021-01-31T12:48:03.723" v="332"/>
            <ac:spMkLst>
              <pc:docMk/>
              <pc:sldMasterMk cId="3817214164" sldId="2147483684"/>
              <pc:sldLayoutMk cId="893064228" sldId="2147483693"/>
              <ac:spMk id="3" creationId="{00000000-0000-0000-0000-000000000000}"/>
            </ac:spMkLst>
          </pc:spChg>
          <pc:spChg chg="mod">
            <ac:chgData name="裴 熙隆" userId="d70ee545ee25833c" providerId="LiveId" clId="{FDFB733F-AC71-461F-837C-4EC501F4E7E3}" dt="2021-01-31T12:48:03.723" v="332"/>
            <ac:spMkLst>
              <pc:docMk/>
              <pc:sldMasterMk cId="3817214164" sldId="2147483684"/>
              <pc:sldLayoutMk cId="893064228" sldId="2147483693"/>
              <ac:spMk id="4" creationId="{00000000-0000-0000-0000-000000000000}"/>
            </ac:spMkLst>
          </pc:spChg>
        </pc:sldLayoutChg>
        <pc:sldLayoutChg chg="modSp">
          <pc:chgData name="裴 熙隆" userId="d70ee545ee25833c" providerId="LiveId" clId="{FDFB733F-AC71-461F-837C-4EC501F4E7E3}" dt="2021-01-31T12:48:03.723" v="332"/>
          <pc:sldLayoutMkLst>
            <pc:docMk/>
            <pc:sldMasterMk cId="3817214164" sldId="2147483684"/>
            <pc:sldLayoutMk cId="4018076900" sldId="2147483695"/>
          </pc:sldLayoutMkLst>
          <pc:spChg chg="mod">
            <ac:chgData name="裴 熙隆" userId="d70ee545ee25833c" providerId="LiveId" clId="{FDFB733F-AC71-461F-837C-4EC501F4E7E3}" dt="2021-01-31T12:48:03.723" v="332"/>
            <ac:spMkLst>
              <pc:docMk/>
              <pc:sldMasterMk cId="3817214164" sldId="2147483684"/>
              <pc:sldLayoutMk cId="4018076900" sldId="2147483695"/>
              <ac:spMk id="2" creationId="{00000000-0000-0000-0000-000000000000}"/>
            </ac:spMkLst>
          </pc:spChg>
          <pc:spChg chg="mod">
            <ac:chgData name="裴 熙隆" userId="d70ee545ee25833c" providerId="LiveId" clId="{FDFB733F-AC71-461F-837C-4EC501F4E7E3}" dt="2021-01-31T12:48:03.723" v="332"/>
            <ac:spMkLst>
              <pc:docMk/>
              <pc:sldMasterMk cId="3817214164" sldId="2147483684"/>
              <pc:sldLayoutMk cId="4018076900" sldId="2147483695"/>
              <ac:spMk id="3" creationId="{00000000-0000-0000-0000-000000000000}"/>
            </ac:spMkLst>
          </pc:spChg>
        </pc:sldLayoutChg>
      </pc:sldMasterChg>
    </pc:docChg>
  </pc:docChgLst>
  <pc:docChgLst>
    <pc:chgData name="裴 熙隆" userId="d70ee545ee25833c" providerId="LiveId" clId="{42269060-187E-405E-A0EA-6E8B41BE3A45}"/>
    <pc:docChg chg="undo redo custSel delSld modSld">
      <pc:chgData name="裴 熙隆" userId="d70ee545ee25833c" providerId="LiveId" clId="{42269060-187E-405E-A0EA-6E8B41BE3A45}" dt="2021-02-23T11:38:03.194" v="70" actId="1076"/>
      <pc:docMkLst>
        <pc:docMk/>
      </pc:docMkLst>
      <pc:sldChg chg="addSp delSp modSp mod">
        <pc:chgData name="裴 熙隆" userId="d70ee545ee25833c" providerId="LiveId" clId="{42269060-187E-405E-A0EA-6E8B41BE3A45}" dt="2021-02-23T11:38:03.194" v="70" actId="1076"/>
        <pc:sldMkLst>
          <pc:docMk/>
          <pc:sldMk cId="4226134482" sldId="256"/>
        </pc:sldMkLst>
        <pc:spChg chg="mod">
          <ac:chgData name="裴 熙隆" userId="d70ee545ee25833c" providerId="LiveId" clId="{42269060-187E-405E-A0EA-6E8B41BE3A45}" dt="2021-02-23T11:33:35.329" v="41" actId="1076"/>
          <ac:spMkLst>
            <pc:docMk/>
            <pc:sldMk cId="4226134482" sldId="256"/>
            <ac:spMk id="4" creationId="{D2AE2B8D-8EEE-4EBE-9572-3B512C9C3697}"/>
          </ac:spMkLst>
        </pc:spChg>
        <pc:spChg chg="mod">
          <ac:chgData name="裴 熙隆" userId="d70ee545ee25833c" providerId="LiveId" clId="{42269060-187E-405E-A0EA-6E8B41BE3A45}" dt="2021-02-23T11:36:58.282" v="63" actId="1076"/>
          <ac:spMkLst>
            <pc:docMk/>
            <pc:sldMk cId="4226134482" sldId="256"/>
            <ac:spMk id="16" creationId="{A0380159-8AD8-4410-955B-B0F36F2BB7FA}"/>
          </ac:spMkLst>
        </pc:spChg>
        <pc:spChg chg="mod">
          <ac:chgData name="裴 熙隆" userId="d70ee545ee25833c" providerId="LiveId" clId="{42269060-187E-405E-A0EA-6E8B41BE3A45}" dt="2021-02-23T11:37:06.800" v="64" actId="1076"/>
          <ac:spMkLst>
            <pc:docMk/>
            <pc:sldMk cId="4226134482" sldId="256"/>
            <ac:spMk id="17" creationId="{3B3DE730-3D08-430C-83A5-FDE6DE1F8490}"/>
          </ac:spMkLst>
        </pc:spChg>
        <pc:spChg chg="del mod">
          <ac:chgData name="裴 熙隆" userId="d70ee545ee25833c" providerId="LiveId" clId="{42269060-187E-405E-A0EA-6E8B41BE3A45}" dt="2021-02-19T09:25:42.804" v="18" actId="478"/>
          <ac:spMkLst>
            <pc:docMk/>
            <pc:sldMk cId="4226134482" sldId="256"/>
            <ac:spMk id="19" creationId="{AADF13BD-6DE4-49AC-B887-8514FE2786C5}"/>
          </ac:spMkLst>
        </pc:spChg>
        <pc:spChg chg="del mod">
          <ac:chgData name="裴 熙隆" userId="d70ee545ee25833c" providerId="LiveId" clId="{42269060-187E-405E-A0EA-6E8B41BE3A45}" dt="2021-02-19T09:26:02.634" v="26" actId="478"/>
          <ac:spMkLst>
            <pc:docMk/>
            <pc:sldMk cId="4226134482" sldId="256"/>
            <ac:spMk id="20" creationId="{98094D63-F4EB-4D84-B50C-AB5A316E7AC3}"/>
          </ac:spMkLst>
        </pc:spChg>
        <pc:spChg chg="add mod">
          <ac:chgData name="裴 熙隆" userId="d70ee545ee25833c" providerId="LiveId" clId="{42269060-187E-405E-A0EA-6E8B41BE3A45}" dt="2021-02-23T11:38:03.194" v="70" actId="1076"/>
          <ac:spMkLst>
            <pc:docMk/>
            <pc:sldMk cId="4226134482" sldId="256"/>
            <ac:spMk id="24" creationId="{C63F291A-1568-4E97-ADD6-ED9E0B46DE82}"/>
          </ac:spMkLst>
        </pc:spChg>
        <pc:spChg chg="add mod ord">
          <ac:chgData name="裴 熙隆" userId="d70ee545ee25833c" providerId="LiveId" clId="{42269060-187E-405E-A0EA-6E8B41BE3A45}" dt="2021-02-23T11:37:59.082" v="69" actId="1076"/>
          <ac:spMkLst>
            <pc:docMk/>
            <pc:sldMk cId="4226134482" sldId="256"/>
            <ac:spMk id="26" creationId="{01498713-A0A0-4507-865E-F3FD58B33AA0}"/>
          </ac:spMkLst>
        </pc:spChg>
        <pc:grpChg chg="add mod">
          <ac:chgData name="裴 熙隆" userId="d70ee545ee25833c" providerId="LiveId" clId="{42269060-187E-405E-A0EA-6E8B41BE3A45}" dt="2021-02-19T09:24:51.319" v="5" actId="164"/>
          <ac:grpSpMkLst>
            <pc:docMk/>
            <pc:sldMk cId="4226134482" sldId="256"/>
            <ac:grpSpMk id="2" creationId="{1970387A-8266-4A5B-851D-AAAB819C8817}"/>
          </ac:grpSpMkLst>
        </pc:grpChg>
        <pc:picChg chg="add mod">
          <ac:chgData name="裴 熙隆" userId="d70ee545ee25833c" providerId="LiveId" clId="{42269060-187E-405E-A0EA-6E8B41BE3A45}" dt="2021-02-23T11:35:50.655" v="56" actId="1076"/>
          <ac:picMkLst>
            <pc:docMk/>
            <pc:sldMk cId="4226134482" sldId="256"/>
            <ac:picMk id="6" creationId="{DF8D7521-F23D-49D0-9EE0-D6A441C11F1C}"/>
          </ac:picMkLst>
        </pc:picChg>
        <pc:picChg chg="del mod">
          <ac:chgData name="裴 熙隆" userId="d70ee545ee25833c" providerId="LiveId" clId="{42269060-187E-405E-A0EA-6E8B41BE3A45}" dt="2021-02-19T09:25:18.937" v="10" actId="478"/>
          <ac:picMkLst>
            <pc:docMk/>
            <pc:sldMk cId="4226134482" sldId="256"/>
            <ac:picMk id="10" creationId="{B36A551E-BBCD-4911-96E5-13F044824CAC}"/>
          </ac:picMkLst>
        </pc:picChg>
        <pc:picChg chg="del">
          <ac:chgData name="裴 熙隆" userId="d70ee545ee25833c" providerId="LiveId" clId="{42269060-187E-405E-A0EA-6E8B41BE3A45}" dt="2021-02-19T09:26:00.528" v="24" actId="478"/>
          <ac:picMkLst>
            <pc:docMk/>
            <pc:sldMk cId="4226134482" sldId="256"/>
            <ac:picMk id="11" creationId="{68BC57B0-953A-4297-9A0F-2A931C45A730}"/>
          </ac:picMkLst>
        </pc:picChg>
        <pc:picChg chg="add mod">
          <ac:chgData name="裴 熙隆" userId="d70ee545ee25833c" providerId="LiveId" clId="{42269060-187E-405E-A0EA-6E8B41BE3A45}" dt="2021-02-23T11:36:15.478" v="59" actId="1076"/>
          <ac:picMkLst>
            <pc:docMk/>
            <pc:sldMk cId="4226134482" sldId="256"/>
            <ac:picMk id="20" creationId="{BCA1CE80-87FC-45E8-B7D5-F3CBD9F019FE}"/>
          </ac:picMkLst>
        </pc:picChg>
        <pc:picChg chg="add del mod">
          <ac:chgData name="裴 熙隆" userId="d70ee545ee25833c" providerId="LiveId" clId="{42269060-187E-405E-A0EA-6E8B41BE3A45}" dt="2021-02-19T09:24:35.146" v="1"/>
          <ac:picMkLst>
            <pc:docMk/>
            <pc:sldMk cId="4226134482" sldId="256"/>
            <ac:picMk id="21" creationId="{4E1AD5C5-C092-433A-9308-353C268946F8}"/>
          </ac:picMkLst>
        </pc:picChg>
        <pc:picChg chg="add mod ord modCrop">
          <ac:chgData name="裴 熙隆" userId="d70ee545ee25833c" providerId="LiveId" clId="{42269060-187E-405E-A0EA-6E8B41BE3A45}" dt="2021-02-23T11:37:16.192" v="66" actId="1076"/>
          <ac:picMkLst>
            <pc:docMk/>
            <pc:sldMk cId="4226134482" sldId="256"/>
            <ac:picMk id="23" creationId="{64A47539-467B-4DF1-B67C-33784A73FBD8}"/>
          </ac:picMkLst>
        </pc:picChg>
        <pc:picChg chg="add mod ord modCrop">
          <ac:chgData name="裴 熙隆" userId="d70ee545ee25833c" providerId="LiveId" clId="{42269060-187E-405E-A0EA-6E8B41BE3A45}" dt="2021-02-23T11:37:13.191" v="65" actId="1076"/>
          <ac:picMkLst>
            <pc:docMk/>
            <pc:sldMk cId="4226134482" sldId="256"/>
            <ac:picMk id="25" creationId="{588CB360-E65D-4E49-9DBC-2E6603D39008}"/>
          </ac:picMkLst>
        </pc:picChg>
      </pc:sldChg>
      <pc:sldChg chg="del">
        <pc:chgData name="裴 熙隆" userId="d70ee545ee25833c" providerId="LiveId" clId="{42269060-187E-405E-A0EA-6E8B41BE3A45}" dt="2021-02-23T11:33:43.344" v="44" actId="47"/>
        <pc:sldMkLst>
          <pc:docMk/>
          <pc:sldMk cId="3844147329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096BB-87C8-4A51-AB11-73A1DD162332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A8E926-1882-49FD-8FF5-8F82347AC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707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1pPr>
    <a:lvl2pPr marL="64008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2pPr>
    <a:lvl3pPr marL="128016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3pPr>
    <a:lvl4pPr marL="192024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4pPr>
    <a:lvl5pPr marL="256032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5pPr>
    <a:lvl6pPr marL="320040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6pPr>
    <a:lvl7pPr marL="384048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7pPr>
    <a:lvl8pPr marL="448056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8pPr>
    <a:lvl9pPr marL="512064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A8E926-1882-49FD-8FF5-8F82347AC74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843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1767462"/>
            <a:ext cx="12240181" cy="375991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5672376"/>
            <a:ext cx="10800160" cy="2607442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12486-966D-4CA5-8A21-2DDF60FF9F42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61E5F-EA1F-4957-AE19-9BFC6A32B7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029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12486-966D-4CA5-8A21-2DDF60FF9F42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61E5F-EA1F-4957-AE19-9BFC6A32B7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951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2692444"/>
            <a:ext cx="12420184" cy="4492401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7227345"/>
            <a:ext cx="12420184" cy="2362447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/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12486-966D-4CA5-8A21-2DDF60FF9F42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61E5F-EA1F-4957-AE19-9BFC6A32B7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1621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2874937"/>
            <a:ext cx="6120091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2874937"/>
            <a:ext cx="6120091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12486-966D-4CA5-8A21-2DDF60FF9F42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61E5F-EA1F-4957-AE19-9BFC6A32B7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904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574990"/>
            <a:ext cx="12420184" cy="208745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2647443"/>
            <a:ext cx="6091964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3944914"/>
            <a:ext cx="6091964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2647443"/>
            <a:ext cx="6121966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3944914"/>
            <a:ext cx="6121966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12486-966D-4CA5-8A21-2DDF60FF9F42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61E5F-EA1F-4957-AE19-9BFC6A32B7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3528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12486-966D-4CA5-8A21-2DDF60FF9F42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61E5F-EA1F-4957-AE19-9BFC6A32B7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635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12486-966D-4CA5-8A21-2DDF60FF9F42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61E5F-EA1F-4957-AE19-9BFC6A32B7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374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4"/>
            <a:ext cx="4644444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554968"/>
            <a:ext cx="7290108" cy="7674832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29"/>
            <a:ext cx="4644444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12486-966D-4CA5-8A21-2DDF60FF9F42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61E5F-EA1F-4957-AE19-9BFC6A32B7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729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4"/>
            <a:ext cx="4644444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554968"/>
            <a:ext cx="7290108" cy="7674832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29"/>
            <a:ext cx="4644444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12486-966D-4CA5-8A21-2DDF60FF9F42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61E5F-EA1F-4957-AE19-9BFC6A32B7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9715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12486-966D-4CA5-8A21-2DDF60FF9F42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61E5F-EA1F-4957-AE19-9BFC6A32B7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141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574987"/>
            <a:ext cx="3105046" cy="9152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574987"/>
            <a:ext cx="9135135" cy="9152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12486-966D-4CA5-8A21-2DDF60FF9F42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61E5F-EA1F-4957-AE19-9BFC6A32B7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7866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574990"/>
            <a:ext cx="12420184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874937"/>
            <a:ext cx="12420184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0009783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912486-966D-4CA5-8A21-2DDF60FF9F42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0009783"/>
            <a:ext cx="4860072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0009783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561E5F-EA1F-4957-AE19-9BFC6A32B7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540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B2DCF73-5ECA-4614-8700-1BB165F0E83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18" r="3588" b="3257"/>
          <a:stretch/>
        </p:blipFill>
        <p:spPr>
          <a:xfrm>
            <a:off x="0" y="0"/>
            <a:ext cx="5719655" cy="3961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E97CD68-3BA9-4B2A-9B78-396EBE9EA5D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46" b="-1"/>
          <a:stretch/>
        </p:blipFill>
        <p:spPr>
          <a:xfrm>
            <a:off x="86075" y="90048"/>
            <a:ext cx="2592717" cy="1228048"/>
          </a:xfrm>
          <a:prstGeom prst="rect">
            <a:avLst/>
          </a:prstGeom>
          <a:ln w="28575">
            <a:solidFill>
              <a:schemeClr val="accent6"/>
            </a:solidFill>
            <a:prstDash val="sysDash"/>
          </a:ln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7CAE900-4DE8-4EDF-BBCD-8426FFEBCA35}"/>
              </a:ext>
            </a:extLst>
          </p:cNvPr>
          <p:cNvSpPr txBox="1"/>
          <p:nvPr/>
        </p:nvSpPr>
        <p:spPr>
          <a:xfrm>
            <a:off x="856936" y="1519526"/>
            <a:ext cx="902811" cy="307777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混凝土墙</a:t>
            </a:r>
            <a:endParaRPr lang="en-US" altLang="zh-CN" sz="14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032BFE-C909-45C2-9713-1B6E9492991E}"/>
              </a:ext>
            </a:extLst>
          </p:cNvPr>
          <p:cNvSpPr txBox="1"/>
          <p:nvPr/>
        </p:nvSpPr>
        <p:spPr>
          <a:xfrm>
            <a:off x="749086" y="176773"/>
            <a:ext cx="1266693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40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defRPr>
            </a:lvl1pPr>
          </a:lstStyle>
          <a:p>
            <a:r>
              <a:rPr lang="zh-CN" altLang="en-US" dirty="0"/>
              <a:t>墙后的发射机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438042D-A29F-458F-98B5-041C054D5501}"/>
              </a:ext>
            </a:extLst>
          </p:cNvPr>
          <p:cNvSpPr txBox="1"/>
          <p:nvPr/>
        </p:nvSpPr>
        <p:spPr>
          <a:xfrm>
            <a:off x="925094" y="2349739"/>
            <a:ext cx="914674" cy="3385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接收机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18983A8-1F10-4429-B665-E75BEF166515}"/>
              </a:ext>
            </a:extLst>
          </p:cNvPr>
          <p:cNvSpPr txBox="1"/>
          <p:nvPr/>
        </p:nvSpPr>
        <p:spPr>
          <a:xfrm>
            <a:off x="4068713" y="3537065"/>
            <a:ext cx="542137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RIS</a:t>
            </a:r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AE2B8D-8EEE-4EBE-9572-3B512C9C3697}"/>
              </a:ext>
            </a:extLst>
          </p:cNvPr>
          <p:cNvSpPr txBox="1"/>
          <p:nvPr/>
        </p:nvSpPr>
        <p:spPr>
          <a:xfrm>
            <a:off x="2796166" y="388061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(a)</a:t>
            </a:r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B3DE730-3D08-430C-83A5-FDE6DE1F8490}"/>
              </a:ext>
            </a:extLst>
          </p:cNvPr>
          <p:cNvSpPr txBox="1"/>
          <p:nvPr/>
        </p:nvSpPr>
        <p:spPr>
          <a:xfrm>
            <a:off x="6513268" y="179583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(b)</a:t>
            </a:r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0380159-8AD8-4410-955B-B0F36F2BB7FA}"/>
              </a:ext>
            </a:extLst>
          </p:cNvPr>
          <p:cNvSpPr txBox="1"/>
          <p:nvPr/>
        </p:nvSpPr>
        <p:spPr>
          <a:xfrm>
            <a:off x="6519680" y="388061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(c)</a:t>
            </a:r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DB93EE2-0C83-46E1-8773-61B976AB4265}"/>
              </a:ext>
            </a:extLst>
          </p:cNvPr>
          <p:cNvSpPr txBox="1"/>
          <p:nvPr/>
        </p:nvSpPr>
        <p:spPr>
          <a:xfrm>
            <a:off x="2182191" y="1519526"/>
            <a:ext cx="723275" cy="307777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承重柱</a:t>
            </a:r>
            <a:endParaRPr lang="en-US" altLang="zh-CN" sz="14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DB731AEB-2C42-4853-A748-C1957ABA481B}"/>
              </a:ext>
            </a:extLst>
          </p:cNvPr>
          <p:cNvCxnSpPr>
            <a:stCxn id="18" idx="3"/>
          </p:cNvCxnSpPr>
          <p:nvPr/>
        </p:nvCxnSpPr>
        <p:spPr>
          <a:xfrm>
            <a:off x="2905466" y="1673415"/>
            <a:ext cx="487976" cy="153886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36341099-2F92-4192-B42C-32CFCD33F4AE}"/>
              </a:ext>
            </a:extLst>
          </p:cNvPr>
          <p:cNvSpPr txBox="1"/>
          <p:nvPr/>
        </p:nvSpPr>
        <p:spPr>
          <a:xfrm>
            <a:off x="5148035" y="1596469"/>
            <a:ext cx="543739" cy="307777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铁门</a:t>
            </a:r>
            <a:endParaRPr lang="en-US" altLang="zh-CN" sz="14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588CB360-E65D-4E49-9DBC-2E6603D3900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72" t="38032" r="21089" b="37593"/>
          <a:stretch/>
        </p:blipFill>
        <p:spPr>
          <a:xfrm>
            <a:off x="5719656" y="-3815"/>
            <a:ext cx="2050071" cy="1868862"/>
          </a:xfrm>
          <a:prstGeom prst="rect">
            <a:avLst/>
          </a:prstGeom>
          <a:ln>
            <a:solidFill>
              <a:srgbClr val="7F7F7F"/>
            </a:solidFill>
          </a:ln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64A47539-467B-4DF1-B67C-33784A73FBD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39" t="38178" r="20989" b="37883"/>
          <a:stretch/>
        </p:blipFill>
        <p:spPr>
          <a:xfrm>
            <a:off x="5719656" y="2165167"/>
            <a:ext cx="2050071" cy="1795834"/>
          </a:xfrm>
          <a:prstGeom prst="rect">
            <a:avLst/>
          </a:prstGeom>
          <a:solidFill>
            <a:schemeClr val="accent2"/>
          </a:solidFill>
          <a:ln>
            <a:solidFill>
              <a:srgbClr val="7F7F7F"/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F8D7521-F23D-49D0-9EE0-D6A441C11F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2734" y="330661"/>
            <a:ext cx="646993" cy="348869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F331935D-BDA0-4538-804D-50DFB9A54D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2733" y="2470357"/>
            <a:ext cx="646993" cy="348869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C63F291A-1568-4E97-ADD6-ED9E0B46DE82}"/>
              </a:ext>
            </a:extLst>
          </p:cNvPr>
          <p:cNvSpPr txBox="1"/>
          <p:nvPr/>
        </p:nvSpPr>
        <p:spPr>
          <a:xfrm>
            <a:off x="6344645" y="2869002"/>
            <a:ext cx="1101584" cy="307777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40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defRPr>
            </a:lvl1pPr>
          </a:lstStyle>
          <a:p>
            <a:r>
              <a:rPr lang="en-US" altLang="zh-CN" dirty="0"/>
              <a:t>-49.38 </a:t>
            </a:r>
            <a:r>
              <a:rPr lang="en-US" altLang="zh-CN" dirty="0" err="1"/>
              <a:t>dBFS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498713-A0A0-4507-865E-F3FD58B33AA0}"/>
              </a:ext>
            </a:extLst>
          </p:cNvPr>
          <p:cNvSpPr txBox="1"/>
          <p:nvPr/>
        </p:nvSpPr>
        <p:spPr>
          <a:xfrm>
            <a:off x="6344645" y="977601"/>
            <a:ext cx="1101584" cy="307777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40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defRPr>
            </a:lvl1pPr>
          </a:lstStyle>
          <a:p>
            <a:r>
              <a:rPr lang="en-US" altLang="zh-CN" dirty="0"/>
              <a:t>-23.75 </a:t>
            </a:r>
            <a:r>
              <a:rPr lang="en-US" altLang="zh-CN" dirty="0" err="1"/>
              <a:t>dBFS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51710E9-77EB-4824-B000-1437F4AFEB3F}"/>
              </a:ext>
            </a:extLst>
          </p:cNvPr>
          <p:cNvSpPr txBox="1"/>
          <p:nvPr/>
        </p:nvSpPr>
        <p:spPr>
          <a:xfrm>
            <a:off x="6382666" y="396295"/>
            <a:ext cx="594137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40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defRPr>
            </a:lvl1pPr>
          </a:lstStyle>
          <a:p>
            <a:r>
              <a:rPr lang="en-US" altLang="zh-CN" dirty="0"/>
              <a:t>RIS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F4701A1-80F4-4A4C-AA78-0D2F2BDC7490}"/>
              </a:ext>
            </a:extLst>
          </p:cNvPr>
          <p:cNvSpPr txBox="1"/>
          <p:nvPr/>
        </p:nvSpPr>
        <p:spPr>
          <a:xfrm>
            <a:off x="6407865" y="2505647"/>
            <a:ext cx="543739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40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defRPr>
            </a:lvl1pPr>
          </a:lstStyle>
          <a:p>
            <a:r>
              <a:rPr lang="zh-CN" altLang="en-US" dirty="0"/>
              <a:t>铜板</a:t>
            </a:r>
          </a:p>
        </p:txBody>
      </p:sp>
    </p:spTree>
    <p:extLst>
      <p:ext uri="{BB962C8B-B14F-4D97-AF65-F5344CB8AC3E}">
        <p14:creationId xmlns:p14="http://schemas.microsoft.com/office/powerpoint/2010/main" val="4226134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</TotalTime>
  <Words>29</Words>
  <Application>Microsoft Office PowerPoint</Application>
  <PresentationFormat>自定义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TimesSimSun</vt:lpstr>
      <vt:lpstr>等线</vt:lpstr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裴 熙隆</dc:creator>
  <cp:lastModifiedBy>裴 熙隆</cp:lastModifiedBy>
  <cp:revision>4</cp:revision>
  <dcterms:created xsi:type="dcterms:W3CDTF">2021-01-31T09:30:28Z</dcterms:created>
  <dcterms:modified xsi:type="dcterms:W3CDTF">2026-04-03T08:27:22Z</dcterms:modified>
</cp:coreProperties>
</file>