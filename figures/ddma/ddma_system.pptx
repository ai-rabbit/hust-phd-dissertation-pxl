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2" r:id="rId3"/>
    <p:sldId id="261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115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A007F192-D46D-44AA-A64F-C81B902BC4EE}"/>
    <pc:docChg chg="undo custSel addSld delSld modSld sldOrd addSection delSection">
      <pc:chgData name="裴 熙隆" userId="d70ee545ee25833c" providerId="LiveId" clId="{A007F192-D46D-44AA-A64F-C81B902BC4EE}" dt="2024-10-22T07:28:16.622" v="610" actId="1076"/>
      <pc:docMkLst>
        <pc:docMk/>
      </pc:docMkLst>
      <pc:sldChg chg="addSp delSp modSp mod setBg">
        <pc:chgData name="裴 熙隆" userId="d70ee545ee25833c" providerId="LiveId" clId="{A007F192-D46D-44AA-A64F-C81B902BC4EE}" dt="2024-10-22T07:28:16.622" v="610" actId="1076"/>
        <pc:sldMkLst>
          <pc:docMk/>
          <pc:sldMk cId="2108633778" sldId="257"/>
        </pc:sldMkLst>
        <pc:spChg chg="add del">
          <ac:chgData name="裴 熙隆" userId="d70ee545ee25833c" providerId="LiveId" clId="{A007F192-D46D-44AA-A64F-C81B902BC4EE}" dt="2024-10-18T01:17:38.696" v="2" actId="478"/>
          <ac:spMkLst>
            <pc:docMk/>
            <pc:sldMk cId="2108633778" sldId="257"/>
            <ac:spMk id="2" creationId="{3099C59E-A1C1-4727-B93A-A65DA95B922B}"/>
          </ac:spMkLst>
        </pc:spChg>
        <pc:spChg chg="del">
          <ac:chgData name="裴 熙隆" userId="d70ee545ee25833c" providerId="LiveId" clId="{A007F192-D46D-44AA-A64F-C81B902BC4EE}" dt="2024-10-18T09:05:45.765" v="15" actId="478"/>
          <ac:spMkLst>
            <pc:docMk/>
            <pc:sldMk cId="2108633778" sldId="257"/>
            <ac:spMk id="5" creationId="{C25F590F-311E-4A6D-9B33-C51E9F2BB1A6}"/>
          </ac:spMkLst>
        </pc:spChg>
        <pc:spChg chg="del">
          <ac:chgData name="裴 熙隆" userId="d70ee545ee25833c" providerId="LiveId" clId="{A007F192-D46D-44AA-A64F-C81B902BC4EE}" dt="2024-10-18T09:05:50.614" v="19" actId="478"/>
          <ac:spMkLst>
            <pc:docMk/>
            <pc:sldMk cId="2108633778" sldId="257"/>
            <ac:spMk id="7" creationId="{5D38BB85-5A19-40CA-AD55-C158FD7CD42F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" creationId="{ADC850B5-C880-465B-A12E-9E2CCD9AEC1E}"/>
          </ac:spMkLst>
        </pc:spChg>
        <pc:spChg chg="del">
          <ac:chgData name="裴 熙隆" userId="d70ee545ee25833c" providerId="LiveId" clId="{A007F192-D46D-44AA-A64F-C81B902BC4EE}" dt="2024-10-18T09:05:53.624" v="24" actId="478"/>
          <ac:spMkLst>
            <pc:docMk/>
            <pc:sldMk cId="2108633778" sldId="257"/>
            <ac:spMk id="13" creationId="{02E885B5-0AF9-42BF-BC14-E710CC7D3A0C}"/>
          </ac:spMkLst>
        </pc:spChg>
        <pc:spChg chg="del">
          <ac:chgData name="裴 熙隆" userId="d70ee545ee25833c" providerId="LiveId" clId="{A007F192-D46D-44AA-A64F-C81B902BC4EE}" dt="2024-10-18T09:05:35.179" v="4" actId="478"/>
          <ac:spMkLst>
            <pc:docMk/>
            <pc:sldMk cId="2108633778" sldId="257"/>
            <ac:spMk id="14" creationId="{40506E31-17D6-462A-83D2-54083903FAFD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5" creationId="{C3636273-E69C-4547-968B-91645A52167E}"/>
          </ac:spMkLst>
        </pc:spChg>
        <pc:spChg chg="del">
          <ac:chgData name="裴 熙隆" userId="d70ee545ee25833c" providerId="LiveId" clId="{A007F192-D46D-44AA-A64F-C81B902BC4EE}" dt="2024-10-18T09:05:50.614" v="19" actId="478"/>
          <ac:spMkLst>
            <pc:docMk/>
            <pc:sldMk cId="2108633778" sldId="257"/>
            <ac:spMk id="16" creationId="{27DA4D76-9B75-40EB-8B98-3641D654F82B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8" creationId="{4C3091FE-5DF0-4DE9-8386-233E5AC3E10B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9" creationId="{ADDD9DC1-9EDD-4764-8E9D-F31D2CB2280B}"/>
          </ac:spMkLst>
        </pc:spChg>
        <pc:spChg chg="del">
          <ac:chgData name="裴 熙隆" userId="d70ee545ee25833c" providerId="LiveId" clId="{A007F192-D46D-44AA-A64F-C81B902BC4EE}" dt="2024-10-18T09:05:50.614" v="19" actId="478"/>
          <ac:spMkLst>
            <pc:docMk/>
            <pc:sldMk cId="2108633778" sldId="257"/>
            <ac:spMk id="20" creationId="{2D824A17-183B-436D-A019-9CC03AABC641}"/>
          </ac:spMkLst>
        </pc:spChg>
        <pc:spChg chg="del">
          <ac:chgData name="裴 熙隆" userId="d70ee545ee25833c" providerId="LiveId" clId="{A007F192-D46D-44AA-A64F-C81B902BC4EE}" dt="2024-10-18T09:05:46.335" v="16" actId="478"/>
          <ac:spMkLst>
            <pc:docMk/>
            <pc:sldMk cId="2108633778" sldId="257"/>
            <ac:spMk id="21" creationId="{AFEE34B6-47D7-4EC0-91A9-091C6518BC66}"/>
          </ac:spMkLst>
        </pc:spChg>
        <pc:spChg chg="del">
          <ac:chgData name="裴 熙隆" userId="d70ee545ee25833c" providerId="LiveId" clId="{A007F192-D46D-44AA-A64F-C81B902BC4EE}" dt="2024-10-18T09:05:51.499" v="20" actId="478"/>
          <ac:spMkLst>
            <pc:docMk/>
            <pc:sldMk cId="2108633778" sldId="257"/>
            <ac:spMk id="23" creationId="{AC466ECC-F57C-4EC1-B40E-64936B2E0D7A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24" creationId="{EA9A7F84-37B1-4725-A503-0A3D54F7B58F}"/>
          </ac:spMkLst>
        </pc:spChg>
        <pc:spChg chg="del">
          <ac:chgData name="裴 熙隆" userId="d70ee545ee25833c" providerId="LiveId" clId="{A007F192-D46D-44AA-A64F-C81B902BC4EE}" dt="2024-10-18T09:05:51.499" v="20" actId="478"/>
          <ac:spMkLst>
            <pc:docMk/>
            <pc:sldMk cId="2108633778" sldId="257"/>
            <ac:spMk id="29" creationId="{AE6F35FD-C98E-4138-8BF7-D128959DC3BF}"/>
          </ac:spMkLst>
        </pc:spChg>
        <pc:spChg chg="del">
          <ac:chgData name="裴 熙隆" userId="d70ee545ee25833c" providerId="LiveId" clId="{A007F192-D46D-44AA-A64F-C81B902BC4EE}" dt="2024-10-18T09:05:46.900" v="17" actId="478"/>
          <ac:spMkLst>
            <pc:docMk/>
            <pc:sldMk cId="2108633778" sldId="257"/>
            <ac:spMk id="30" creationId="{272DDB03-7668-485E-B9CB-B7CBAF80EF44}"/>
          </ac:spMkLst>
        </pc:spChg>
        <pc:spChg chg="del">
          <ac:chgData name="裴 熙隆" userId="d70ee545ee25833c" providerId="LiveId" clId="{A007F192-D46D-44AA-A64F-C81B902BC4EE}" dt="2024-10-18T09:05:51.499" v="20" actId="478"/>
          <ac:spMkLst>
            <pc:docMk/>
            <pc:sldMk cId="2108633778" sldId="257"/>
            <ac:spMk id="31" creationId="{74A1B2DA-B4C4-4E7A-ADAF-5FDECD67C1F5}"/>
          </ac:spMkLst>
        </pc:spChg>
        <pc:spChg chg="mod">
          <ac:chgData name="裴 熙隆" userId="d70ee545ee25833c" providerId="LiveId" clId="{A007F192-D46D-44AA-A64F-C81B902BC4EE}" dt="2024-10-22T07:20:45.738" v="601" actId="20577"/>
          <ac:spMkLst>
            <pc:docMk/>
            <pc:sldMk cId="2108633778" sldId="257"/>
            <ac:spMk id="32" creationId="{000B614E-C216-4FDE-9151-E497CF2EC65F}"/>
          </ac:spMkLst>
        </pc:spChg>
        <pc:spChg chg="del">
          <ac:chgData name="裴 熙隆" userId="d70ee545ee25833c" providerId="LiveId" clId="{A007F192-D46D-44AA-A64F-C81B902BC4EE}" dt="2024-10-18T09:05:43.235" v="11" actId="478"/>
          <ac:spMkLst>
            <pc:docMk/>
            <pc:sldMk cId="2108633778" sldId="257"/>
            <ac:spMk id="33" creationId="{D025D775-A44A-4755-B2D7-BD6C47FA4E8D}"/>
          </ac:spMkLst>
        </pc:spChg>
        <pc:spChg chg="del mod">
          <ac:chgData name="裴 熙隆" userId="d70ee545ee25833c" providerId="LiveId" clId="{A007F192-D46D-44AA-A64F-C81B902BC4EE}" dt="2024-10-18T09:05:42.556" v="10" actId="478"/>
          <ac:spMkLst>
            <pc:docMk/>
            <pc:sldMk cId="2108633778" sldId="257"/>
            <ac:spMk id="34" creationId="{3A9BBFDA-FC46-4ED2-B404-749B5D62C7D3}"/>
          </ac:spMkLst>
        </pc:spChg>
        <pc:spChg chg="add del mod">
          <ac:chgData name="裴 熙隆" userId="d70ee545ee25833c" providerId="LiveId" clId="{A007F192-D46D-44AA-A64F-C81B902BC4EE}" dt="2024-10-22T06:34:27.858" v="298" actId="478"/>
          <ac:spMkLst>
            <pc:docMk/>
            <pc:sldMk cId="2108633778" sldId="257"/>
            <ac:spMk id="37" creationId="{16985F78-4C6C-4FA1-B35B-0929F0BA9C7B}"/>
          </ac:spMkLst>
        </pc:spChg>
        <pc:spChg chg="add del mod">
          <ac:chgData name="裴 熙隆" userId="d70ee545ee25833c" providerId="LiveId" clId="{A007F192-D46D-44AA-A64F-C81B902BC4EE}" dt="2024-10-22T06:16:31.029" v="182"/>
          <ac:spMkLst>
            <pc:docMk/>
            <pc:sldMk cId="2108633778" sldId="257"/>
            <ac:spMk id="38" creationId="{C54D528B-6BBF-42FC-A64D-34B18975E569}"/>
          </ac:spMkLst>
        </pc:spChg>
        <pc:spChg chg="del">
          <ac:chgData name="裴 熙隆" userId="d70ee545ee25833c" providerId="LiveId" clId="{A007F192-D46D-44AA-A64F-C81B902BC4EE}" dt="2024-10-18T09:05:38.719" v="8" actId="478"/>
          <ac:spMkLst>
            <pc:docMk/>
            <pc:sldMk cId="2108633778" sldId="257"/>
            <ac:spMk id="39" creationId="{DEBBDD26-468C-499D-A11E-8BBC70CC32E0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1" creationId="{F2D7232B-E33F-453B-A0C5-B0EBD2719BE9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2" creationId="{F17FD972-7FF7-4613-801A-196607C1A979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3" creationId="{65196921-80FD-41F3-B313-38A64C4B78BB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4" creationId="{0630A0F7-913E-4C0F-835D-C2FAD76718F2}"/>
          </ac:spMkLst>
        </pc:spChg>
        <pc:spChg chg="add del mod">
          <ac:chgData name="裴 熙隆" userId="d70ee545ee25833c" providerId="LiveId" clId="{A007F192-D46D-44AA-A64F-C81B902BC4EE}" dt="2024-10-22T06:22:14.345" v="266"/>
          <ac:spMkLst>
            <pc:docMk/>
            <pc:sldMk cId="2108633778" sldId="257"/>
            <ac:spMk id="45" creationId="{F84B0F71-DFD9-43AF-8903-6930FAD00138}"/>
          </ac:spMkLst>
        </pc:spChg>
        <pc:spChg chg="add del mod">
          <ac:chgData name="裴 熙隆" userId="d70ee545ee25833c" providerId="LiveId" clId="{A007F192-D46D-44AA-A64F-C81B902BC4EE}" dt="2024-10-22T06:22:14.345" v="266"/>
          <ac:spMkLst>
            <pc:docMk/>
            <pc:sldMk cId="2108633778" sldId="257"/>
            <ac:spMk id="46" creationId="{60BBE202-50BA-40BC-9814-293C516AD152}"/>
          </ac:spMkLst>
        </pc:spChg>
        <pc:spChg chg="add del mod">
          <ac:chgData name="裴 熙隆" userId="d70ee545ee25833c" providerId="LiveId" clId="{A007F192-D46D-44AA-A64F-C81B902BC4EE}" dt="2024-10-22T06:22:14.345" v="266"/>
          <ac:spMkLst>
            <pc:docMk/>
            <pc:sldMk cId="2108633778" sldId="257"/>
            <ac:spMk id="48" creationId="{47C351D0-858A-46DF-BA6E-6EEA30FBBF93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9" creationId="{4FB61001-5D81-42D7-85B4-91A360EC1B1D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0" creationId="{21A341C8-94AA-45A0-8388-87B856F45B47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1" creationId="{290127DD-F703-43E3-88DC-F2861A1BD2A2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2" creationId="{70D1E2EB-6F66-4F27-8732-EFE568BF102F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3" creationId="{994247E7-D0AD-4519-BA5C-163954B4894F}"/>
          </ac:spMkLst>
        </pc:spChg>
        <pc:spChg chg="add del mod">
          <ac:chgData name="裴 熙隆" userId="d70ee545ee25833c" providerId="LiveId" clId="{A007F192-D46D-44AA-A64F-C81B902BC4EE}" dt="2024-10-22T06:23:17.654" v="274" actId="478"/>
          <ac:spMkLst>
            <pc:docMk/>
            <pc:sldMk cId="2108633778" sldId="257"/>
            <ac:spMk id="54" creationId="{E93616EB-F089-4D9B-864E-6790E2839083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6" creationId="{FCF245FA-0036-41D9-9A50-C7DCFDA2762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7" creationId="{CE39ECC5-3683-496A-B794-9A82D0AEA14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8" creationId="{B0E002D9-DC19-4D45-B3A7-24A2D3BB00FC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9" creationId="{77F6E4CD-83B3-447B-BCFF-1EE03A1A07F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0" creationId="{B85C242C-5595-4E21-BE5B-AC7FBDA4D08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1" creationId="{16E89258-05FB-4526-9EC2-DEC2FDB9BC5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2" creationId="{BECA25AE-9909-485D-9059-DE58FD1F2A4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3" creationId="{8A3B8C03-689C-4D6F-9C6E-F5D5AE227A8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4" creationId="{CC4FB78A-C340-4E8F-B162-CC908AB17D1C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5" creationId="{DEE28B67-70A1-43DB-8302-DCC28CDBDBB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6" creationId="{5855F1FD-6073-4DA6-8329-0AA0BFCFA10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8" creationId="{2FC0E948-BB61-4DB5-9B47-EF13B21669F8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9" creationId="{5794EA59-9F52-4FD3-B5BE-8A953FAFB151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0" creationId="{5B954AE4-088D-4485-93ED-A11DFEB6A080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1" creationId="{575198D8-9B2A-4DB2-B9E1-D2065FDBE781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2" creationId="{D80CD22A-6FC6-4D6C-9B4F-0227A519A3A5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3" creationId="{8436393D-BC0A-40E0-A796-B7972F287A62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4" creationId="{78D8F208-BA88-40AC-8A90-133FDB8BE5D5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5" creationId="{28CF9D2F-7FB0-445E-A8F3-A44A7F54A9F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6" creationId="{2923E2A8-0E71-495F-9E44-642AE1F19198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7" creationId="{45FB1556-95D2-43BA-9832-6A58F7342DD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8" creationId="{83F29A48-6D81-4588-970F-D49C7B8DC8F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0" creationId="{7BEB4A6E-FD6B-4EC2-AB65-CABB7727C1A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1" creationId="{F5D99200-90F8-43D6-B2F5-BA7E3FE4A478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2" creationId="{FF38191F-7378-4076-A7D0-69D33850C9B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3" creationId="{B16FE96D-31E4-4D54-9CEC-5A4C2019346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4" creationId="{01BED5A2-87A0-4F23-873D-0D9924AC5452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5" creationId="{4A9992CE-E836-4B57-9A3C-0C02F9AA7A0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6" creationId="{04CF1C36-68CD-4ADE-BD4A-E2D72466668D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7" creationId="{E911A08C-5D55-4815-8F2C-CE4ED791E80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8" creationId="{7A73A2B1-36C6-4302-95EF-5DAE8A196073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9" creationId="{C21F3DB9-9BEC-4C13-AA96-08F5725B172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0" creationId="{FC99E9D2-6ECD-45CA-B653-A65CAC4AE567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2" creationId="{EE2A4C22-3C92-4FED-93AD-63BE20F030B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3" creationId="{27A7A444-084C-485E-88DB-B52A4AAE9833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4" creationId="{90F913DB-96A5-4640-A640-82F90553279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5" creationId="{8E88BC26-B4D4-434F-9697-D1D8ED0288BC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6" creationId="{876B122C-F10B-41F9-ADB1-5797E909D4D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7" creationId="{EF8996C5-9DD8-4A6C-8247-979742D0F72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8" creationId="{00C20A6C-5FA1-4412-B20F-C88734B4B15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9" creationId="{0B6E72FE-2AD0-4F49-A97D-D2655813997D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0" creationId="{286BE00E-5EBA-41D9-9EB2-FA53288FCED0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1" creationId="{56E1EF09-B17D-409B-8DB6-4FD073CC770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2" creationId="{B04A83FB-5F57-435E-AC7F-3AFEE5B10F71}"/>
          </ac:spMkLst>
        </pc:spChg>
        <pc:spChg chg="add mod or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3" creationId="{B1A0F76A-BED6-4893-9884-27D53E25C7EA}"/>
          </ac:spMkLst>
        </pc:spChg>
        <pc:spChg chg="add del mod">
          <ac:chgData name="裴 熙隆" userId="d70ee545ee25833c" providerId="LiveId" clId="{A007F192-D46D-44AA-A64F-C81B902BC4EE}" dt="2024-10-22T06:46:39.866" v="475" actId="478"/>
          <ac:spMkLst>
            <pc:docMk/>
            <pc:sldMk cId="2108633778" sldId="257"/>
            <ac:spMk id="104" creationId="{100794B5-82F1-4BB1-B7DC-2F5BFAE948E3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5" creationId="{78DC2618-0341-4682-8590-C9A8B882DE6C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6" creationId="{B6A3833E-4D38-4F75-84A0-F43E9665700D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7" creationId="{DB7ECC85-3835-4311-80F8-0E1AB2016876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8" creationId="{7CA44C1D-3C3D-4682-993B-597CE6CA9804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16" creationId="{182F2F87-8C86-4608-B213-7DF6440D6B64}"/>
          </ac:spMkLst>
        </pc:spChg>
        <pc:spChg chg="add mod">
          <ac:chgData name="裴 熙隆" userId="d70ee545ee25833c" providerId="LiveId" clId="{A007F192-D46D-44AA-A64F-C81B902BC4EE}" dt="2024-10-22T07:18:27.185" v="566" actId="1076"/>
          <ac:spMkLst>
            <pc:docMk/>
            <pc:sldMk cId="2108633778" sldId="257"/>
            <ac:spMk id="118" creationId="{8BD2366A-94B8-4FF6-A084-9340A07D5ACC}"/>
          </ac:spMkLst>
        </pc:spChg>
        <pc:spChg chg="add mod">
          <ac:chgData name="裴 熙隆" userId="d70ee545ee25833c" providerId="LiveId" clId="{A007F192-D46D-44AA-A64F-C81B902BC4EE}" dt="2024-10-22T07:18:56.748" v="574" actId="1076"/>
          <ac:spMkLst>
            <pc:docMk/>
            <pc:sldMk cId="2108633778" sldId="257"/>
            <ac:spMk id="119" creationId="{8591C077-F58E-445E-A75C-199EAD7D3B5A}"/>
          </ac:spMkLst>
        </pc:spChg>
        <pc:spChg chg="add mod">
          <ac:chgData name="裴 熙隆" userId="d70ee545ee25833c" providerId="LiveId" clId="{A007F192-D46D-44AA-A64F-C81B902BC4EE}" dt="2024-10-22T07:28:16.622" v="610" actId="1076"/>
          <ac:spMkLst>
            <pc:docMk/>
            <pc:sldMk cId="2108633778" sldId="257"/>
            <ac:spMk id="1024" creationId="{F81DFA02-8E7D-4F31-A53C-6CA5A92C53FC}"/>
          </ac:spMkLst>
        </pc:spChg>
        <pc:grpChg chg="del">
          <ac:chgData name="裴 熙隆" userId="d70ee545ee25833c" providerId="LiveId" clId="{A007F192-D46D-44AA-A64F-C81B902BC4EE}" dt="2024-10-18T09:05:52.120" v="21" actId="478"/>
          <ac:grpSpMkLst>
            <pc:docMk/>
            <pc:sldMk cId="2108633778" sldId="257"/>
            <ac:grpSpMk id="17" creationId="{190C139B-2156-458A-AE4C-0B302C5F76E2}"/>
          </ac:grpSpMkLst>
        </pc:grpChg>
        <pc:grpChg chg="del">
          <ac:chgData name="裴 熙隆" userId="d70ee545ee25833c" providerId="LiveId" clId="{A007F192-D46D-44AA-A64F-C81B902BC4EE}" dt="2024-10-18T09:05:52.483" v="22" actId="478"/>
          <ac:grpSpMkLst>
            <pc:docMk/>
            <pc:sldMk cId="2108633778" sldId="257"/>
            <ac:grpSpMk id="25" creationId="{0AF6F171-91B2-4D1F-BC09-6879D0F1EEED}"/>
          </ac:grpSpMkLst>
        </pc:grpChg>
        <pc:grpChg chg="add mod">
          <ac:chgData name="裴 熙隆" userId="d70ee545ee25833c" providerId="LiveId" clId="{A007F192-D46D-44AA-A64F-C81B902BC4EE}" dt="2024-10-22T06:23:45.091" v="278" actId="164"/>
          <ac:grpSpMkLst>
            <pc:docMk/>
            <pc:sldMk cId="2108633778" sldId="257"/>
            <ac:grpSpMk id="35" creationId="{C97DAFDE-101B-4532-A2DB-7DEAD85CD02E}"/>
          </ac:grpSpMkLst>
        </pc:grpChg>
        <pc:grpChg chg="add mod">
          <ac:chgData name="裴 熙隆" userId="d70ee545ee25833c" providerId="LiveId" clId="{A007F192-D46D-44AA-A64F-C81B902BC4EE}" dt="2024-10-22T06:23:54.197" v="280" actId="1076"/>
          <ac:grpSpMkLst>
            <pc:docMk/>
            <pc:sldMk cId="2108633778" sldId="257"/>
            <ac:grpSpMk id="55" creationId="{E2A2948A-E4B8-4828-A7AF-6F89A0B71F45}"/>
          </ac:grpSpMkLst>
        </pc:grpChg>
        <pc:grpChg chg="add mod">
          <ac:chgData name="裴 熙隆" userId="d70ee545ee25833c" providerId="LiveId" clId="{A007F192-D46D-44AA-A64F-C81B902BC4EE}" dt="2024-10-22T06:32:11.994" v="282" actId="1076"/>
          <ac:grpSpMkLst>
            <pc:docMk/>
            <pc:sldMk cId="2108633778" sldId="257"/>
            <ac:grpSpMk id="67" creationId="{C1C6BE6F-2D28-49C3-A9C2-AD60E0388661}"/>
          </ac:grpSpMkLst>
        </pc:grpChg>
        <pc:grpChg chg="add mod">
          <ac:chgData name="裴 熙隆" userId="d70ee545ee25833c" providerId="LiveId" clId="{A007F192-D46D-44AA-A64F-C81B902BC4EE}" dt="2024-10-22T06:32:16.339" v="284" actId="1076"/>
          <ac:grpSpMkLst>
            <pc:docMk/>
            <pc:sldMk cId="2108633778" sldId="257"/>
            <ac:grpSpMk id="79" creationId="{52DC67CB-6BB1-4430-81F5-176E94263314}"/>
          </ac:grpSpMkLst>
        </pc:grpChg>
        <pc:grpChg chg="add mod">
          <ac:chgData name="裴 熙隆" userId="d70ee545ee25833c" providerId="LiveId" clId="{A007F192-D46D-44AA-A64F-C81B902BC4EE}" dt="2024-10-22T06:32:20.490" v="286" actId="1076"/>
          <ac:grpSpMkLst>
            <pc:docMk/>
            <pc:sldMk cId="2108633778" sldId="257"/>
            <ac:grpSpMk id="91" creationId="{9C0F8401-5A23-46E0-8E7B-DCBE6E5E9D91}"/>
          </ac:grpSpMkLst>
        </pc:grpChg>
        <pc:picChg chg="del">
          <ac:chgData name="裴 熙隆" userId="d70ee545ee25833c" providerId="LiveId" clId="{A007F192-D46D-44AA-A64F-C81B902BC4EE}" dt="2024-10-18T09:05:44.203" v="13" actId="478"/>
          <ac:picMkLst>
            <pc:docMk/>
            <pc:sldMk cId="2108633778" sldId="257"/>
            <ac:picMk id="4" creationId="{67356F7E-AB7E-4CEB-ADCA-4629459419E9}"/>
          </ac:picMkLst>
        </pc:picChg>
        <pc:picChg chg="del">
          <ac:chgData name="裴 熙隆" userId="d70ee545ee25833c" providerId="LiveId" clId="{A007F192-D46D-44AA-A64F-C81B902BC4EE}" dt="2024-10-18T09:05:50.614" v="19" actId="478"/>
          <ac:picMkLst>
            <pc:docMk/>
            <pc:sldMk cId="2108633778" sldId="257"/>
            <ac:picMk id="6" creationId="{592AC4DA-FC7A-45E3-B466-B9FC4F84409D}"/>
          </ac:picMkLst>
        </pc:picChg>
        <pc:picChg chg="del">
          <ac:chgData name="裴 熙隆" userId="d70ee545ee25833c" providerId="LiveId" clId="{A007F192-D46D-44AA-A64F-C81B902BC4EE}" dt="2024-10-18T09:05:50.614" v="19" actId="478"/>
          <ac:picMkLst>
            <pc:docMk/>
            <pc:sldMk cId="2108633778" sldId="257"/>
            <ac:picMk id="9" creationId="{0CE27F1C-D962-4C78-8CE3-BAA2E1378AD1}"/>
          </ac:picMkLst>
        </pc:picChg>
        <pc:picChg chg="del">
          <ac:chgData name="裴 熙隆" userId="d70ee545ee25833c" providerId="LiveId" clId="{A007F192-D46D-44AA-A64F-C81B902BC4EE}" dt="2024-10-18T09:05:53.005" v="23" actId="478"/>
          <ac:picMkLst>
            <pc:docMk/>
            <pc:sldMk cId="2108633778" sldId="257"/>
            <ac:picMk id="22" creationId="{98578DFB-F702-4C81-87A3-E77124363FBD}"/>
          </ac:picMkLst>
        </pc:picChg>
        <pc:picChg chg="del">
          <ac:chgData name="裴 熙隆" userId="d70ee545ee25833c" providerId="LiveId" clId="{A007F192-D46D-44AA-A64F-C81B902BC4EE}" dt="2024-10-18T09:05:51.499" v="20" actId="478"/>
          <ac:picMkLst>
            <pc:docMk/>
            <pc:sldMk cId="2108633778" sldId="257"/>
            <ac:picMk id="1026" creationId="{996CB67F-3876-49AA-9D7F-3892C5A3F81D}"/>
          </ac:picMkLst>
        </pc:picChg>
        <pc:cxnChg chg="del mod">
          <ac:chgData name="裴 熙隆" userId="d70ee545ee25833c" providerId="LiveId" clId="{A007F192-D46D-44AA-A64F-C81B902BC4EE}" dt="2024-10-18T09:05:39.393" v="9" actId="478"/>
          <ac:cxnSpMkLst>
            <pc:docMk/>
            <pc:sldMk cId="2108633778" sldId="257"/>
            <ac:cxnSpMk id="36" creationId="{99577F0F-D98D-4806-8DC5-C8C770C852EA}"/>
          </ac:cxnSpMkLst>
        </pc:cxnChg>
        <pc:cxnChg chg="del mod">
          <ac:chgData name="裴 熙隆" userId="d70ee545ee25833c" providerId="LiveId" clId="{A007F192-D46D-44AA-A64F-C81B902BC4EE}" dt="2024-10-18T09:05:43.700" v="12" actId="478"/>
          <ac:cxnSpMkLst>
            <pc:docMk/>
            <pc:sldMk cId="2108633778" sldId="257"/>
            <ac:cxnSpMk id="40" creationId="{65464F64-6F6D-482C-BE34-ACA9912B6C5D}"/>
          </ac:cxnSpMkLst>
        </pc:cxnChg>
        <pc:cxnChg chg="del mod">
          <ac:chgData name="裴 熙隆" userId="d70ee545ee25833c" providerId="LiveId" clId="{A007F192-D46D-44AA-A64F-C81B902BC4EE}" dt="2024-10-18T09:05:44.829" v="14" actId="478"/>
          <ac:cxnSpMkLst>
            <pc:docMk/>
            <pc:sldMk cId="2108633778" sldId="257"/>
            <ac:cxnSpMk id="47" creationId="{B9FA1958-16B5-4AD1-896C-FC6077FFDCC3}"/>
          </ac:cxnSpMkLst>
        </pc:cxnChg>
        <pc:cxnChg chg="add mod">
          <ac:chgData name="裴 熙隆" userId="d70ee545ee25833c" providerId="LiveId" clId="{A007F192-D46D-44AA-A64F-C81B902BC4EE}" dt="2024-10-22T06:49:10.059" v="494" actId="692"/>
          <ac:cxnSpMkLst>
            <pc:docMk/>
            <pc:sldMk cId="2108633778" sldId="257"/>
            <ac:cxnSpMk id="110" creationId="{3144A46D-7C1C-4084-ACA7-2D3AF19F0667}"/>
          </ac:cxnSpMkLst>
        </pc:cxnChg>
        <pc:cxnChg chg="add mod">
          <ac:chgData name="裴 熙隆" userId="d70ee545ee25833c" providerId="LiveId" clId="{A007F192-D46D-44AA-A64F-C81B902BC4EE}" dt="2024-10-22T06:49:10.059" v="494" actId="692"/>
          <ac:cxnSpMkLst>
            <pc:docMk/>
            <pc:sldMk cId="2108633778" sldId="257"/>
            <ac:cxnSpMk id="112" creationId="{B92E800C-16FA-4BDE-9146-E7A173CE7FE7}"/>
          </ac:cxnSpMkLst>
        </pc:cxnChg>
        <pc:cxnChg chg="add mod">
          <ac:chgData name="裴 熙隆" userId="d70ee545ee25833c" providerId="LiveId" clId="{A007F192-D46D-44AA-A64F-C81B902BC4EE}" dt="2024-10-22T06:49:10.059" v="494" actId="692"/>
          <ac:cxnSpMkLst>
            <pc:docMk/>
            <pc:sldMk cId="2108633778" sldId="257"/>
            <ac:cxnSpMk id="114" creationId="{49E2401D-E1DE-4898-8A99-035A85CC7169}"/>
          </ac:cxnSpMkLst>
        </pc:cxnChg>
        <pc:cxnChg chg="add del mod">
          <ac:chgData name="裴 熙隆" userId="d70ee545ee25833c" providerId="LiveId" clId="{A007F192-D46D-44AA-A64F-C81B902BC4EE}" dt="2024-10-22T07:19:52.225" v="586" actId="692"/>
          <ac:cxnSpMkLst>
            <pc:docMk/>
            <pc:sldMk cId="2108633778" sldId="257"/>
            <ac:cxnSpMk id="120" creationId="{947590C7-2F82-4025-B8DD-CB21686CF90E}"/>
          </ac:cxnSpMkLst>
        </pc:cxnChg>
        <pc:cxnChg chg="add mod">
          <ac:chgData name="裴 熙隆" userId="d70ee545ee25833c" providerId="LiveId" clId="{A007F192-D46D-44AA-A64F-C81B902BC4EE}" dt="2024-10-22T07:19:52.225" v="586" actId="692"/>
          <ac:cxnSpMkLst>
            <pc:docMk/>
            <pc:sldMk cId="2108633778" sldId="257"/>
            <ac:cxnSpMk id="122" creationId="{2F1E4540-D1AF-4FB9-8D05-BA719CCFBB44}"/>
          </ac:cxnSpMkLst>
        </pc:cxnChg>
        <pc:cxnChg chg="add mod">
          <ac:chgData name="裴 熙隆" userId="d70ee545ee25833c" providerId="LiveId" clId="{A007F192-D46D-44AA-A64F-C81B902BC4EE}" dt="2024-10-22T07:19:52.225" v="586" actId="692"/>
          <ac:cxnSpMkLst>
            <pc:docMk/>
            <pc:sldMk cId="2108633778" sldId="257"/>
            <ac:cxnSpMk id="124" creationId="{D25E70B2-8598-4520-BEC8-9988906EA26D}"/>
          </ac:cxnSpMkLst>
        </pc:cxnChg>
        <pc:cxnChg chg="add mod">
          <ac:chgData name="裴 熙隆" userId="d70ee545ee25833c" providerId="LiveId" clId="{A007F192-D46D-44AA-A64F-C81B902BC4EE}" dt="2024-10-22T07:27:38.683" v="605" actId="14100"/>
          <ac:cxnSpMkLst>
            <pc:docMk/>
            <pc:sldMk cId="2108633778" sldId="257"/>
            <ac:cxnSpMk id="126" creationId="{90B326B4-E01A-45F1-8F11-4670A2EF6991}"/>
          </ac:cxnSpMkLst>
        </pc:cxnChg>
      </pc:sldChg>
      <pc:sldChg chg="add del">
        <pc:chgData name="裴 熙隆" userId="d70ee545ee25833c" providerId="LiveId" clId="{A007F192-D46D-44AA-A64F-C81B902BC4EE}" dt="2024-10-22T06:50:31.034" v="517" actId="47"/>
        <pc:sldMkLst>
          <pc:docMk/>
          <pc:sldMk cId="234447123" sldId="258"/>
        </pc:sldMkLst>
      </pc:sldChg>
      <pc:sldChg chg="new del ord">
        <pc:chgData name="裴 熙隆" userId="d70ee545ee25833c" providerId="LiveId" clId="{A007F192-D46D-44AA-A64F-C81B902BC4EE}" dt="2024-10-19T04:54:27.863" v="74" actId="47"/>
        <pc:sldMkLst>
          <pc:docMk/>
          <pc:sldMk cId="1877859825" sldId="259"/>
        </pc:sldMkLst>
      </pc:sldChg>
      <pc:sldChg chg="addSp delSp modSp add mod">
        <pc:chgData name="裴 熙隆" userId="d70ee545ee25833c" providerId="LiveId" clId="{A007F192-D46D-44AA-A64F-C81B902BC4EE}" dt="2024-10-22T07:15:03.919" v="520" actId="1076"/>
        <pc:sldMkLst>
          <pc:docMk/>
          <pc:sldMk cId="1599201057" sldId="260"/>
        </pc:sldMkLst>
        <pc:spChg chg="add mod">
          <ac:chgData name="裴 熙隆" userId="d70ee545ee25833c" providerId="LiveId" clId="{A007F192-D46D-44AA-A64F-C81B902BC4EE}" dt="2024-10-19T04:54:46.034" v="111" actId="20577"/>
          <ac:spMkLst>
            <pc:docMk/>
            <pc:sldMk cId="1599201057" sldId="260"/>
            <ac:spMk id="2" creationId="{138E2230-BFB3-48FF-A813-308F67E4EEF3}"/>
          </ac:spMkLst>
        </pc:spChg>
        <pc:spChg chg="del">
          <ac:chgData name="裴 熙隆" userId="d70ee545ee25833c" providerId="LiveId" clId="{A007F192-D46D-44AA-A64F-C81B902BC4EE}" dt="2024-10-19T04:54:29.208" v="75" actId="478"/>
          <ac:spMkLst>
            <pc:docMk/>
            <pc:sldMk cId="1599201057" sldId="260"/>
            <ac:spMk id="32" creationId="{000B614E-C216-4FDE-9151-E497CF2EC65F}"/>
          </ac:spMkLst>
        </pc:spChg>
        <pc:picChg chg="add mod">
          <ac:chgData name="裴 熙隆" userId="d70ee545ee25833c" providerId="LiveId" clId="{A007F192-D46D-44AA-A64F-C81B902BC4EE}" dt="2024-10-19T07:10:18.888" v="113" actId="14100"/>
          <ac:picMkLst>
            <pc:docMk/>
            <pc:sldMk cId="1599201057" sldId="260"/>
            <ac:picMk id="4" creationId="{92752A00-AB94-42C9-A0D7-AB602591C604}"/>
          </ac:picMkLst>
        </pc:picChg>
        <pc:picChg chg="add mod">
          <ac:chgData name="裴 熙隆" userId="d70ee545ee25833c" providerId="LiveId" clId="{A007F192-D46D-44AA-A64F-C81B902BC4EE}" dt="2024-10-22T06:37:23.856" v="323" actId="1076"/>
          <ac:picMkLst>
            <pc:docMk/>
            <pc:sldMk cId="1599201057" sldId="260"/>
            <ac:picMk id="6" creationId="{099B6EF6-158C-4593-8C8D-CA683348A9E8}"/>
          </ac:picMkLst>
        </pc:picChg>
        <pc:picChg chg="add mod">
          <ac:chgData name="裴 熙隆" userId="d70ee545ee25833c" providerId="LiveId" clId="{A007F192-D46D-44AA-A64F-C81B902BC4EE}" dt="2024-10-22T06:09:27.482" v="121" actId="1076"/>
          <ac:picMkLst>
            <pc:docMk/>
            <pc:sldMk cId="1599201057" sldId="260"/>
            <ac:picMk id="8" creationId="{54D94548-D705-4092-B766-0EBA0EBA04EB}"/>
          </ac:picMkLst>
        </pc:picChg>
        <pc:picChg chg="add mod">
          <ac:chgData name="裴 熙隆" userId="d70ee545ee25833c" providerId="LiveId" clId="{A007F192-D46D-44AA-A64F-C81B902BC4EE}" dt="2024-10-22T07:15:03.919" v="520" actId="1076"/>
          <ac:picMkLst>
            <pc:docMk/>
            <pc:sldMk cId="1599201057" sldId="260"/>
            <ac:picMk id="10" creationId="{63B9FE0C-4AFD-42C5-9342-2E702E293555}"/>
          </ac:picMkLst>
        </pc:picChg>
      </pc:sldChg>
    </pc:docChg>
  </pc:docChgLst>
  <pc:docChgLst>
    <pc:chgData name="裴 熙隆" userId="d70ee545ee25833c" providerId="LiveId" clId="{48AB33A3-B273-4B88-A8FC-DA2E2C5F7BBA}"/>
    <pc:docChg chg="undo custSel addSld modSld">
      <pc:chgData name="裴 熙隆" userId="d70ee545ee25833c" providerId="LiveId" clId="{48AB33A3-B273-4B88-A8FC-DA2E2C5F7BBA}" dt="2022-09-22T08:56:05.152" v="208" actId="1076"/>
      <pc:docMkLst>
        <pc:docMk/>
      </pc:docMkLst>
      <pc:sldChg chg="addSp delSp modSp new mod">
        <pc:chgData name="裴 熙隆" userId="d70ee545ee25833c" providerId="LiveId" clId="{48AB33A3-B273-4B88-A8FC-DA2E2C5F7BBA}" dt="2022-09-22T08:56:05.152" v="208" actId="1076"/>
        <pc:sldMkLst>
          <pc:docMk/>
          <pc:sldMk cId="3588923400" sldId="256"/>
        </pc:sldMkLst>
        <pc:spChg chg="del">
          <ac:chgData name="裴 熙隆" userId="d70ee545ee25833c" providerId="LiveId" clId="{48AB33A3-B273-4B88-A8FC-DA2E2C5F7BBA}" dt="2022-09-20T11:32:08.428" v="2" actId="478"/>
          <ac:spMkLst>
            <pc:docMk/>
            <pc:sldMk cId="3588923400" sldId="256"/>
            <ac:spMk id="2" creationId="{6E5EB9A2-A58A-4985-B4F7-5E6DB7BAA206}"/>
          </ac:spMkLst>
        </pc:spChg>
        <pc:spChg chg="del">
          <ac:chgData name="裴 熙隆" userId="d70ee545ee25833c" providerId="LiveId" clId="{48AB33A3-B273-4B88-A8FC-DA2E2C5F7BBA}" dt="2022-09-20T11:32:07.376" v="1" actId="478"/>
          <ac:spMkLst>
            <pc:docMk/>
            <pc:sldMk cId="3588923400" sldId="256"/>
            <ac:spMk id="3" creationId="{8D397DC0-45EB-47B2-9F09-53E0C6EADE1F}"/>
          </ac:spMkLst>
        </pc:spChg>
        <pc:spChg chg="add del mod">
          <ac:chgData name="裴 熙隆" userId="d70ee545ee25833c" providerId="LiveId" clId="{48AB33A3-B273-4B88-A8FC-DA2E2C5F7BBA}" dt="2022-09-20T12:55:02.769" v="134" actId="1076"/>
          <ac:spMkLst>
            <pc:docMk/>
            <pc:sldMk cId="3588923400" sldId="256"/>
            <ac:spMk id="5" creationId="{88F599B3-99DA-43B1-AE12-71F70C325055}"/>
          </ac:spMkLst>
        </pc:spChg>
        <pc:spChg chg="add mod">
          <ac:chgData name="裴 熙隆" userId="d70ee545ee25833c" providerId="LiveId" clId="{48AB33A3-B273-4B88-A8FC-DA2E2C5F7BBA}" dt="2022-09-20T12:55:17.004" v="136" actId="1076"/>
          <ac:spMkLst>
            <pc:docMk/>
            <pc:sldMk cId="3588923400" sldId="256"/>
            <ac:spMk id="8" creationId="{3B4629DE-0CF0-4CDB-9087-6E6E1CCC0958}"/>
          </ac:spMkLst>
        </pc:spChg>
        <pc:spChg chg="add mod">
          <ac:chgData name="裴 熙隆" userId="d70ee545ee25833c" providerId="LiveId" clId="{48AB33A3-B273-4B88-A8FC-DA2E2C5F7BBA}" dt="2022-09-20T12:55:10.450" v="135" actId="1076"/>
          <ac:spMkLst>
            <pc:docMk/>
            <pc:sldMk cId="3588923400" sldId="256"/>
            <ac:spMk id="10" creationId="{2CBFC67B-5FCD-4097-8970-51FA9F3E75D6}"/>
          </ac:spMkLst>
        </pc:spChg>
        <pc:spChg chg="add mod ord">
          <ac:chgData name="裴 熙隆" userId="d70ee545ee25833c" providerId="LiveId" clId="{48AB33A3-B273-4B88-A8FC-DA2E2C5F7BBA}" dt="2022-09-22T08:51:42.904" v="154" actId="1582"/>
          <ac:spMkLst>
            <pc:docMk/>
            <pc:sldMk cId="3588923400" sldId="256"/>
            <ac:spMk id="11" creationId="{A7502FA7-2566-40B9-B713-8465D50CDED9}"/>
          </ac:spMkLst>
        </pc:spChg>
        <pc:spChg chg="add mod">
          <ac:chgData name="裴 熙隆" userId="d70ee545ee25833c" providerId="LiveId" clId="{48AB33A3-B273-4B88-A8FC-DA2E2C5F7BBA}" dt="2022-09-22T08:54:10.290" v="183" actId="1076"/>
          <ac:spMkLst>
            <pc:docMk/>
            <pc:sldMk cId="3588923400" sldId="256"/>
            <ac:spMk id="12" creationId="{597712BF-661C-4A99-BCE9-7DAEB1723A9A}"/>
          </ac:spMkLst>
        </pc:spChg>
        <pc:spChg chg="add mod">
          <ac:chgData name="裴 熙隆" userId="d70ee545ee25833c" providerId="LiveId" clId="{48AB33A3-B273-4B88-A8FC-DA2E2C5F7BBA}" dt="2022-09-22T08:54:18.423" v="185" actId="1076"/>
          <ac:spMkLst>
            <pc:docMk/>
            <pc:sldMk cId="3588923400" sldId="256"/>
            <ac:spMk id="26" creationId="{46565690-9D36-4B4B-A075-1DC1B3ED211A}"/>
          </ac:spMkLst>
        </pc:spChg>
        <pc:spChg chg="add mod">
          <ac:chgData name="裴 熙隆" userId="d70ee545ee25833c" providerId="LiveId" clId="{48AB33A3-B273-4B88-A8FC-DA2E2C5F7BBA}" dt="2022-09-22T08:54:25.453" v="187" actId="1076"/>
          <ac:spMkLst>
            <pc:docMk/>
            <pc:sldMk cId="3588923400" sldId="256"/>
            <ac:spMk id="27" creationId="{238456A2-5366-4CB5-B0E1-FEA955AD21C7}"/>
          </ac:spMkLst>
        </pc:spChg>
        <pc:spChg chg="add del mod">
          <ac:chgData name="裴 熙隆" userId="d70ee545ee25833c" providerId="LiveId" clId="{48AB33A3-B273-4B88-A8FC-DA2E2C5F7BBA}" dt="2022-09-22T08:54:47.444" v="190" actId="478"/>
          <ac:spMkLst>
            <pc:docMk/>
            <pc:sldMk cId="3588923400" sldId="256"/>
            <ac:spMk id="31" creationId="{3F6D45FF-5128-49CB-B41B-214EFD764520}"/>
          </ac:spMkLst>
        </pc:spChg>
        <pc:spChg chg="add mod">
          <ac:chgData name="裴 熙隆" userId="d70ee545ee25833c" providerId="LiveId" clId="{48AB33A3-B273-4B88-A8FC-DA2E2C5F7BBA}" dt="2022-09-22T08:55:49.060" v="204" actId="20577"/>
          <ac:spMkLst>
            <pc:docMk/>
            <pc:sldMk cId="3588923400" sldId="256"/>
            <ac:spMk id="32" creationId="{B5A432BA-6EF6-4AD9-B127-CA5415A28927}"/>
          </ac:spMkLst>
        </pc:spChg>
        <pc:spChg chg="add mod">
          <ac:chgData name="裴 熙隆" userId="d70ee545ee25833c" providerId="LiveId" clId="{48AB33A3-B273-4B88-A8FC-DA2E2C5F7BBA}" dt="2022-09-22T08:55:58.176" v="206" actId="1076"/>
          <ac:spMkLst>
            <pc:docMk/>
            <pc:sldMk cId="3588923400" sldId="256"/>
            <ac:spMk id="33" creationId="{968ED481-E008-4510-B14B-42A62DA17819}"/>
          </ac:spMkLst>
        </pc:spChg>
        <pc:spChg chg="add mod">
          <ac:chgData name="裴 熙隆" userId="d70ee545ee25833c" providerId="LiveId" clId="{48AB33A3-B273-4B88-A8FC-DA2E2C5F7BBA}" dt="2022-09-22T08:56:05.152" v="208" actId="1076"/>
          <ac:spMkLst>
            <pc:docMk/>
            <pc:sldMk cId="3588923400" sldId="256"/>
            <ac:spMk id="34" creationId="{D87AEC1E-5BDC-4852-AEAD-03C7A4FCDA76}"/>
          </ac:spMkLst>
        </pc:spChg>
        <pc:graphicFrameChg chg="add mod modGraphic">
          <ac:chgData name="裴 熙隆" userId="d70ee545ee25833c" providerId="LiveId" clId="{48AB33A3-B273-4B88-A8FC-DA2E2C5F7BBA}" dt="2022-09-20T12:51:21.011" v="114" actId="255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48AB33A3-B273-4B88-A8FC-DA2E2C5F7BBA}" dt="2022-09-20T12:29:00.191" v="42" actId="1076"/>
          <ac:picMkLst>
            <pc:docMk/>
            <pc:sldMk cId="3588923400" sldId="256"/>
            <ac:picMk id="3" creationId="{E65D748B-0616-4108-86E9-164DAFD28A49}"/>
          </ac:picMkLst>
        </pc:picChg>
        <pc:cxnChg chg="add mod">
          <ac:chgData name="裴 熙隆" userId="d70ee545ee25833c" providerId="LiveId" clId="{48AB33A3-B273-4B88-A8FC-DA2E2C5F7BBA}" dt="2022-09-20T12:27:35.389" v="18" actId="1076"/>
          <ac:cxnSpMkLst>
            <pc:docMk/>
            <pc:sldMk cId="3588923400" sldId="256"/>
            <ac:cxnSpMk id="4" creationId="{11EF30E0-B5CF-4D78-99E8-985CCFCA85F5}"/>
          </ac:cxnSpMkLst>
        </pc:cxnChg>
        <pc:cxnChg chg="add mod">
          <ac:chgData name="裴 熙隆" userId="d70ee545ee25833c" providerId="LiveId" clId="{48AB33A3-B273-4B88-A8FC-DA2E2C5F7BBA}" dt="2022-09-20T12:28:00.206" v="25" actId="1076"/>
          <ac:cxnSpMkLst>
            <pc:docMk/>
            <pc:sldMk cId="3588923400" sldId="256"/>
            <ac:cxnSpMk id="6" creationId="{FE5F54B8-93B6-4B2F-8AD1-187C88448F5F}"/>
          </ac:cxnSpMkLst>
        </pc:cxnChg>
        <pc:cxnChg chg="add mod">
          <ac:chgData name="裴 熙隆" userId="d70ee545ee25833c" providerId="LiveId" clId="{48AB33A3-B273-4B88-A8FC-DA2E2C5F7BBA}" dt="2022-09-20T12:28:47.644" v="39" actId="1076"/>
          <ac:cxnSpMkLst>
            <pc:docMk/>
            <pc:sldMk cId="3588923400" sldId="256"/>
            <ac:cxnSpMk id="9" creationId="{4CBDE40C-73E5-45AF-9476-754D60143E07}"/>
          </ac:cxnSpMkLst>
        </pc:cxnChg>
        <pc:cxnChg chg="add mod">
          <ac:chgData name="裴 熙隆" userId="d70ee545ee25833c" providerId="LiveId" clId="{48AB33A3-B273-4B88-A8FC-DA2E2C5F7BBA}" dt="2022-09-22T08:53:05.883" v="170" actId="14100"/>
          <ac:cxnSpMkLst>
            <pc:docMk/>
            <pc:sldMk cId="3588923400" sldId="256"/>
            <ac:cxnSpMk id="20" creationId="{A61AEF1A-5870-4881-AD67-49740E2597EB}"/>
          </ac:cxnSpMkLst>
        </pc:cxnChg>
        <pc:cxnChg chg="add mod">
          <ac:chgData name="裴 熙隆" userId="d70ee545ee25833c" providerId="LiveId" clId="{48AB33A3-B273-4B88-A8FC-DA2E2C5F7BBA}" dt="2022-09-22T08:53:30.430" v="172" actId="408"/>
          <ac:cxnSpMkLst>
            <pc:docMk/>
            <pc:sldMk cId="3588923400" sldId="256"/>
            <ac:cxnSpMk id="21" creationId="{68543CBC-561D-412B-95F3-9DBC19EBBD77}"/>
          </ac:cxnSpMkLst>
        </pc:cxnChg>
        <pc:cxnChg chg="add mod">
          <ac:chgData name="裴 熙隆" userId="d70ee545ee25833c" providerId="LiveId" clId="{48AB33A3-B273-4B88-A8FC-DA2E2C5F7BBA}" dt="2022-09-22T08:53:12.357" v="171" actId="1076"/>
          <ac:cxnSpMkLst>
            <pc:docMk/>
            <pc:sldMk cId="3588923400" sldId="256"/>
            <ac:cxnSpMk id="22" creationId="{B2A20441-EF1C-425A-872E-58E67263879B}"/>
          </ac:cxnSpMkLst>
        </pc:cxnChg>
        <pc:cxnChg chg="add mod">
          <ac:chgData name="裴 熙隆" userId="d70ee545ee25833c" providerId="LiveId" clId="{48AB33A3-B273-4B88-A8FC-DA2E2C5F7BBA}" dt="2022-09-22T08:55:19.797" v="196" actId="1076"/>
          <ac:cxnSpMkLst>
            <pc:docMk/>
            <pc:sldMk cId="3588923400" sldId="256"/>
            <ac:cxnSpMk id="28" creationId="{5BD39DC5-A53C-47DA-A377-88FB4FFD3087}"/>
          </ac:cxnSpMkLst>
        </pc:cxnChg>
        <pc:cxnChg chg="add mod">
          <ac:chgData name="裴 熙隆" userId="d70ee545ee25833c" providerId="LiveId" clId="{48AB33A3-B273-4B88-A8FC-DA2E2C5F7BBA}" dt="2022-09-22T08:55:36.347" v="198" actId="408"/>
          <ac:cxnSpMkLst>
            <pc:docMk/>
            <pc:sldMk cId="3588923400" sldId="256"/>
            <ac:cxnSpMk id="29" creationId="{F0BA54D4-6051-45E7-BD46-BF0381948DEE}"/>
          </ac:cxnSpMkLst>
        </pc:cxnChg>
        <pc:cxnChg chg="add mod">
          <ac:chgData name="裴 熙隆" userId="d70ee545ee25833c" providerId="LiveId" clId="{48AB33A3-B273-4B88-A8FC-DA2E2C5F7BBA}" dt="2022-09-22T08:55:25.308" v="197" actId="1076"/>
          <ac:cxnSpMkLst>
            <pc:docMk/>
            <pc:sldMk cId="3588923400" sldId="256"/>
            <ac:cxnSpMk id="30" creationId="{B4BF9A52-FB3B-4666-8296-4361621A44E9}"/>
          </ac:cxnSpMkLst>
        </pc:cxnChg>
      </pc:sldChg>
      <pc:sldMasterChg chg="addSldLayout">
        <pc:chgData name="裴 熙隆" userId="d70ee545ee25833c" providerId="LiveId" clId="{48AB33A3-B273-4B88-A8FC-DA2E2C5F7BBA}" dt="2022-09-20T11:32:04.970" v="0" actId="680"/>
        <pc:sldMasterMkLst>
          <pc:docMk/>
          <pc:sldMasterMk cId="1491704641" sldId="2147483648"/>
        </pc:sldMasterMkLst>
        <pc:sldLayoutChg chg="add">
          <pc:chgData name="裴 熙隆" userId="d70ee545ee25833c" providerId="LiveId" clId="{48AB33A3-B273-4B88-A8FC-DA2E2C5F7BBA}" dt="2022-09-20T11:32:04.970" v="0" actId="680"/>
          <pc:sldLayoutMkLst>
            <pc:docMk/>
            <pc:sldMasterMk cId="1491704641" sldId="2147483648"/>
            <pc:sldLayoutMk cId="2432093566" sldId="2147483649"/>
          </pc:sldLayoutMkLst>
        </pc:sldLayoutChg>
      </pc:sldMasterChg>
    </pc:docChg>
  </pc:docChgLst>
  <pc:docChgLst>
    <pc:chgData name="裴 熙隆" userId="d70ee545ee25833c" providerId="LiveId" clId="{3871F6F7-90BC-4823-874A-26441B96449C}"/>
    <pc:docChg chg="undo redo custSel modSld">
      <pc:chgData name="裴 熙隆" userId="d70ee545ee25833c" providerId="LiveId" clId="{3871F6F7-90BC-4823-874A-26441B96449C}" dt="2025-12-12T12:18:19.234" v="105"/>
      <pc:docMkLst>
        <pc:docMk/>
      </pc:docMkLst>
      <pc:sldChg chg="addSp delSp modSp mod">
        <pc:chgData name="裴 熙隆" userId="d70ee545ee25833c" providerId="LiveId" clId="{3871F6F7-90BC-4823-874A-26441B96449C}" dt="2025-12-12T12:18:19.234" v="105"/>
        <pc:sldMkLst>
          <pc:docMk/>
          <pc:sldMk cId="2108633778" sldId="257"/>
        </pc:sldMkLst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" creationId="{7CB96C8C-9919-42F8-A6DB-27BAE5744B6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" creationId="{ADC850B5-C880-465B-A12E-9E2CCD9AEC1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5" creationId="{C3636273-E69C-4547-968B-91645A52167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1" creationId="{F2D7232B-E33F-453B-A0C5-B0EBD2719BE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2" creationId="{F17FD972-7FF7-4613-801A-196607C1A97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3" creationId="{65196921-80FD-41F3-B313-38A64C4B78BB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4" creationId="{0630A0F7-913E-4C0F-835D-C2FAD76718F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9" creationId="{4FB61001-5D81-42D7-85B4-91A360EC1B1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0" creationId="{21A341C8-94AA-45A0-8388-87B856F45B4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1" creationId="{290127DD-F703-43E3-88DC-F2861A1BD2A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2" creationId="{70D1E2EB-6F66-4F27-8732-EFE568BF102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3" creationId="{994247E7-D0AD-4519-BA5C-163954B4894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6" creationId="{FCF245FA-0036-41D9-9A50-C7DCFDA2762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7" creationId="{CE39ECC5-3683-496A-B794-9A82D0AEA14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8" creationId="{B0E002D9-DC19-4D45-B3A7-24A2D3BB00FC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9" creationId="{77F6E4CD-83B3-447B-BCFF-1EE03A1A07F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0" creationId="{B85C242C-5595-4E21-BE5B-AC7FBDA4D08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1" creationId="{16E89258-05FB-4526-9EC2-DEC2FDB9BC5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2" creationId="{BECA25AE-9909-485D-9059-DE58FD1F2A4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3" creationId="{8A3B8C03-689C-4D6F-9C6E-F5D5AE227A8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4" creationId="{CC4FB78A-C340-4E8F-B162-CC908AB17D1C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5" creationId="{DEE28B67-70A1-43DB-8302-DCC28CDBDBB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6" creationId="{5855F1FD-6073-4DA6-8329-0AA0BFCFA10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8" creationId="{2FC0E948-BB61-4DB5-9B47-EF13B21669F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9" creationId="{5794EA59-9F52-4FD3-B5BE-8A953FAFB151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0" creationId="{5B954AE4-088D-4485-93ED-A11DFEB6A080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1" creationId="{575198D8-9B2A-4DB2-B9E1-D2065FDBE781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2" creationId="{D80CD22A-6FC6-4D6C-9B4F-0227A519A3A5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3" creationId="{8436393D-BC0A-40E0-A796-B7972F287A6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4" creationId="{78D8F208-BA88-40AC-8A90-133FDB8BE5D5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5" creationId="{28CF9D2F-7FB0-445E-A8F3-A44A7F54A9F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6" creationId="{2923E2A8-0E71-495F-9E44-642AE1F1919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7" creationId="{45FB1556-95D2-43BA-9832-6A58F7342DD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8" creationId="{83F29A48-6D81-4588-970F-D49C7B8DC8F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0" creationId="{7BEB4A6E-FD6B-4EC2-AB65-CABB7727C1A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1" creationId="{F5D99200-90F8-43D6-B2F5-BA7E3FE4A47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2" creationId="{FF38191F-7378-4076-A7D0-69D33850C9B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3" creationId="{B16FE96D-31E4-4D54-9CEC-5A4C2019346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4" creationId="{01BED5A2-87A0-4F23-873D-0D9924AC545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5" creationId="{4A9992CE-E836-4B57-9A3C-0C02F9AA7A0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6" creationId="{04CF1C36-68CD-4ADE-BD4A-E2D72466668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7" creationId="{E911A08C-5D55-4815-8F2C-CE4ED791E80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8" creationId="{7A73A2B1-36C6-4302-95EF-5DAE8A196073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9" creationId="{C21F3DB9-9BEC-4C13-AA96-08F5725B172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0" creationId="{FC99E9D2-6ECD-45CA-B653-A65CAC4AE56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2" creationId="{EE2A4C22-3C92-4FED-93AD-63BE20F030B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3" creationId="{27A7A444-084C-485E-88DB-B52A4AAE9833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4" creationId="{90F913DB-96A5-4640-A640-82F90553279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5" creationId="{8E88BC26-B4D4-434F-9697-D1D8ED0288BC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6" creationId="{876B122C-F10B-41F9-ADB1-5797E909D4D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7" creationId="{EF8996C5-9DD8-4A6C-8247-979742D0F72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8" creationId="{00C20A6C-5FA1-4412-B20F-C88734B4B15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9" creationId="{0B6E72FE-2AD0-4F49-A97D-D2655813997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0" creationId="{286BE00E-5EBA-41D9-9EB2-FA53288FCED0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1" creationId="{56E1EF09-B17D-409B-8DB6-4FD073CC770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2" creationId="{B04A83FB-5F57-435E-AC7F-3AFEE5B10F71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3" creationId="{B1A0F76A-BED6-4893-9884-27D53E25C7E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5" creationId="{78DC2618-0341-4682-8590-C9A8B882DE6C}"/>
          </ac:spMkLst>
        </pc:spChg>
        <pc:spChg chg="add del">
          <ac:chgData name="裴 熙隆" userId="d70ee545ee25833c" providerId="LiveId" clId="{3871F6F7-90BC-4823-874A-26441B96449C}" dt="2025-12-12T12:18:19.234" v="105"/>
          <ac:spMkLst>
            <pc:docMk/>
            <pc:sldMk cId="2108633778" sldId="257"/>
            <ac:spMk id="106" creationId="{A84A6FF3-D36E-45BA-B19E-27DA58A9811D}"/>
          </ac:spMkLst>
        </pc:spChg>
        <pc:spChg chg="mod">
          <ac:chgData name="裴 熙隆" userId="d70ee545ee25833c" providerId="LiveId" clId="{3871F6F7-90BC-4823-874A-26441B96449C}" dt="2025-12-12T12:18:17.834" v="101" actId="1076"/>
          <ac:spMkLst>
            <pc:docMk/>
            <pc:sldMk cId="2108633778" sldId="257"/>
            <ac:spMk id="111" creationId="{04E80720-22EF-40AE-B386-76B75EF4C58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13" creationId="{33BEDA23-778B-4C06-9ED9-22B57A46186F}"/>
          </ac:spMkLst>
        </pc:spChg>
        <pc:spChg chg="mod">
          <ac:chgData name="裴 熙隆" userId="d70ee545ee25833c" providerId="LiveId" clId="{3871F6F7-90BC-4823-874A-26441B96449C}" dt="2025-12-12T12:16:52.731" v="85"/>
          <ac:spMkLst>
            <pc:docMk/>
            <pc:sldMk cId="2108633778" sldId="257"/>
            <ac:spMk id="115" creationId="{5F30D266-385B-42E2-9A7D-C25FEEEC1268}"/>
          </ac:spMkLst>
        </pc:spChg>
        <pc:spChg chg="mod">
          <ac:chgData name="裴 熙隆" userId="d70ee545ee25833c" providerId="LiveId" clId="{3871F6F7-90BC-4823-874A-26441B96449C}" dt="2025-12-12T12:16:16.453" v="46" actId="20577"/>
          <ac:spMkLst>
            <pc:docMk/>
            <pc:sldMk cId="2108633778" sldId="257"/>
            <ac:spMk id="117" creationId="{CE964D0E-4D87-4362-B7DF-E25F1AF5A82A}"/>
          </ac:spMkLst>
        </pc:spChg>
        <pc:spChg chg="mod">
          <ac:chgData name="裴 熙隆" userId="d70ee545ee25833c" providerId="LiveId" clId="{3871F6F7-90BC-4823-874A-26441B96449C}" dt="2025-12-12T12:16:33.024" v="80" actId="20577"/>
          <ac:spMkLst>
            <pc:docMk/>
            <pc:sldMk cId="2108633778" sldId="257"/>
            <ac:spMk id="121" creationId="{A9E2CC4C-9166-40E0-AD21-78B3F11D8D2C}"/>
          </ac:spMkLst>
        </pc:spChg>
        <pc:spChg chg="mod">
          <ac:chgData name="裴 熙隆" userId="d70ee545ee25833c" providerId="LiveId" clId="{3871F6F7-90BC-4823-874A-26441B96449C}" dt="2025-12-12T12:16:36.534" v="82"/>
          <ac:spMkLst>
            <pc:docMk/>
            <pc:sldMk cId="2108633778" sldId="257"/>
            <ac:spMk id="123" creationId="{3D046F3D-ACBB-403C-B573-2695163EE741}"/>
          </ac:spMkLst>
        </pc:spChg>
        <pc:spChg chg="mod">
          <ac:chgData name="裴 熙隆" userId="d70ee545ee25833c" providerId="LiveId" clId="{3871F6F7-90BC-4823-874A-26441B96449C}" dt="2025-12-12T12:16:38.879" v="84"/>
          <ac:spMkLst>
            <pc:docMk/>
            <pc:sldMk cId="2108633778" sldId="257"/>
            <ac:spMk id="125" creationId="{B554DCF7-38F1-4FE2-8169-D7355353ACC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27" creationId="{6C57C80B-D5C5-4970-86EC-F1A659548A8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1" creationId="{D0686B20-CE1E-4A01-A756-D75FBBD8B32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2" creationId="{31FABA5C-5048-47F5-A173-CD14E58465C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3" creationId="{7B32FD67-316F-4750-BB98-3EFDA88FEA5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8" creationId="{B6D5FCA3-FDF9-497D-AAE1-5FFECCE8A929}"/>
          </ac:spMkLst>
        </pc:spChg>
        <pc:picChg chg="mod">
          <ac:chgData name="裴 熙隆" userId="d70ee545ee25833c" providerId="LiveId" clId="{3871F6F7-90BC-4823-874A-26441B96449C}" dt="2025-12-12T12:18:17.834" v="101" actId="1076"/>
          <ac:picMkLst>
            <pc:docMk/>
            <pc:sldMk cId="2108633778" sldId="257"/>
            <ac:picMk id="109" creationId="{7CB5A042-2D95-4CE4-8875-16DBB5F87904}"/>
          </ac:picMkLst>
        </pc:picChg>
      </pc:sldChg>
    </pc:docChg>
  </pc:docChgLst>
  <pc:docChgLst>
    <pc:chgData name="裴 熙隆" userId="d70ee545ee25833c" providerId="LiveId" clId="{74558D0C-D5C6-4B18-8E25-78E72B404440}"/>
    <pc:docChg chg="undo custSel modSld">
      <pc:chgData name="裴 熙隆" userId="d70ee545ee25833c" providerId="LiveId" clId="{74558D0C-D5C6-4B18-8E25-78E72B404440}" dt="2026-01-21T13:26:16.776" v="363" actId="207"/>
      <pc:docMkLst>
        <pc:docMk/>
      </pc:docMkLst>
      <pc:sldChg chg="addSp modSp mod">
        <pc:chgData name="裴 熙隆" userId="d70ee545ee25833c" providerId="LiveId" clId="{74558D0C-D5C6-4B18-8E25-78E72B404440}" dt="2026-01-21T13:26:16.776" v="363" actId="207"/>
        <pc:sldMkLst>
          <pc:docMk/>
          <pc:sldMk cId="2986145847" sldId="261"/>
        </pc:sldMkLst>
        <pc:spChg chg="ord">
          <ac:chgData name="裴 熙隆" userId="d70ee545ee25833c" providerId="LiveId" clId="{74558D0C-D5C6-4B18-8E25-78E72B404440}" dt="2026-01-21T13:02:48.911" v="174" actId="166"/>
          <ac:spMkLst>
            <pc:docMk/>
            <pc:sldMk cId="2986145847" sldId="261"/>
            <ac:spMk id="103" creationId="{B1A0F76A-BED6-4893-9884-27D53E25C7EA}"/>
          </ac:spMkLst>
        </pc:spChg>
        <pc:spChg chg="add mod ord">
          <ac:chgData name="裴 熙隆" userId="d70ee545ee25833c" providerId="LiveId" clId="{74558D0C-D5C6-4B18-8E25-78E72B404440}" dt="2026-01-21T13:02:51.909" v="175" actId="1076"/>
          <ac:spMkLst>
            <pc:docMk/>
            <pc:sldMk cId="2986145847" sldId="261"/>
            <ac:spMk id="104" creationId="{6B63D6FD-F361-44EB-8169-5FA8E878775E}"/>
          </ac:spMkLst>
        </pc:spChg>
        <pc:spChg chg="add mod">
          <ac:chgData name="裴 熙隆" userId="d70ee545ee25833c" providerId="LiveId" clId="{74558D0C-D5C6-4B18-8E25-78E72B404440}" dt="2026-01-21T13:26:16.776" v="363" actId="207"/>
          <ac:spMkLst>
            <pc:docMk/>
            <pc:sldMk cId="2986145847" sldId="261"/>
            <ac:spMk id="109" creationId="{717644D3-9F7D-4A78-8053-46E563E3AB0A}"/>
          </ac:spMkLst>
        </pc:spChg>
        <pc:cxnChg chg="add mod">
          <ac:chgData name="裴 熙隆" userId="d70ee545ee25833c" providerId="LiveId" clId="{74558D0C-D5C6-4B18-8E25-78E72B404440}" dt="2026-01-21T13:05:04.713" v="227" actId="14100"/>
          <ac:cxnSpMkLst>
            <pc:docMk/>
            <pc:sldMk cId="2986145847" sldId="261"/>
            <ac:cxnSpMk id="4" creationId="{5927419E-C97F-4C9D-B771-FC1B46C3A1D7}"/>
          </ac:cxnSpMkLst>
        </pc:cxnChg>
      </pc:sldChg>
    </pc:docChg>
  </pc:docChgLst>
  <pc:docChgLst>
    <pc:chgData name="裴 熙隆" userId="d70ee545ee25833c" providerId="LiveId" clId="{76162C0B-6691-4478-B9BA-E45C71923043}"/>
    <pc:docChg chg="undo custSel addSld modSld sldOrd">
      <pc:chgData name="裴 熙隆" userId="d70ee545ee25833c" providerId="LiveId" clId="{76162C0B-6691-4478-B9BA-E45C71923043}" dt="2023-05-30T15:23:39.683" v="414" actId="1076"/>
      <pc:docMkLst>
        <pc:docMk/>
      </pc:docMkLst>
      <pc:sldChg chg="addSp modSp mod">
        <pc:chgData name="裴 熙隆" userId="d70ee545ee25833c" providerId="LiveId" clId="{76162C0B-6691-4478-B9BA-E45C71923043}" dt="2023-05-30T04:01:32.404" v="13" actId="1076"/>
        <pc:sldMkLst>
          <pc:docMk/>
          <pc:sldMk cId="3588923400" sldId="256"/>
        </pc:sldMkLst>
        <pc:spChg chg="mod">
          <ac:chgData name="裴 熙隆" userId="d70ee545ee25833c" providerId="LiveId" clId="{76162C0B-6691-4478-B9BA-E45C71923043}" dt="2023-05-29T09:49:29.115" v="5" actId="1076"/>
          <ac:spMkLst>
            <pc:docMk/>
            <pc:sldMk cId="3588923400" sldId="256"/>
            <ac:spMk id="15" creationId="{46B6C98D-EA7A-6EA4-4CBC-9E762D71439A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1" creationId="{B43F21DA-57E3-48F9-9275-0DDDFAE20EE7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2" creationId="{9E2521DF-43F8-41AE-89D8-286F167B1541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6" creationId="{21E42199-E28B-402D-8808-1ECE8CDBE139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8" creationId="{0676C230-DF00-4446-824C-33BE380546F8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9" creationId="{18B79872-F2D5-4613-81CD-F11AC12C977A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30" creationId="{6539E4A8-D061-4598-90D0-07D7A4630946}"/>
          </ac:spMkLst>
        </pc:spChg>
        <pc:picChg chg="mod">
          <ac:chgData name="裴 熙隆" userId="d70ee545ee25833c" providerId="LiveId" clId="{76162C0B-6691-4478-B9BA-E45C71923043}" dt="2023-05-29T09:34:26.093" v="4" actId="1076"/>
          <ac:picMkLst>
            <pc:docMk/>
            <pc:sldMk cId="3588923400" sldId="256"/>
            <ac:picMk id="9" creationId="{4302FDEB-C7F4-69DD-0BB6-2F1AC2DC8273}"/>
          </ac:picMkLst>
        </pc:picChg>
        <pc:picChg chg="mod">
          <ac:chgData name="裴 熙隆" userId="d70ee545ee25833c" providerId="LiveId" clId="{76162C0B-6691-4478-B9BA-E45C71923043}" dt="2023-05-30T04:01:30.691" v="12" actId="1076"/>
          <ac:picMkLst>
            <pc:docMk/>
            <pc:sldMk cId="3588923400" sldId="256"/>
            <ac:picMk id="11" creationId="{60E53B78-D224-0E65-CB21-4E7473174AB2}"/>
          </ac:picMkLst>
        </pc:picChg>
        <pc:picChg chg="mod">
          <ac:chgData name="裴 熙隆" userId="d70ee545ee25833c" providerId="LiveId" clId="{76162C0B-6691-4478-B9BA-E45C71923043}" dt="2023-05-30T04:01:32.404" v="13" actId="1076"/>
          <ac:picMkLst>
            <pc:docMk/>
            <pc:sldMk cId="3588923400" sldId="256"/>
            <ac:picMk id="13" creationId="{B4D2AA62-6812-1159-F050-6A93E264121B}"/>
          </ac:picMkLst>
        </pc:picChg>
        <pc:picChg chg="add mod">
          <ac:chgData name="裴 熙隆" userId="d70ee545ee25833c" providerId="LiveId" clId="{76162C0B-6691-4478-B9BA-E45C71923043}" dt="2023-05-29T09:51:32.712" v="7" actId="1076"/>
          <ac:picMkLst>
            <pc:docMk/>
            <pc:sldMk cId="3588923400" sldId="256"/>
            <ac:picMk id="23" creationId="{3041BB93-1D92-42BE-A828-06834DA1C4C4}"/>
          </ac:picMkLst>
        </pc:picChg>
      </pc:sldChg>
      <pc:sldChg chg="addSp delSp modSp new mod ord">
        <pc:chgData name="裴 熙隆" userId="d70ee545ee25833c" providerId="LiveId" clId="{76162C0B-6691-4478-B9BA-E45C71923043}" dt="2023-05-30T15:23:39.683" v="414" actId="1076"/>
        <pc:sldMkLst>
          <pc:docMk/>
          <pc:sldMk cId="2108633778" sldId="257"/>
        </pc:sldMkLst>
        <pc:spChg chg="del">
          <ac:chgData name="裴 熙隆" userId="d70ee545ee25833c" providerId="LiveId" clId="{76162C0B-6691-4478-B9BA-E45C71923043}" dt="2023-05-30T04:01:25.999" v="9" actId="478"/>
          <ac:spMkLst>
            <pc:docMk/>
            <pc:sldMk cId="2108633778" sldId="257"/>
            <ac:spMk id="2" creationId="{F7903418-B966-4A6E-8032-D7DD1AF718C5}"/>
          </ac:spMkLst>
        </pc:spChg>
        <pc:spChg chg="del">
          <ac:chgData name="裴 熙隆" userId="d70ee545ee25833c" providerId="LiveId" clId="{76162C0B-6691-4478-B9BA-E45C71923043}" dt="2023-05-30T04:01:26.505" v="10" actId="478"/>
          <ac:spMkLst>
            <pc:docMk/>
            <pc:sldMk cId="2108633778" sldId="257"/>
            <ac:spMk id="3" creationId="{1D9A0450-3528-4B70-A1C3-D65ACF4DDA28}"/>
          </ac:spMkLst>
        </pc:spChg>
        <pc:spChg chg="add mod">
          <ac:chgData name="裴 熙隆" userId="d70ee545ee25833c" providerId="LiveId" clId="{76162C0B-6691-4478-B9BA-E45C71923043}" dt="2023-05-30T15:17:55.470" v="336" actId="1076"/>
          <ac:spMkLst>
            <pc:docMk/>
            <pc:sldMk cId="2108633778" sldId="257"/>
            <ac:spMk id="5" creationId="{C25F590F-311E-4A6D-9B33-C51E9F2BB1A6}"/>
          </ac:spMkLst>
        </pc:spChg>
        <pc:spChg chg="add mod">
          <ac:chgData name="裴 熙隆" userId="d70ee545ee25833c" providerId="LiveId" clId="{76162C0B-6691-4478-B9BA-E45C71923043}" dt="2023-05-30T15:14:10.945" v="293" actId="1076"/>
          <ac:spMkLst>
            <pc:docMk/>
            <pc:sldMk cId="2108633778" sldId="257"/>
            <ac:spMk id="7" creationId="{5D38BB85-5A19-40CA-AD55-C158FD7CD42F}"/>
          </ac:spMkLst>
        </pc:spChg>
        <pc:spChg chg="add mod">
          <ac:chgData name="裴 熙隆" userId="d70ee545ee25833c" providerId="LiveId" clId="{76162C0B-6691-4478-B9BA-E45C71923043}" dt="2023-05-30T15:01:22.908" v="128" actId="164"/>
          <ac:spMkLst>
            <pc:docMk/>
            <pc:sldMk cId="2108633778" sldId="257"/>
            <ac:spMk id="10" creationId="{413B0F6F-0399-4934-8835-5B3FBD58A0D9}"/>
          </ac:spMkLst>
        </pc:spChg>
        <pc:spChg chg="add mod">
          <ac:chgData name="裴 熙隆" userId="d70ee545ee25833c" providerId="LiveId" clId="{76162C0B-6691-4478-B9BA-E45C71923043}" dt="2023-05-30T15:01:22.908" v="128" actId="164"/>
          <ac:spMkLst>
            <pc:docMk/>
            <pc:sldMk cId="2108633778" sldId="257"/>
            <ac:spMk id="11" creationId="{657F89B9-6293-4F5D-B1E6-E2CF6957DED5}"/>
          </ac:spMkLst>
        </pc:spChg>
        <pc:spChg chg="add mod">
          <ac:chgData name="裴 熙隆" userId="d70ee545ee25833c" providerId="LiveId" clId="{76162C0B-6691-4478-B9BA-E45C71923043}" dt="2023-05-30T15:01:22.908" v="128" actId="164"/>
          <ac:spMkLst>
            <pc:docMk/>
            <pc:sldMk cId="2108633778" sldId="257"/>
            <ac:spMk id="12" creationId="{7D049D79-B4EC-4EB3-9461-B2612BE995E4}"/>
          </ac:spMkLst>
        </pc:spChg>
        <pc:spChg chg="add mod">
          <ac:chgData name="裴 熙隆" userId="d70ee545ee25833c" providerId="LiveId" clId="{76162C0B-6691-4478-B9BA-E45C71923043}" dt="2023-05-30T15:00:57.345" v="120" actId="1076"/>
          <ac:spMkLst>
            <pc:docMk/>
            <pc:sldMk cId="2108633778" sldId="257"/>
            <ac:spMk id="13" creationId="{02E885B5-0AF9-42BF-BC14-E710CC7D3A0C}"/>
          </ac:spMkLst>
        </pc:spChg>
        <pc:spChg chg="add mod ord">
          <ac:chgData name="裴 熙隆" userId="d70ee545ee25833c" providerId="LiveId" clId="{76162C0B-6691-4478-B9BA-E45C71923043}" dt="2023-05-30T15:14:51.253" v="309" actId="14100"/>
          <ac:spMkLst>
            <pc:docMk/>
            <pc:sldMk cId="2108633778" sldId="257"/>
            <ac:spMk id="14" creationId="{40506E31-17D6-462A-83D2-54083903FAFD}"/>
          </ac:spMkLst>
        </pc:spChg>
        <pc:spChg chg="add del mod">
          <ac:chgData name="裴 熙隆" userId="d70ee545ee25833c" providerId="LiveId" clId="{76162C0B-6691-4478-B9BA-E45C71923043}" dt="2023-05-30T14:59:42.165" v="96"/>
          <ac:spMkLst>
            <pc:docMk/>
            <pc:sldMk cId="2108633778" sldId="257"/>
            <ac:spMk id="15" creationId="{5EBEBE47-7BBE-480F-8F57-17995DAF5BA0}"/>
          </ac:spMkLst>
        </pc:spChg>
        <pc:spChg chg="add mod">
          <ac:chgData name="裴 熙隆" userId="d70ee545ee25833c" providerId="LiveId" clId="{76162C0B-6691-4478-B9BA-E45C71923043}" dt="2023-05-30T15:23:33.467" v="413" actId="1076"/>
          <ac:spMkLst>
            <pc:docMk/>
            <pc:sldMk cId="2108633778" sldId="257"/>
            <ac:spMk id="16" creationId="{27DA4D76-9B75-40EB-8B98-3641D654F82B}"/>
          </ac:spMkLst>
        </pc:spChg>
        <pc:spChg chg="add del mod">
          <ac:chgData name="裴 熙隆" userId="d70ee545ee25833c" providerId="LiveId" clId="{76162C0B-6691-4478-B9BA-E45C71923043}" dt="2023-05-30T15:01:57.107" v="134" actId="11529"/>
          <ac:spMkLst>
            <pc:docMk/>
            <pc:sldMk cId="2108633778" sldId="257"/>
            <ac:spMk id="18" creationId="{DEFFBBBE-FD3F-465A-9E7F-5408D895FB58}"/>
          </ac:spMkLst>
        </pc:spChg>
        <pc:spChg chg="add del">
          <ac:chgData name="裴 熙隆" userId="d70ee545ee25833c" providerId="LiveId" clId="{76162C0B-6691-4478-B9BA-E45C71923043}" dt="2023-05-30T15:02:06.630" v="138" actId="11529"/>
          <ac:spMkLst>
            <pc:docMk/>
            <pc:sldMk cId="2108633778" sldId="257"/>
            <ac:spMk id="19" creationId="{62B3FDF6-C0DF-4BF4-91BE-295EA87FF530}"/>
          </ac:spMkLst>
        </pc:spChg>
        <pc:spChg chg="add mod">
          <ac:chgData name="裴 熙隆" userId="d70ee545ee25833c" providerId="LiveId" clId="{76162C0B-6691-4478-B9BA-E45C71923043}" dt="2023-05-30T15:16:22.417" v="331" actId="206"/>
          <ac:spMkLst>
            <pc:docMk/>
            <pc:sldMk cId="2108633778" sldId="257"/>
            <ac:spMk id="20" creationId="{2D824A17-183B-436D-A019-9CC03AABC641}"/>
          </ac:spMkLst>
        </pc:spChg>
        <pc:spChg chg="add mod">
          <ac:chgData name="裴 熙隆" userId="d70ee545ee25833c" providerId="LiveId" clId="{76162C0B-6691-4478-B9BA-E45C71923043}" dt="2023-05-30T15:14:46.061" v="307" actId="14100"/>
          <ac:spMkLst>
            <pc:docMk/>
            <pc:sldMk cId="2108633778" sldId="257"/>
            <ac:spMk id="21" creationId="{AFEE34B6-47D7-4EC0-91A9-091C6518BC66}"/>
          </ac:spMkLst>
        </pc:spChg>
        <pc:spChg chg="add mod">
          <ac:chgData name="裴 熙隆" userId="d70ee545ee25833c" providerId="LiveId" clId="{76162C0B-6691-4478-B9BA-E45C71923043}" dt="2023-05-30T15:14:39.317" v="305" actId="1076"/>
          <ac:spMkLst>
            <pc:docMk/>
            <pc:sldMk cId="2108633778" sldId="257"/>
            <ac:spMk id="23" creationId="{AC466ECC-F57C-4EC1-B40E-64936B2E0D7A}"/>
          </ac:spMkLst>
        </pc:spChg>
        <pc:spChg chg="mod">
          <ac:chgData name="裴 熙隆" userId="d70ee545ee25833c" providerId="LiveId" clId="{76162C0B-6691-4478-B9BA-E45C71923043}" dt="2023-05-30T15:04:06.665" v="171"/>
          <ac:spMkLst>
            <pc:docMk/>
            <pc:sldMk cId="2108633778" sldId="257"/>
            <ac:spMk id="26" creationId="{1B94AC97-27A6-4158-87F9-6814F69503D5}"/>
          </ac:spMkLst>
        </pc:spChg>
        <pc:spChg chg="mod">
          <ac:chgData name="裴 熙隆" userId="d70ee545ee25833c" providerId="LiveId" clId="{76162C0B-6691-4478-B9BA-E45C71923043}" dt="2023-05-30T15:04:06.665" v="171"/>
          <ac:spMkLst>
            <pc:docMk/>
            <pc:sldMk cId="2108633778" sldId="257"/>
            <ac:spMk id="27" creationId="{4760BCCA-B257-4EB0-B90C-9764B851A10C}"/>
          </ac:spMkLst>
        </pc:spChg>
        <pc:spChg chg="mod">
          <ac:chgData name="裴 熙隆" userId="d70ee545ee25833c" providerId="LiveId" clId="{76162C0B-6691-4478-B9BA-E45C71923043}" dt="2023-05-30T15:04:06.665" v="171"/>
          <ac:spMkLst>
            <pc:docMk/>
            <pc:sldMk cId="2108633778" sldId="257"/>
            <ac:spMk id="28" creationId="{37C6FFC3-B6EC-4F66-866B-9A8796D4159F}"/>
          </ac:spMkLst>
        </pc:spChg>
        <pc:spChg chg="add mod">
          <ac:chgData name="裴 熙隆" userId="d70ee545ee25833c" providerId="LiveId" clId="{76162C0B-6691-4478-B9BA-E45C71923043}" dt="2023-05-30T15:09:19.357" v="246" actId="1076"/>
          <ac:spMkLst>
            <pc:docMk/>
            <pc:sldMk cId="2108633778" sldId="257"/>
            <ac:spMk id="29" creationId="{AE6F35FD-C98E-4138-8BF7-D128959DC3BF}"/>
          </ac:spMkLst>
        </pc:spChg>
        <pc:spChg chg="add mod">
          <ac:chgData name="裴 熙隆" userId="d70ee545ee25833c" providerId="LiveId" clId="{76162C0B-6691-4478-B9BA-E45C71923043}" dt="2023-05-30T15:23:39.683" v="414" actId="1076"/>
          <ac:spMkLst>
            <pc:docMk/>
            <pc:sldMk cId="2108633778" sldId="257"/>
            <ac:spMk id="30" creationId="{272DDB03-7668-485E-B9CB-B7CBAF80EF44}"/>
          </ac:spMkLst>
        </pc:spChg>
        <pc:spChg chg="add mod ord">
          <ac:chgData name="裴 熙隆" userId="d70ee545ee25833c" providerId="LiveId" clId="{76162C0B-6691-4478-B9BA-E45C71923043}" dt="2023-05-30T15:15:33.146" v="315" actId="206"/>
          <ac:spMkLst>
            <pc:docMk/>
            <pc:sldMk cId="2108633778" sldId="257"/>
            <ac:spMk id="31" creationId="{74A1B2DA-B4C4-4E7A-ADAF-5FDECD67C1F5}"/>
          </ac:spMkLst>
        </pc:spChg>
        <pc:spChg chg="add mod">
          <ac:chgData name="裴 熙隆" userId="d70ee545ee25833c" providerId="LiveId" clId="{76162C0B-6691-4478-B9BA-E45C71923043}" dt="2023-05-30T15:15:00.889" v="311" actId="1076"/>
          <ac:spMkLst>
            <pc:docMk/>
            <pc:sldMk cId="2108633778" sldId="257"/>
            <ac:spMk id="32" creationId="{000B614E-C216-4FDE-9151-E497CF2EC65F}"/>
          </ac:spMkLst>
        </pc:spChg>
        <pc:spChg chg="add mod">
          <ac:chgData name="裴 熙隆" userId="d70ee545ee25833c" providerId="LiveId" clId="{76162C0B-6691-4478-B9BA-E45C71923043}" dt="2023-05-30T15:15:00.889" v="311" actId="1076"/>
          <ac:spMkLst>
            <pc:docMk/>
            <pc:sldMk cId="2108633778" sldId="257"/>
            <ac:spMk id="33" creationId="{D025D775-A44A-4755-B2D7-BD6C47FA4E8D}"/>
          </ac:spMkLst>
        </pc:spChg>
        <pc:spChg chg="add mod">
          <ac:chgData name="裴 熙隆" userId="d70ee545ee25833c" providerId="LiveId" clId="{76162C0B-6691-4478-B9BA-E45C71923043}" dt="2023-05-30T15:23:07.429" v="410" actId="20577"/>
          <ac:spMkLst>
            <pc:docMk/>
            <pc:sldMk cId="2108633778" sldId="257"/>
            <ac:spMk id="34" creationId="{3A9BBFDA-FC46-4ED2-B404-749B5D62C7D3}"/>
          </ac:spMkLst>
        </pc:spChg>
        <pc:spChg chg="add mod">
          <ac:chgData name="裴 熙隆" userId="d70ee545ee25833c" providerId="LiveId" clId="{76162C0B-6691-4478-B9BA-E45C71923043}" dt="2023-05-30T15:15:00.889" v="311" actId="1076"/>
          <ac:spMkLst>
            <pc:docMk/>
            <pc:sldMk cId="2108633778" sldId="257"/>
            <ac:spMk id="39" creationId="{DEBBDD26-468C-499D-A11E-8BBC70CC32E0}"/>
          </ac:spMkLst>
        </pc:spChg>
        <pc:spChg chg="add mod">
          <ac:chgData name="裴 熙隆" userId="d70ee545ee25833c" providerId="LiveId" clId="{76162C0B-6691-4478-B9BA-E45C71923043}" dt="2023-05-30T15:18:16.786" v="347" actId="1076"/>
          <ac:spMkLst>
            <pc:docMk/>
            <pc:sldMk cId="2108633778" sldId="257"/>
            <ac:spMk id="44" creationId="{0C0AD767-327A-43D7-9A1D-F2B66792B688}"/>
          </ac:spMkLst>
        </pc:spChg>
        <pc:spChg chg="add mod">
          <ac:chgData name="裴 熙隆" userId="d70ee545ee25833c" providerId="LiveId" clId="{76162C0B-6691-4478-B9BA-E45C71923043}" dt="2023-05-30T15:21:28.729" v="363" actId="1076"/>
          <ac:spMkLst>
            <pc:docMk/>
            <pc:sldMk cId="2108633778" sldId="257"/>
            <ac:spMk id="50" creationId="{C714898F-8354-4048-B669-EA8934692A23}"/>
          </ac:spMkLst>
        </pc:spChg>
        <pc:grpChg chg="add mod">
          <ac:chgData name="裴 熙隆" userId="d70ee545ee25833c" providerId="LiveId" clId="{76162C0B-6691-4478-B9BA-E45C71923043}" dt="2023-05-30T15:14:15.309" v="295" actId="1076"/>
          <ac:grpSpMkLst>
            <pc:docMk/>
            <pc:sldMk cId="2108633778" sldId="257"/>
            <ac:grpSpMk id="17" creationId="{190C139B-2156-458A-AE4C-0B302C5F76E2}"/>
          </ac:grpSpMkLst>
        </pc:grpChg>
        <pc:grpChg chg="add mod">
          <ac:chgData name="裴 熙隆" userId="d70ee545ee25833c" providerId="LiveId" clId="{76162C0B-6691-4478-B9BA-E45C71923043}" dt="2023-05-30T15:14:41.257" v="306" actId="1076"/>
          <ac:grpSpMkLst>
            <pc:docMk/>
            <pc:sldMk cId="2108633778" sldId="257"/>
            <ac:grpSpMk id="25" creationId="{0AF6F171-91B2-4D1F-BC09-6879D0F1EEED}"/>
          </ac:grpSpMkLst>
        </pc:grpChg>
        <pc:picChg chg="add mod">
          <ac:chgData name="裴 熙隆" userId="d70ee545ee25833c" providerId="LiveId" clId="{76162C0B-6691-4478-B9BA-E45C71923043}" dt="2023-05-30T15:17:52.973" v="335" actId="1076"/>
          <ac:picMkLst>
            <pc:docMk/>
            <pc:sldMk cId="2108633778" sldId="257"/>
            <ac:picMk id="4" creationId="{67356F7E-AB7E-4CEB-ADCA-4629459419E9}"/>
          </ac:picMkLst>
        </pc:picChg>
        <pc:picChg chg="add mod">
          <ac:chgData name="裴 熙隆" userId="d70ee545ee25833c" providerId="LiveId" clId="{76162C0B-6691-4478-B9BA-E45C71923043}" dt="2023-05-30T15:14:12.698" v="294" actId="1076"/>
          <ac:picMkLst>
            <pc:docMk/>
            <pc:sldMk cId="2108633778" sldId="257"/>
            <ac:picMk id="6" creationId="{592AC4DA-FC7A-45E3-B466-B9FC4F84409D}"/>
          </ac:picMkLst>
        </pc:picChg>
        <pc:picChg chg="add mod">
          <ac:chgData name="裴 熙隆" userId="d70ee545ee25833c" providerId="LiveId" clId="{76162C0B-6691-4478-B9BA-E45C71923043}" dt="2023-05-30T15:14:06.906" v="292" actId="1076"/>
          <ac:picMkLst>
            <pc:docMk/>
            <pc:sldMk cId="2108633778" sldId="257"/>
            <ac:picMk id="9" creationId="{0CE27F1C-D962-4C78-8CE3-BAA2E1378AD1}"/>
          </ac:picMkLst>
        </pc:picChg>
        <pc:picChg chg="add mod">
          <ac:chgData name="裴 熙隆" userId="d70ee545ee25833c" providerId="LiveId" clId="{76162C0B-6691-4478-B9BA-E45C71923043}" dt="2023-05-30T15:14:37.128" v="304" actId="1076"/>
          <ac:picMkLst>
            <pc:docMk/>
            <pc:sldMk cId="2108633778" sldId="257"/>
            <ac:picMk id="22" creationId="{98578DFB-F702-4C81-87A3-E77124363FBD}"/>
          </ac:picMkLst>
        </pc:picChg>
        <pc:picChg chg="add del mod">
          <ac:chgData name="裴 熙隆" userId="d70ee545ee25833c" providerId="LiveId" clId="{76162C0B-6691-4478-B9BA-E45C71923043}" dt="2023-05-30T15:06:38.061" v="188" actId="478"/>
          <ac:picMkLst>
            <pc:docMk/>
            <pc:sldMk cId="2108633778" sldId="257"/>
            <ac:picMk id="24" creationId="{9CF4180B-483C-4D23-88A9-F5458A30243E}"/>
          </ac:picMkLst>
        </pc:picChg>
        <pc:picChg chg="add mod">
          <ac:chgData name="裴 熙隆" userId="d70ee545ee25833c" providerId="LiveId" clId="{76162C0B-6691-4478-B9BA-E45C71923043}" dt="2023-05-30T15:14:24.321" v="298" actId="1076"/>
          <ac:picMkLst>
            <pc:docMk/>
            <pc:sldMk cId="2108633778" sldId="257"/>
            <ac:picMk id="1026" creationId="{996CB67F-3876-49AA-9D7F-3892C5A3F81D}"/>
          </ac:picMkLst>
        </pc:picChg>
        <pc:cxnChg chg="add mod">
          <ac:chgData name="裴 熙隆" userId="d70ee545ee25833c" providerId="LiveId" clId="{76162C0B-6691-4478-B9BA-E45C71923043}" dt="2023-05-30T15:18:32.230" v="351" actId="208"/>
          <ac:cxnSpMkLst>
            <pc:docMk/>
            <pc:sldMk cId="2108633778" sldId="257"/>
            <ac:cxnSpMk id="36" creationId="{99577F0F-D98D-4806-8DC5-C8C770C852EA}"/>
          </ac:cxnSpMkLst>
        </pc:cxnChg>
        <pc:cxnChg chg="add mod">
          <ac:chgData name="裴 熙隆" userId="d70ee545ee25833c" providerId="LiveId" clId="{76162C0B-6691-4478-B9BA-E45C71923043}" dt="2023-05-30T15:18:26.493" v="349" actId="208"/>
          <ac:cxnSpMkLst>
            <pc:docMk/>
            <pc:sldMk cId="2108633778" sldId="257"/>
            <ac:cxnSpMk id="40" creationId="{65464F64-6F6D-482C-BE34-ACA9912B6C5D}"/>
          </ac:cxnSpMkLst>
        </pc:cxnChg>
        <pc:cxnChg chg="add del">
          <ac:chgData name="裴 熙隆" userId="d70ee545ee25833c" providerId="LiveId" clId="{76162C0B-6691-4478-B9BA-E45C71923043}" dt="2023-05-30T15:18:50.929" v="353" actId="478"/>
          <ac:cxnSpMkLst>
            <pc:docMk/>
            <pc:sldMk cId="2108633778" sldId="257"/>
            <ac:cxnSpMk id="45" creationId="{3FA14A55-3B9B-446F-84AB-1704BD5E75C1}"/>
          </ac:cxnSpMkLst>
        </pc:cxnChg>
        <pc:cxnChg chg="add mod">
          <ac:chgData name="裴 熙隆" userId="d70ee545ee25833c" providerId="LiveId" clId="{76162C0B-6691-4478-B9BA-E45C71923043}" dt="2023-05-30T15:19:21.898" v="357" actId="1582"/>
          <ac:cxnSpMkLst>
            <pc:docMk/>
            <pc:sldMk cId="2108633778" sldId="257"/>
            <ac:cxnSpMk id="47" creationId="{B9FA1958-16B5-4AD1-896C-FC6077FFDCC3}"/>
          </ac:cxnSpMkLst>
        </pc:cxnChg>
      </pc:sldChg>
    </pc:docChg>
  </pc:docChgLst>
  <pc:docChgLst>
    <pc:chgData name="裴 熙隆" userId="d70ee545ee25833c" providerId="LiveId" clId="{F13A8ACA-B996-4D6D-B626-8AA1E841C286}"/>
    <pc:docChg chg="custSel modSld">
      <pc:chgData name="裴 熙隆" userId="d70ee545ee25833c" providerId="LiveId" clId="{F13A8ACA-B996-4D6D-B626-8AA1E841C286}" dt="2023-05-05T05:04:28.331" v="15" actId="22"/>
      <pc:docMkLst>
        <pc:docMk/>
      </pc:docMkLst>
      <pc:sldChg chg="addSp delSp modSp mod">
        <pc:chgData name="裴 熙隆" userId="d70ee545ee25833c" providerId="LiveId" clId="{F13A8ACA-B996-4D6D-B626-8AA1E841C286}" dt="2023-05-05T05:04:28.331" v="15" actId="22"/>
        <pc:sldMkLst>
          <pc:docMk/>
          <pc:sldMk cId="3588923400" sldId="256"/>
        </pc:sldMkLst>
        <pc:spChg chg="add">
          <ac:chgData name="裴 熙隆" userId="d70ee545ee25833c" providerId="LiveId" clId="{F13A8ACA-B996-4D6D-B626-8AA1E841C286}" dt="2023-05-05T05:04:28.331" v="15" actId="22"/>
          <ac:spMkLst>
            <pc:docMk/>
            <pc:sldMk cId="3588923400" sldId="256"/>
            <ac:spMk id="15" creationId="{46B6C98D-EA7A-6EA4-4CBC-9E762D71439A}"/>
          </ac:spMkLst>
        </pc:spChg>
        <pc:spChg chg="mod">
          <ac:chgData name="裴 熙隆" userId="d70ee545ee25833c" providerId="LiveId" clId="{F13A8ACA-B996-4D6D-B626-8AA1E841C286}" dt="2023-05-05T04:41:11.264" v="5" actId="1076"/>
          <ac:spMkLst>
            <pc:docMk/>
            <pc:sldMk cId="3588923400" sldId="256"/>
            <ac:spMk id="16" creationId="{ACD0D131-FB67-08E5-6F02-B7E510915CCB}"/>
          </ac:spMkLst>
        </pc:spChg>
        <pc:spChg chg="del">
          <ac:chgData name="裴 熙隆" userId="d70ee545ee25833c" providerId="LiveId" clId="{F13A8ACA-B996-4D6D-B626-8AA1E841C286}" dt="2023-05-05T04:37:42.935" v="2" actId="478"/>
          <ac:spMkLst>
            <pc:docMk/>
            <pc:sldMk cId="3588923400" sldId="256"/>
            <ac:spMk id="21" creationId="{C2FFB728-E6AA-47AF-AD9A-E91C67E17BDF}"/>
          </ac:spMkLst>
        </pc:spChg>
        <pc:spChg chg="del">
          <ac:chgData name="裴 熙隆" userId="d70ee545ee25833c" providerId="LiveId" clId="{F13A8ACA-B996-4D6D-B626-8AA1E841C286}" dt="2023-05-05T04:37:40.741" v="1" actId="478"/>
          <ac:spMkLst>
            <pc:docMk/>
            <pc:sldMk cId="3588923400" sldId="256"/>
            <ac:spMk id="22" creationId="{5F7C15A1-98B9-427F-9EB7-BB9692C8A401}"/>
          </ac:spMkLst>
        </pc:spChg>
        <pc:spChg chg="del">
          <ac:chgData name="裴 熙隆" userId="d70ee545ee25833c" providerId="LiveId" clId="{F13A8ACA-B996-4D6D-B626-8AA1E841C286}" dt="2023-05-05T04:37:44.102" v="3" actId="478"/>
          <ac:spMkLst>
            <pc:docMk/>
            <pc:sldMk cId="3588923400" sldId="256"/>
            <ac:spMk id="26" creationId="{834F68B9-24A6-48A8-A4A2-BEF2DAAFABD0}"/>
          </ac:spMkLst>
        </pc:spChg>
        <pc:spChg chg="del">
          <ac:chgData name="裴 熙隆" userId="d70ee545ee25833c" providerId="LiveId" clId="{F13A8ACA-B996-4D6D-B626-8AA1E841C286}" dt="2023-05-05T04:37:45.229" v="4" actId="478"/>
          <ac:spMkLst>
            <pc:docMk/>
            <pc:sldMk cId="3588923400" sldId="256"/>
            <ac:spMk id="28" creationId="{EF21FC3E-C33F-4134-BB07-9394CC947322}"/>
          </ac:spMkLst>
        </pc:spChg>
        <pc:spChg chg="del">
          <ac:chgData name="裴 熙隆" userId="d70ee545ee25833c" providerId="LiveId" clId="{F13A8ACA-B996-4D6D-B626-8AA1E841C286}" dt="2023-05-05T04:41:15.918" v="6" actId="478"/>
          <ac:spMkLst>
            <pc:docMk/>
            <pc:sldMk cId="3588923400" sldId="256"/>
            <ac:spMk id="31" creationId="{27801DD1-BAA2-4451-904D-986B85C96753}"/>
          </ac:spMkLst>
        </pc:spChg>
        <pc:picChg chg="del">
          <ac:chgData name="裴 熙隆" userId="d70ee545ee25833c" providerId="LiveId" clId="{F13A8ACA-B996-4D6D-B626-8AA1E841C286}" dt="2023-05-05T04:37:40.160" v="0" actId="478"/>
          <ac:picMkLst>
            <pc:docMk/>
            <pc:sldMk cId="3588923400" sldId="256"/>
            <ac:picMk id="3" creationId="{C6A53ED0-6030-4CCE-8A61-21B8D09D74CD}"/>
          </ac:picMkLst>
        </pc:picChg>
        <pc:picChg chg="add mod">
          <ac:chgData name="裴 熙隆" userId="d70ee545ee25833c" providerId="LiveId" clId="{F13A8ACA-B996-4D6D-B626-8AA1E841C286}" dt="2023-05-05T04:41:57.804" v="8" actId="1076"/>
          <ac:picMkLst>
            <pc:docMk/>
            <pc:sldMk cId="3588923400" sldId="256"/>
            <ac:picMk id="9" creationId="{4302FDEB-C7F4-69DD-0BB6-2F1AC2DC8273}"/>
          </ac:picMkLst>
        </pc:picChg>
        <pc:picChg chg="add mod">
          <ac:chgData name="裴 熙隆" userId="d70ee545ee25833c" providerId="LiveId" clId="{F13A8ACA-B996-4D6D-B626-8AA1E841C286}" dt="2023-05-05T04:47:57.870" v="12" actId="1076"/>
          <ac:picMkLst>
            <pc:docMk/>
            <pc:sldMk cId="3588923400" sldId="256"/>
            <ac:picMk id="11" creationId="{60E53B78-D224-0E65-CB21-4E7473174AB2}"/>
          </ac:picMkLst>
        </pc:picChg>
        <pc:picChg chg="add mod">
          <ac:chgData name="裴 熙隆" userId="d70ee545ee25833c" providerId="LiveId" clId="{F13A8ACA-B996-4D6D-B626-8AA1E841C286}" dt="2023-05-05T05:04:21.915" v="14" actId="1076"/>
          <ac:picMkLst>
            <pc:docMk/>
            <pc:sldMk cId="3588923400" sldId="256"/>
            <ac:picMk id="13" creationId="{B4D2AA62-6812-1159-F050-6A93E264121B}"/>
          </ac:picMkLst>
        </pc:picChg>
        <pc:cxnChg chg="mod">
          <ac:chgData name="裴 熙隆" userId="d70ee545ee25833c" providerId="LiveId" clId="{F13A8ACA-B996-4D6D-B626-8AA1E841C286}" dt="2023-05-05T04:42:25.828" v="9" actId="1076"/>
          <ac:cxnSpMkLst>
            <pc:docMk/>
            <pc:sldMk cId="3588923400" sldId="256"/>
            <ac:cxnSpMk id="4" creationId="{11EF30E0-B5CF-4D78-99E8-985CCFCA85F5}"/>
          </ac:cxnSpMkLst>
        </pc:cxnChg>
        <pc:cxnChg chg="mod">
          <ac:chgData name="裴 熙隆" userId="d70ee545ee25833c" providerId="LiveId" clId="{F13A8ACA-B996-4D6D-B626-8AA1E841C286}" dt="2023-05-05T04:41:11.264" v="5" actId="1076"/>
          <ac:cxnSpMkLst>
            <pc:docMk/>
            <pc:sldMk cId="3588923400" sldId="256"/>
            <ac:cxnSpMk id="17" creationId="{D5DF98BF-6728-EEE3-A5F5-B396E3A2C86F}"/>
          </ac:cxnSpMkLst>
        </pc:cxnChg>
      </pc:sldChg>
    </pc:docChg>
  </pc:docChgLst>
  <pc:docChgLst>
    <pc:chgData name="裴 熙隆" userId="d70ee545ee25833c" providerId="LiveId" clId="{548D3A1D-ED6C-401C-91AB-D1FB2E6810C0}"/>
    <pc:docChg chg="custSel delSld modSld">
      <pc:chgData name="裴 熙隆" userId="d70ee545ee25833c" providerId="LiveId" clId="{548D3A1D-ED6C-401C-91AB-D1FB2E6810C0}" dt="2023-07-09T12:30:28.527" v="4" actId="47"/>
      <pc:docMkLst>
        <pc:docMk/>
      </pc:docMkLst>
      <pc:sldChg chg="del">
        <pc:chgData name="裴 熙隆" userId="d70ee545ee25833c" providerId="LiveId" clId="{548D3A1D-ED6C-401C-91AB-D1FB2E6810C0}" dt="2023-07-09T12:30:28.527" v="4" actId="47"/>
        <pc:sldMkLst>
          <pc:docMk/>
          <pc:sldMk cId="3588923400" sldId="256"/>
        </pc:sldMkLst>
      </pc:sldChg>
      <pc:sldChg chg="delSp modSp mod">
        <pc:chgData name="裴 熙隆" userId="d70ee545ee25833c" providerId="LiveId" clId="{548D3A1D-ED6C-401C-91AB-D1FB2E6810C0}" dt="2023-07-09T12:30:17.837" v="3"/>
        <pc:sldMkLst>
          <pc:docMk/>
          <pc:sldMk cId="2108633778" sldId="257"/>
        </pc:sldMkLst>
        <pc:spChg chg="del">
          <ac:chgData name="裴 熙隆" userId="d70ee545ee25833c" providerId="LiveId" clId="{548D3A1D-ED6C-401C-91AB-D1FB2E6810C0}" dt="2023-07-09T12:29:53.059" v="0" actId="478"/>
          <ac:spMkLst>
            <pc:docMk/>
            <pc:sldMk cId="2108633778" sldId="257"/>
            <ac:spMk id="44" creationId="{0C0AD767-327A-43D7-9A1D-F2B66792B688}"/>
          </ac:spMkLst>
        </pc:spChg>
        <pc:spChg chg="del">
          <ac:chgData name="裴 熙隆" userId="d70ee545ee25833c" providerId="LiveId" clId="{548D3A1D-ED6C-401C-91AB-D1FB2E6810C0}" dt="2023-07-09T12:29:54.719" v="1" actId="478"/>
          <ac:spMkLst>
            <pc:docMk/>
            <pc:sldMk cId="2108633778" sldId="257"/>
            <ac:spMk id="50" creationId="{C714898F-8354-4048-B669-EA8934692A23}"/>
          </ac:spMkLst>
        </pc:spChg>
        <pc:cxnChg chg="mod">
          <ac:chgData name="裴 熙隆" userId="d70ee545ee25833c" providerId="LiveId" clId="{548D3A1D-ED6C-401C-91AB-D1FB2E6810C0}" dt="2023-07-09T12:30:10.849" v="2"/>
          <ac:cxnSpMkLst>
            <pc:docMk/>
            <pc:sldMk cId="2108633778" sldId="257"/>
            <ac:cxnSpMk id="40" creationId="{65464F64-6F6D-482C-BE34-ACA9912B6C5D}"/>
          </ac:cxnSpMkLst>
        </pc:cxnChg>
        <pc:cxnChg chg="mod">
          <ac:chgData name="裴 熙隆" userId="d70ee545ee25833c" providerId="LiveId" clId="{548D3A1D-ED6C-401C-91AB-D1FB2E6810C0}" dt="2023-07-09T12:30:17.837" v="3"/>
          <ac:cxnSpMkLst>
            <pc:docMk/>
            <pc:sldMk cId="2108633778" sldId="257"/>
            <ac:cxnSpMk id="47" creationId="{B9FA1958-16B5-4AD1-896C-FC6077FFDCC3}"/>
          </ac:cxnSpMkLst>
        </pc:cxnChg>
      </pc:sldChg>
    </pc:docChg>
  </pc:docChgLst>
  <pc:docChgLst>
    <pc:chgData name="裴 熙隆" userId="d70ee545ee25833c" providerId="LiveId" clId="{A5942794-32E9-40B7-A583-756E0FA6A655}"/>
    <pc:docChg chg="undo custSel addSld modSld">
      <pc:chgData name="裴 熙隆" userId="d70ee545ee25833c" providerId="LiveId" clId="{A5942794-32E9-40B7-A583-756E0FA6A655}" dt="2025-10-11T06:47:09.209" v="818" actId="1076"/>
      <pc:docMkLst>
        <pc:docMk/>
      </pc:docMkLst>
      <pc:sldChg chg="addSp delSp modSp mod">
        <pc:chgData name="裴 熙隆" userId="d70ee545ee25833c" providerId="LiveId" clId="{A5942794-32E9-40B7-A583-756E0FA6A655}" dt="2025-10-11T06:47:09.209" v="818" actId="1076"/>
        <pc:sldMkLst>
          <pc:docMk/>
          <pc:sldMk cId="2108633778" sldId="257"/>
        </pc:sldMkLst>
        <pc:spChg chg="add del mod">
          <ac:chgData name="裴 熙隆" userId="d70ee545ee25833c" providerId="LiveId" clId="{A5942794-32E9-40B7-A583-756E0FA6A655}" dt="2025-10-11T06:21:20.077" v="9" actId="478"/>
          <ac:spMkLst>
            <pc:docMk/>
            <pc:sldMk cId="2108633778" sldId="257"/>
            <ac:spMk id="2" creationId="{1BA1D5F3-3EBC-4C93-A337-995B36A72CFC}"/>
          </ac:spMkLst>
        </pc:spChg>
        <pc:spChg chg="add del mod">
          <ac:chgData name="裴 熙隆" userId="d70ee545ee25833c" providerId="LiveId" clId="{A5942794-32E9-40B7-A583-756E0FA6A655}" dt="2025-10-11T06:24:51.575" v="130" actId="478"/>
          <ac:spMkLst>
            <pc:docMk/>
            <pc:sldMk cId="2108633778" sldId="257"/>
            <ac:spMk id="3" creationId="{2103CAE3-0080-4D7E-A4E4-DDD831103A6C}"/>
          </ac:spMkLst>
        </pc:spChg>
        <pc:spChg chg="add mod ord">
          <ac:chgData name="裴 熙隆" userId="d70ee545ee25833c" providerId="LiveId" clId="{A5942794-32E9-40B7-A583-756E0FA6A655}" dt="2025-10-11T06:36:10.519" v="754" actId="339"/>
          <ac:spMkLst>
            <pc:docMk/>
            <pc:sldMk cId="2108633778" sldId="257"/>
            <ac:spMk id="4" creationId="{7CB96C8C-9919-42F8-A6DB-27BAE5744B6D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8" creationId="{4C3091FE-5DF0-4DE9-8386-233E5AC3E10B}"/>
          </ac:spMkLst>
        </pc:spChg>
        <pc:spChg chg="del mod">
          <ac:chgData name="裴 熙隆" userId="d70ee545ee25833c" providerId="LiveId" clId="{A5942794-32E9-40B7-A583-756E0FA6A655}" dt="2025-10-11T06:34:31.825" v="698" actId="478"/>
          <ac:spMkLst>
            <pc:docMk/>
            <pc:sldMk cId="2108633778" sldId="257"/>
            <ac:spMk id="19" creationId="{ADDD9DC1-9EDD-4764-8E9D-F31D2CB2280B}"/>
          </ac:spMkLst>
        </pc:spChg>
        <pc:spChg chg="del mod">
          <ac:chgData name="裴 熙隆" userId="d70ee545ee25833c" providerId="LiveId" clId="{A5942794-32E9-40B7-A583-756E0FA6A655}" dt="2025-10-11T06:41:43.572" v="812" actId="478"/>
          <ac:spMkLst>
            <pc:docMk/>
            <pc:sldMk cId="2108633778" sldId="257"/>
            <ac:spMk id="24" creationId="{EA9A7F84-37B1-4725-A503-0A3D54F7B58F}"/>
          </ac:spMkLst>
        </pc:spChg>
        <pc:spChg chg="add del mod">
          <ac:chgData name="裴 熙隆" userId="d70ee545ee25833c" providerId="LiveId" clId="{A5942794-32E9-40B7-A583-756E0FA6A655}" dt="2025-10-11T06:40:18.086" v="804" actId="478"/>
          <ac:spMkLst>
            <pc:docMk/>
            <pc:sldMk cId="2108633778" sldId="257"/>
            <ac:spMk id="28" creationId="{C8DF8B84-AB9C-4883-9CE5-C1CE7A805584}"/>
          </ac:spMkLst>
        </pc:spChg>
        <pc:spChg chg="add del">
          <ac:chgData name="裴 熙隆" userId="d70ee545ee25833c" providerId="LiveId" clId="{A5942794-32E9-40B7-A583-756E0FA6A655}" dt="2025-10-11T06:40:50.166" v="807" actId="478"/>
          <ac:spMkLst>
            <pc:docMk/>
            <pc:sldMk cId="2108633778" sldId="257"/>
            <ac:spMk id="29" creationId="{49CB90A3-C626-4321-87A5-B5F74FDCECF4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32" creationId="{000B614E-C216-4FDE-9151-E497CF2EC65F}"/>
          </ac:spMkLst>
        </pc:spChg>
        <pc:spChg chg="mod">
          <ac:chgData name="裴 熙隆" userId="d70ee545ee25833c" providerId="LiveId" clId="{A5942794-32E9-40B7-A583-756E0FA6A655}" dt="2025-10-11T06:36:31.660" v="761" actId="1076"/>
          <ac:spMkLst>
            <pc:docMk/>
            <pc:sldMk cId="2108633778" sldId="257"/>
            <ac:spMk id="103" creationId="{B1A0F76A-BED6-4893-9884-27D53E25C7EA}"/>
          </ac:spMkLst>
        </pc:spChg>
        <pc:spChg chg="mod">
          <ac:chgData name="裴 熙隆" userId="d70ee545ee25833c" providerId="LiveId" clId="{A5942794-32E9-40B7-A583-756E0FA6A655}" dt="2025-10-11T06:36:27.033" v="759" actId="1076"/>
          <ac:spMkLst>
            <pc:docMk/>
            <pc:sldMk cId="2108633778" sldId="257"/>
            <ac:spMk id="105" creationId="{78DC2618-0341-4682-8590-C9A8B882DE6C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6" creationId="{B6A3833E-4D38-4F75-84A0-F43E9665700D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7" creationId="{DB7ECC85-3835-4311-80F8-0E1AB2016876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8" creationId="{7CA44C1D-3C3D-4682-993B-597CE6CA9804}"/>
          </ac:spMkLst>
        </pc:spChg>
        <pc:spChg chg="add mod">
          <ac:chgData name="裴 熙隆" userId="d70ee545ee25833c" providerId="LiveId" clId="{A5942794-32E9-40B7-A583-756E0FA6A655}" dt="2025-10-11T06:36:29.629" v="760" actId="1076"/>
          <ac:spMkLst>
            <pc:docMk/>
            <pc:sldMk cId="2108633778" sldId="257"/>
            <ac:spMk id="111" creationId="{04E80720-22EF-40AE-B386-76B75EF4C587}"/>
          </ac:spMkLst>
        </pc:spChg>
        <pc:spChg chg="add mod">
          <ac:chgData name="裴 熙隆" userId="d70ee545ee25833c" providerId="LiveId" clId="{A5942794-32E9-40B7-A583-756E0FA6A655}" dt="2025-10-11T06:37:12.808" v="768" actId="1076"/>
          <ac:spMkLst>
            <pc:docMk/>
            <pc:sldMk cId="2108633778" sldId="257"/>
            <ac:spMk id="113" creationId="{33BEDA23-778B-4C06-9ED9-22B57A46186F}"/>
          </ac:spMkLst>
        </pc:spChg>
        <pc:spChg chg="add mod">
          <ac:chgData name="裴 熙隆" userId="d70ee545ee25833c" providerId="LiveId" clId="{A5942794-32E9-40B7-A583-756E0FA6A655}" dt="2025-10-11T06:37:39.792" v="774" actId="1076"/>
          <ac:spMkLst>
            <pc:docMk/>
            <pc:sldMk cId="2108633778" sldId="257"/>
            <ac:spMk id="115" creationId="{5F30D266-385B-42E2-9A7D-C25FEEEC1268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16" creationId="{182F2F87-8C86-4608-B213-7DF6440D6B64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17" creationId="{CE964D0E-4D87-4362-B7DF-E25F1AF5A82A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18" creationId="{8BD2366A-94B8-4FF6-A084-9340A07D5ACC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19" creationId="{8591C077-F58E-445E-A75C-199EAD7D3B5A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1" creationId="{A9E2CC4C-9166-40E0-AD21-78B3F11D8D2C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3" creationId="{3D046F3D-ACBB-403C-B573-2695163EE741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5" creationId="{B554DCF7-38F1-4FE2-8169-D7355353ACC8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7" creationId="{6C57C80B-D5C5-4970-86EC-F1A659548A82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1" creationId="{D0686B20-CE1E-4A01-A756-D75FBBD8B327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2" creationId="{31FABA5C-5048-47F5-A173-CD14E58465CF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3" creationId="{7B32FD67-316F-4750-BB98-3EFDA88FEA56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8" creationId="{B6D5FCA3-FDF9-497D-AAE1-5FFECCE8A929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24" creationId="{F81DFA02-8E7D-4F31-A53C-6CA5A92C53FC}"/>
          </ac:spMkLst>
        </pc:s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35" creationId="{C97DAFDE-101B-4532-A2DB-7DEAD85CD02E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55" creationId="{E2A2948A-E4B8-4828-A7AF-6F89A0B71F45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67" creationId="{C1C6BE6F-2D28-49C3-A9C2-AD60E0388661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79" creationId="{52DC67CB-6BB1-4430-81F5-176E94263314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91" creationId="{9C0F8401-5A23-46E0-8E7B-DCBE6E5E9D91}"/>
          </ac:grpSpMkLst>
        </pc:grpChg>
        <pc:picChg chg="add mod">
          <ac:chgData name="裴 熙隆" userId="d70ee545ee25833c" providerId="LiveId" clId="{A5942794-32E9-40B7-A583-756E0FA6A655}" dt="2025-10-11T06:47:09.209" v="818" actId="1076"/>
          <ac:picMkLst>
            <pc:docMk/>
            <pc:sldMk cId="2108633778" sldId="257"/>
            <ac:picMk id="104" creationId="{269BECF3-E49D-4B1E-9574-4267110ACBBB}"/>
          </ac:picMkLst>
        </pc:picChg>
        <pc:picChg chg="add mod">
          <ac:chgData name="裴 熙隆" userId="d70ee545ee25833c" providerId="LiveId" clId="{A5942794-32E9-40B7-A583-756E0FA6A655}" dt="2025-10-11T06:36:29.629" v="760" actId="1076"/>
          <ac:picMkLst>
            <pc:docMk/>
            <pc:sldMk cId="2108633778" sldId="257"/>
            <ac:picMk id="109" creationId="{7CB5A042-2D95-4CE4-8875-16DBB5F87904}"/>
          </ac:picMkLst>
        </pc:picChg>
        <pc:cxnChg chg="add del mod">
          <ac:chgData name="裴 熙隆" userId="d70ee545ee25833c" providerId="LiveId" clId="{A5942794-32E9-40B7-A583-756E0FA6A655}" dt="2025-10-11T06:39:07.771" v="779" actId="478"/>
          <ac:cxnSpMkLst>
            <pc:docMk/>
            <pc:sldMk cId="2108633778" sldId="257"/>
            <ac:cxnSpMk id="6" creationId="{5E3E5472-146E-4356-8564-C87BE484689F}"/>
          </ac:cxnSpMkLst>
        </pc:cxnChg>
        <pc:cxnChg chg="add del mod">
          <ac:chgData name="裴 熙隆" userId="d70ee545ee25833c" providerId="LiveId" clId="{A5942794-32E9-40B7-A583-756E0FA6A655}" dt="2025-10-11T06:39:54.535" v="799" actId="478"/>
          <ac:cxnSpMkLst>
            <pc:docMk/>
            <pc:sldMk cId="2108633778" sldId="257"/>
            <ac:cxnSpMk id="9" creationId="{F4C49B64-90E1-46BD-8E4F-FB270BC6A85E}"/>
          </ac:cxnSpMkLst>
        </pc:cxnChg>
        <pc:cxnChg chg="add del">
          <ac:chgData name="裴 熙隆" userId="d70ee545ee25833c" providerId="LiveId" clId="{A5942794-32E9-40B7-A583-756E0FA6A655}" dt="2025-10-11T06:40:51.331" v="808" actId="478"/>
          <ac:cxnSpMkLst>
            <pc:docMk/>
            <pc:sldMk cId="2108633778" sldId="257"/>
            <ac:cxnSpMk id="31" creationId="{196ADB42-6194-4F2A-A705-8A349219B4B3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10" creationId="{3144A46D-7C1C-4084-ACA7-2D3AF19F0667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12" creationId="{B92E800C-16FA-4BDE-9146-E7A173CE7FE7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14" creationId="{49E2401D-E1DE-4898-8A99-035A85CC7169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0" creationId="{947590C7-2F82-4025-B8DD-CB21686CF90E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2" creationId="{2F1E4540-D1AF-4FB9-8D05-BA719CCFBB44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4" creationId="{D25E70B2-8598-4520-BEC8-9988906EA26D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6" creationId="{90B326B4-E01A-45F1-8F11-4670A2EF6991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28" creationId="{6661C532-6D3F-4B4D-8E70-454465A2C112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29" creationId="{6A859179-BB2F-46F3-9593-493163649009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0" creationId="{0E91AB1D-A68F-46CB-8137-908F5E08311A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4" creationId="{DD3D0102-1E16-492A-86E3-58F91DA9DF12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5" creationId="{05C3CF61-6836-475D-861C-4771960FA1C9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6" creationId="{FC9C9B2C-10A1-4EDD-982E-F97E63785654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7" creationId="{37251744-A391-4838-9748-9B86F0D879B4}"/>
          </ac:cxnSpMkLst>
        </pc:cxnChg>
      </pc:sldChg>
      <pc:sldChg chg="delSp add mod">
        <pc:chgData name="裴 熙隆" userId="d70ee545ee25833c" providerId="LiveId" clId="{A5942794-32E9-40B7-A583-756E0FA6A655}" dt="2025-10-11T06:18:14.551" v="3" actId="478"/>
        <pc:sldMkLst>
          <pc:docMk/>
          <pc:sldMk cId="494945674" sldId="262"/>
        </pc:sldMkLst>
        <pc:picChg chg="del">
          <ac:chgData name="裴 熙隆" userId="d70ee545ee25833c" providerId="LiveId" clId="{A5942794-32E9-40B7-A583-756E0FA6A655}" dt="2025-10-11T06:18:14.551" v="3" actId="478"/>
          <ac:picMkLst>
            <pc:docMk/>
            <pc:sldMk cId="494945674" sldId="262"/>
            <ac:picMk id="104" creationId="{269BECF3-E49D-4B1E-9574-4267110ACBBB}"/>
          </ac:picMkLst>
        </pc:picChg>
      </pc:sldChg>
    </pc:docChg>
  </pc:docChgLst>
  <pc:docChgLst>
    <pc:chgData name="裴 熙隆" userId="d70ee545ee25833c" providerId="LiveId" clId="{80C28766-F07C-4017-999D-2F77460AB8FB}"/>
    <pc:docChg chg="undo custSel modSld">
      <pc:chgData name="裴 熙隆" userId="d70ee545ee25833c" providerId="LiveId" clId="{80C28766-F07C-4017-999D-2F77460AB8FB}" dt="2022-09-21T15:36:06.194" v="77" actId="207"/>
      <pc:docMkLst>
        <pc:docMk/>
      </pc:docMkLst>
      <pc:sldChg chg="addSp modSp mod">
        <pc:chgData name="裴 熙隆" userId="d70ee545ee25833c" providerId="LiveId" clId="{80C28766-F07C-4017-999D-2F77460AB8FB}" dt="2022-09-21T15:36:06.194" v="77" actId="207"/>
        <pc:sldMkLst>
          <pc:docMk/>
          <pc:sldMk cId="3588923400" sldId="256"/>
        </pc:sldMkLst>
        <pc:spChg chg="add mod">
          <ac:chgData name="裴 熙隆" userId="d70ee545ee25833c" providerId="LiveId" clId="{80C28766-F07C-4017-999D-2F77460AB8FB}" dt="2022-09-21T15:27:22.455" v="25" actId="1076"/>
          <ac:spMkLst>
            <pc:docMk/>
            <pc:sldMk cId="3588923400" sldId="256"/>
            <ac:spMk id="14" creationId="{56670D7C-C7C1-86E9-C9BA-E8AACC2579F9}"/>
          </ac:spMkLst>
        </pc:spChg>
        <pc:spChg chg="add mod">
          <ac:chgData name="裴 熙隆" userId="d70ee545ee25833c" providerId="LiveId" clId="{80C28766-F07C-4017-999D-2F77460AB8FB}" dt="2022-09-21T15:35:14.671" v="72" actId="207"/>
          <ac:spMkLst>
            <pc:docMk/>
            <pc:sldMk cId="3588923400" sldId="256"/>
            <ac:spMk id="16" creationId="{ACD0D131-FB67-08E5-6F02-B7E510915CCB}"/>
          </ac:spMkLst>
        </pc:spChg>
        <pc:spChg chg="add mod">
          <ac:chgData name="裴 熙隆" userId="d70ee545ee25833c" providerId="LiveId" clId="{80C28766-F07C-4017-999D-2F77460AB8FB}" dt="2022-09-21T15:35:24.393" v="73" actId="207"/>
          <ac:spMkLst>
            <pc:docMk/>
            <pc:sldMk cId="3588923400" sldId="256"/>
            <ac:spMk id="18" creationId="{15D05916-A498-2BBD-70C0-DBDD40523352}"/>
          </ac:spMkLst>
        </pc:spChg>
        <pc:spChg chg="add mod">
          <ac:chgData name="裴 熙隆" userId="d70ee545ee25833c" providerId="LiveId" clId="{80C28766-F07C-4017-999D-2F77460AB8FB}" dt="2022-09-21T15:35:45.211" v="74" actId="207"/>
          <ac:spMkLst>
            <pc:docMk/>
            <pc:sldMk cId="3588923400" sldId="256"/>
            <ac:spMk id="24" creationId="{3E17CC1C-11DD-C55B-DE66-77B5C95407B1}"/>
          </ac:spMkLst>
        </pc:spChg>
        <pc:graphicFrameChg chg="modGraphic">
          <ac:chgData name="裴 熙隆" userId="d70ee545ee25833c" providerId="LiveId" clId="{80C28766-F07C-4017-999D-2F77460AB8FB}" dt="2022-09-21T15:36:06.194" v="77" actId="207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80C28766-F07C-4017-999D-2F77460AB8FB}" dt="2022-09-21T15:30:39.174" v="71" actId="207"/>
          <ac:picMkLst>
            <pc:docMk/>
            <pc:sldMk cId="3588923400" sldId="256"/>
            <ac:picMk id="15" creationId="{927F9DF3-18AB-A947-AA87-9BF472B5DE1D}"/>
          </ac:picMkLst>
        </pc:picChg>
        <pc:cxnChg chg="add mod">
          <ac:chgData name="裴 熙隆" userId="d70ee545ee25833c" providerId="LiveId" clId="{80C28766-F07C-4017-999D-2F77460AB8FB}" dt="2022-09-21T15:26:57.705" v="13" actId="1076"/>
          <ac:cxnSpMkLst>
            <pc:docMk/>
            <pc:sldMk cId="3588923400" sldId="256"/>
            <ac:cxnSpMk id="7" creationId="{7F09FDCE-22A8-7632-C014-73F833B81630}"/>
          </ac:cxnSpMkLst>
        </pc:cxnChg>
        <pc:cxnChg chg="add mod">
          <ac:chgData name="裴 熙隆" userId="d70ee545ee25833c" providerId="LiveId" clId="{80C28766-F07C-4017-999D-2F77460AB8FB}" dt="2022-09-21T15:29:17.127" v="52" actId="14100"/>
          <ac:cxnSpMkLst>
            <pc:docMk/>
            <pc:sldMk cId="3588923400" sldId="256"/>
            <ac:cxnSpMk id="17" creationId="{D5DF98BF-6728-EEE3-A5F5-B396E3A2C86F}"/>
          </ac:cxnSpMkLst>
        </pc:cxnChg>
        <pc:cxnChg chg="add mod">
          <ac:chgData name="裴 熙隆" userId="d70ee545ee25833c" providerId="LiveId" clId="{80C28766-F07C-4017-999D-2F77460AB8FB}" dt="2022-09-21T15:28:56.844" v="38" actId="14100"/>
          <ac:cxnSpMkLst>
            <pc:docMk/>
            <pc:sldMk cId="3588923400" sldId="256"/>
            <ac:cxnSpMk id="19" creationId="{D7E5367F-CBD6-5743-DC9D-8B5278DC2054}"/>
          </ac:cxnSpMkLst>
        </pc:cxnChg>
        <pc:cxnChg chg="add mod">
          <ac:chgData name="裴 熙隆" userId="d70ee545ee25833c" providerId="LiveId" clId="{80C28766-F07C-4017-999D-2F77460AB8FB}" dt="2022-09-21T15:29:41.471" v="63" actId="14100"/>
          <ac:cxnSpMkLst>
            <pc:docMk/>
            <pc:sldMk cId="3588923400" sldId="256"/>
            <ac:cxnSpMk id="25" creationId="{5007D5C9-B443-4680-B620-FA13BBDBBBE9}"/>
          </ac:cxnSpMkLst>
        </pc:cxnChg>
      </pc:sldChg>
    </pc:docChg>
  </pc:docChgLst>
  <pc:docChgLst>
    <pc:chgData name="裴 熙隆" userId="d70ee545ee25833c" providerId="LiveId" clId="{376FFC22-6773-402E-98B7-63CFEF15CA79}"/>
    <pc:docChg chg="undo custSel addSld modSld">
      <pc:chgData name="裴 熙隆" userId="d70ee545ee25833c" providerId="LiveId" clId="{376FFC22-6773-402E-98B7-63CFEF15CA79}" dt="2025-09-12T08:15:44.271" v="124" actId="2711"/>
      <pc:docMkLst>
        <pc:docMk/>
      </pc:docMkLst>
      <pc:sldChg chg="modSp">
        <pc:chgData name="裴 熙隆" userId="d70ee545ee25833c" providerId="LiveId" clId="{376FFC22-6773-402E-98B7-63CFEF15CA79}" dt="2025-09-12T08:14:52.661" v="97" actId="20577"/>
        <pc:sldMkLst>
          <pc:docMk/>
          <pc:sldMk cId="2108633778" sldId="257"/>
        </pc:sldMkLst>
        <pc:spChg chg="mod">
          <ac:chgData name="裴 熙隆" userId="d70ee545ee25833c" providerId="LiveId" clId="{376FFC22-6773-402E-98B7-63CFEF15CA79}" dt="2025-09-12T08:14:52.661" v="97" actId="20577"/>
          <ac:spMkLst>
            <pc:docMk/>
            <pc:sldMk cId="2108633778" sldId="257"/>
            <ac:spMk id="24" creationId="{EA9A7F84-37B1-4725-A503-0A3D54F7B58F}"/>
          </ac:spMkLst>
        </pc:spChg>
      </pc:sldChg>
      <pc:sldChg chg="modSp add mod">
        <pc:chgData name="裴 熙隆" userId="d70ee545ee25833c" providerId="LiveId" clId="{376FFC22-6773-402E-98B7-63CFEF15CA79}" dt="2025-09-12T08:15:44.271" v="124" actId="2711"/>
        <pc:sldMkLst>
          <pc:docMk/>
          <pc:sldMk cId="2986145847" sldId="261"/>
        </pc:sldMkLst>
        <pc:spChg chg="mod">
          <ac:chgData name="裴 熙隆" userId="d70ee545ee25833c" providerId="LiveId" clId="{376FFC22-6773-402E-98B7-63CFEF15CA79}" dt="2025-09-12T08:13:45.699" v="74" actId="2711"/>
          <ac:spMkLst>
            <pc:docMk/>
            <pc:sldMk cId="2986145847" sldId="261"/>
            <ac:spMk id="18" creationId="{4C3091FE-5DF0-4DE9-8386-233E5AC3E10B}"/>
          </ac:spMkLst>
        </pc:spChg>
        <pc:spChg chg="mod">
          <ac:chgData name="裴 熙隆" userId="d70ee545ee25833c" providerId="LiveId" clId="{376FFC22-6773-402E-98B7-63CFEF15CA79}" dt="2025-09-12T08:15:44.271" v="124" actId="2711"/>
          <ac:spMkLst>
            <pc:docMk/>
            <pc:sldMk cId="2986145847" sldId="261"/>
            <ac:spMk id="24" creationId="{EA9A7F84-37B1-4725-A503-0A3D54F7B58F}"/>
          </ac:spMkLst>
        </pc:spChg>
        <pc:spChg chg="mod">
          <ac:chgData name="裴 熙隆" userId="d70ee545ee25833c" providerId="LiveId" clId="{376FFC22-6773-402E-98B7-63CFEF15CA79}" dt="2025-09-12T08:13:08.419" v="49" actId="2711"/>
          <ac:spMkLst>
            <pc:docMk/>
            <pc:sldMk cId="2986145847" sldId="261"/>
            <ac:spMk id="32" creationId="{000B614E-C216-4FDE-9151-E497CF2EC65F}"/>
          </ac:spMkLst>
        </pc:spChg>
        <pc:spChg chg="mod">
          <ac:chgData name="裴 熙隆" userId="d70ee545ee25833c" providerId="LiveId" clId="{376FFC22-6773-402E-98B7-63CFEF15CA79}" dt="2025-09-12T08:13:49.316" v="75" actId="2711"/>
          <ac:spMkLst>
            <pc:docMk/>
            <pc:sldMk cId="2986145847" sldId="261"/>
            <ac:spMk id="106" creationId="{B6A3833E-4D38-4F75-84A0-F43E9665700D}"/>
          </ac:spMkLst>
        </pc:spChg>
        <pc:spChg chg="mod">
          <ac:chgData name="裴 熙隆" userId="d70ee545ee25833c" providerId="LiveId" clId="{376FFC22-6773-402E-98B7-63CFEF15CA79}" dt="2025-09-12T08:15:05.052" v="100" actId="2711"/>
          <ac:spMkLst>
            <pc:docMk/>
            <pc:sldMk cId="2986145847" sldId="261"/>
            <ac:spMk id="107" creationId="{DB7ECC85-3835-4311-80F8-0E1AB2016876}"/>
          </ac:spMkLst>
        </pc:spChg>
        <pc:cxnChg chg="mod">
          <ac:chgData name="裴 熙隆" userId="d70ee545ee25833c" providerId="LiveId" clId="{376FFC22-6773-402E-98B7-63CFEF15CA79}" dt="2025-09-12T08:13:26.309" v="69" actId="1076"/>
          <ac:cxnSpMkLst>
            <pc:docMk/>
            <pc:sldMk cId="2986145847" sldId="261"/>
            <ac:cxnSpMk id="110" creationId="{3144A46D-7C1C-4084-ACA7-2D3AF19F0667}"/>
          </ac:cxnSpMkLst>
        </pc:cxnChg>
        <pc:cxnChg chg="mod">
          <ac:chgData name="裴 熙隆" userId="d70ee545ee25833c" providerId="LiveId" clId="{376FFC22-6773-402E-98B7-63CFEF15CA79}" dt="2025-09-12T08:13:26.309" v="69" actId="1076"/>
          <ac:cxnSpMkLst>
            <pc:docMk/>
            <pc:sldMk cId="2986145847" sldId="261"/>
            <ac:cxnSpMk id="120" creationId="{947590C7-2F82-4025-B8DD-CB21686CF90E}"/>
          </ac:cxnSpMkLst>
        </pc:cxnChg>
      </pc:sldChg>
    </pc:docChg>
  </pc:docChgLst>
  <pc:docChgLst>
    <pc:chgData name="裴 熙隆" userId="d70ee545ee25833c" providerId="LiveId" clId="{4A179F23-F5A5-496B-9471-D3CFEEFBDD7A}"/>
    <pc:docChg chg="undo custSel modSld">
      <pc:chgData name="裴 熙隆" userId="d70ee545ee25833c" providerId="LiveId" clId="{4A179F23-F5A5-496B-9471-D3CFEEFBDD7A}" dt="2023-03-15T08:46:51.955" v="291" actId="1076"/>
      <pc:docMkLst>
        <pc:docMk/>
      </pc:docMkLst>
      <pc:sldChg chg="addSp delSp modSp mod">
        <pc:chgData name="裴 熙隆" userId="d70ee545ee25833c" providerId="LiveId" clId="{4A179F23-F5A5-496B-9471-D3CFEEFBDD7A}" dt="2023-03-15T08:46:51.955" v="291" actId="1076"/>
        <pc:sldMkLst>
          <pc:docMk/>
          <pc:sldMk cId="3588923400" sldId="256"/>
        </pc:sldMkLst>
        <pc:spChg chg="add del mod">
          <ac:chgData name="裴 熙隆" userId="d70ee545ee25833c" providerId="LiveId" clId="{4A179F23-F5A5-496B-9471-D3CFEEFBDD7A}" dt="2023-03-15T08:05:12.758" v="144" actId="1076"/>
          <ac:spMkLst>
            <pc:docMk/>
            <pc:sldMk cId="3588923400" sldId="256"/>
            <ac:spMk id="5" creationId="{88F599B3-99DA-43B1-AE12-71F70C325055}"/>
          </ac:spMkLst>
        </pc:spChg>
        <pc:spChg chg="del">
          <ac:chgData name="裴 熙隆" userId="d70ee545ee25833c" providerId="LiveId" clId="{4A179F23-F5A5-496B-9471-D3CFEEFBDD7A}" dt="2023-03-15T07:28:09.631" v="26" actId="478"/>
          <ac:spMkLst>
            <pc:docMk/>
            <pc:sldMk cId="3588923400" sldId="256"/>
            <ac:spMk id="8" creationId="{3B4629DE-0CF0-4CDB-9087-6E6E1CCC0958}"/>
          </ac:spMkLst>
        </pc:spChg>
        <pc:spChg chg="del">
          <ac:chgData name="裴 熙隆" userId="d70ee545ee25833c" providerId="LiveId" clId="{4A179F23-F5A5-496B-9471-D3CFEEFBDD7A}" dt="2023-03-15T07:28:08.263" v="25" actId="478"/>
          <ac:spMkLst>
            <pc:docMk/>
            <pc:sldMk cId="3588923400" sldId="256"/>
            <ac:spMk id="10" creationId="{2CBFC67B-5FCD-4097-8970-51FA9F3E75D6}"/>
          </ac:spMkLst>
        </pc:spChg>
        <pc:spChg chg="del">
          <ac:chgData name="裴 熙隆" userId="d70ee545ee25833c" providerId="LiveId" clId="{4A179F23-F5A5-496B-9471-D3CFEEFBDD7A}" dt="2023-03-15T07:38:59.257" v="81" actId="478"/>
          <ac:spMkLst>
            <pc:docMk/>
            <pc:sldMk cId="3588923400" sldId="256"/>
            <ac:spMk id="11" creationId="{A7502FA7-2566-40B9-B713-8465D50CDED9}"/>
          </ac:spMkLst>
        </pc:spChg>
        <pc:spChg chg="del mod">
          <ac:chgData name="裴 熙隆" userId="d70ee545ee25833c" providerId="LiveId" clId="{4A179F23-F5A5-496B-9471-D3CFEEFBDD7A}" dt="2023-03-15T07:39:02.971" v="85" actId="478"/>
          <ac:spMkLst>
            <pc:docMk/>
            <pc:sldMk cId="3588923400" sldId="256"/>
            <ac:spMk id="12" creationId="{597712BF-661C-4A99-BCE9-7DAEB1723A9A}"/>
          </ac:spMkLst>
        </pc:spChg>
        <pc:spChg chg="del">
          <ac:chgData name="裴 熙隆" userId="d70ee545ee25833c" providerId="LiveId" clId="{4A179F23-F5A5-496B-9471-D3CFEEFBDD7A}" dt="2023-03-15T07:28:03.479" v="21" actId="478"/>
          <ac:spMkLst>
            <pc:docMk/>
            <pc:sldMk cId="3588923400" sldId="256"/>
            <ac:spMk id="14" creationId="{56670D7C-C7C1-86E9-C9BA-E8AACC2579F9}"/>
          </ac:spMkLst>
        </pc:spChg>
        <pc:spChg chg="mod">
          <ac:chgData name="裴 熙隆" userId="d70ee545ee25833c" providerId="LiveId" clId="{4A179F23-F5A5-496B-9471-D3CFEEFBDD7A}" dt="2023-03-15T08:43:07.713" v="160" actId="1076"/>
          <ac:spMkLst>
            <pc:docMk/>
            <pc:sldMk cId="3588923400" sldId="256"/>
            <ac:spMk id="16" creationId="{ACD0D131-FB67-08E5-6F02-B7E510915CCB}"/>
          </ac:spMkLst>
        </pc:spChg>
        <pc:spChg chg="mod">
          <ac:chgData name="裴 熙隆" userId="d70ee545ee25833c" providerId="LiveId" clId="{4A179F23-F5A5-496B-9471-D3CFEEFBDD7A}" dt="2023-03-15T08:01:36.064" v="105" actId="1076"/>
          <ac:spMkLst>
            <pc:docMk/>
            <pc:sldMk cId="3588923400" sldId="256"/>
            <ac:spMk id="18" creationId="{15D05916-A498-2BBD-70C0-DBDD40523352}"/>
          </ac:spMkLst>
        </pc:spChg>
        <pc:spChg chg="add mod">
          <ac:chgData name="裴 熙隆" userId="d70ee545ee25833c" providerId="LiveId" clId="{4A179F23-F5A5-496B-9471-D3CFEEFBDD7A}" dt="2023-03-15T08:45:13.956" v="266" actId="1076"/>
          <ac:spMkLst>
            <pc:docMk/>
            <pc:sldMk cId="3588923400" sldId="256"/>
            <ac:spMk id="21" creationId="{C2FFB728-E6AA-47AF-AD9A-E91C67E17BDF}"/>
          </ac:spMkLst>
        </pc:spChg>
        <pc:spChg chg="add mod">
          <ac:chgData name="裴 熙隆" userId="d70ee545ee25833c" providerId="LiveId" clId="{4A179F23-F5A5-496B-9471-D3CFEEFBDD7A}" dt="2023-03-15T08:45:39.978" v="275" actId="403"/>
          <ac:spMkLst>
            <pc:docMk/>
            <pc:sldMk cId="3588923400" sldId="256"/>
            <ac:spMk id="22" creationId="{5F7C15A1-98B9-427F-9EB7-BB9692C8A401}"/>
          </ac:spMkLst>
        </pc:spChg>
        <pc:spChg chg="add del mod">
          <ac:chgData name="裴 熙隆" userId="d70ee545ee25833c" providerId="LiveId" clId="{4A179F23-F5A5-496B-9471-D3CFEEFBDD7A}" dt="2023-03-15T08:45:25.987" v="270"/>
          <ac:spMkLst>
            <pc:docMk/>
            <pc:sldMk cId="3588923400" sldId="256"/>
            <ac:spMk id="23" creationId="{4392FEDC-9B4C-4224-B3B0-1FA26A772977}"/>
          </ac:spMkLst>
        </pc:spChg>
        <pc:spChg chg="mod">
          <ac:chgData name="裴 熙隆" userId="d70ee545ee25833c" providerId="LiveId" clId="{4A179F23-F5A5-496B-9471-D3CFEEFBDD7A}" dt="2023-03-15T08:03:14.031" v="122" actId="1076"/>
          <ac:spMkLst>
            <pc:docMk/>
            <pc:sldMk cId="3588923400" sldId="256"/>
            <ac:spMk id="24" creationId="{3E17CC1C-11DD-C55B-DE66-77B5C95407B1}"/>
          </ac:spMkLst>
        </pc:spChg>
        <pc:spChg chg="del">
          <ac:chgData name="裴 熙隆" userId="d70ee545ee25833c" providerId="LiveId" clId="{4A179F23-F5A5-496B-9471-D3CFEEFBDD7A}" dt="2023-03-15T08:03:19.516" v="123" actId="478"/>
          <ac:spMkLst>
            <pc:docMk/>
            <pc:sldMk cId="3588923400" sldId="256"/>
            <ac:spMk id="26" creationId="{46565690-9D36-4B4B-A075-1DC1B3ED211A}"/>
          </ac:spMkLst>
        </pc:spChg>
        <pc:spChg chg="add mod">
          <ac:chgData name="裴 熙隆" userId="d70ee545ee25833c" providerId="LiveId" clId="{4A179F23-F5A5-496B-9471-D3CFEEFBDD7A}" dt="2023-03-15T08:45:42.476" v="276" actId="404"/>
          <ac:spMkLst>
            <pc:docMk/>
            <pc:sldMk cId="3588923400" sldId="256"/>
            <ac:spMk id="26" creationId="{834F68B9-24A6-48A8-A4A2-BEF2DAAFABD0}"/>
          </ac:spMkLst>
        </pc:spChg>
        <pc:spChg chg="del">
          <ac:chgData name="裴 熙隆" userId="d70ee545ee25833c" providerId="LiveId" clId="{4A179F23-F5A5-496B-9471-D3CFEEFBDD7A}" dt="2023-03-15T07:39:01.998" v="84" actId="478"/>
          <ac:spMkLst>
            <pc:docMk/>
            <pc:sldMk cId="3588923400" sldId="256"/>
            <ac:spMk id="27" creationId="{238456A2-5366-4CB5-B0E1-FEA955AD21C7}"/>
          </ac:spMkLst>
        </pc:spChg>
        <pc:spChg chg="add mod">
          <ac:chgData name="裴 熙隆" userId="d70ee545ee25833c" providerId="LiveId" clId="{4A179F23-F5A5-496B-9471-D3CFEEFBDD7A}" dt="2023-03-15T08:46:32.423" v="287" actId="1076"/>
          <ac:spMkLst>
            <pc:docMk/>
            <pc:sldMk cId="3588923400" sldId="256"/>
            <ac:spMk id="27" creationId="{6853C80F-F3BE-4AC6-903F-13E81C8F26CC}"/>
          </ac:spMkLst>
        </pc:spChg>
        <pc:spChg chg="add mod">
          <ac:chgData name="裴 熙隆" userId="d70ee545ee25833c" providerId="LiveId" clId="{4A179F23-F5A5-496B-9471-D3CFEEFBDD7A}" dt="2023-03-15T08:46:51.955" v="291" actId="1076"/>
          <ac:spMkLst>
            <pc:docMk/>
            <pc:sldMk cId="3588923400" sldId="256"/>
            <ac:spMk id="28" creationId="{EF21FC3E-C33F-4134-BB07-9394CC947322}"/>
          </ac:spMkLst>
        </pc:spChg>
        <pc:spChg chg="add mod">
          <ac:chgData name="裴 熙隆" userId="d70ee545ee25833c" providerId="LiveId" clId="{4A179F23-F5A5-496B-9471-D3CFEEFBDD7A}" dt="2023-03-15T08:02:58.294" v="119" actId="14100"/>
          <ac:spMkLst>
            <pc:docMk/>
            <pc:sldMk cId="3588923400" sldId="256"/>
            <ac:spMk id="31" creationId="{27801DD1-BAA2-4451-904D-986B85C96753}"/>
          </ac:spMkLst>
        </pc:spChg>
        <pc:spChg chg="add del mod">
          <ac:chgData name="裴 熙隆" userId="d70ee545ee25833c" providerId="LiveId" clId="{4A179F23-F5A5-496B-9471-D3CFEEFBDD7A}" dt="2023-03-15T07:39:00.197" v="82" actId="478"/>
          <ac:spMkLst>
            <pc:docMk/>
            <pc:sldMk cId="3588923400" sldId="256"/>
            <ac:spMk id="32" creationId="{B5A432BA-6EF6-4AD9-B127-CA5415A28927}"/>
          </ac:spMkLst>
        </pc:spChg>
        <pc:spChg chg="add del">
          <ac:chgData name="裴 熙隆" userId="d70ee545ee25833c" providerId="LiveId" clId="{4A179F23-F5A5-496B-9471-D3CFEEFBDD7A}" dt="2023-03-15T07:27:35.243" v="14" actId="478"/>
          <ac:spMkLst>
            <pc:docMk/>
            <pc:sldMk cId="3588923400" sldId="256"/>
            <ac:spMk id="33" creationId="{968ED481-E008-4510-B14B-42A62DA17819}"/>
          </ac:spMkLst>
        </pc:spChg>
        <pc:spChg chg="add del">
          <ac:chgData name="裴 熙隆" userId="d70ee545ee25833c" providerId="LiveId" clId="{4A179F23-F5A5-496B-9471-D3CFEEFBDD7A}" dt="2023-03-15T07:38:57.006" v="79" actId="478"/>
          <ac:spMkLst>
            <pc:docMk/>
            <pc:sldMk cId="3588923400" sldId="256"/>
            <ac:spMk id="34" creationId="{D87AEC1E-5BDC-4852-AEAD-03C7A4FCDA76}"/>
          </ac:spMkLst>
        </pc:spChg>
        <pc:spChg chg="add mod">
          <ac:chgData name="裴 熙隆" userId="d70ee545ee25833c" providerId="LiveId" clId="{4A179F23-F5A5-496B-9471-D3CFEEFBDD7A}" dt="2023-03-15T08:05:39.011" v="152" actId="1076"/>
          <ac:spMkLst>
            <pc:docMk/>
            <pc:sldMk cId="3588923400" sldId="256"/>
            <ac:spMk id="52" creationId="{556B5F4A-6CCC-4E4D-8795-693CDF046202}"/>
          </ac:spMkLst>
        </pc:spChg>
        <pc:spChg chg="add mod">
          <ac:chgData name="裴 熙隆" userId="d70ee545ee25833c" providerId="LiveId" clId="{4A179F23-F5A5-496B-9471-D3CFEEFBDD7A}" dt="2023-03-15T08:05:42.324" v="153" actId="1076"/>
          <ac:spMkLst>
            <pc:docMk/>
            <pc:sldMk cId="3588923400" sldId="256"/>
            <ac:spMk id="53" creationId="{0370BEEE-362E-4E57-A1AA-F4F3B50BDF10}"/>
          </ac:spMkLst>
        </pc:spChg>
        <pc:spChg chg="add del mod">
          <ac:chgData name="裴 熙隆" userId="d70ee545ee25833c" providerId="LiveId" clId="{4A179F23-F5A5-496B-9471-D3CFEEFBDD7A}" dt="2023-03-15T08:04:40.929" v="130" actId="478"/>
          <ac:spMkLst>
            <pc:docMk/>
            <pc:sldMk cId="3588923400" sldId="256"/>
            <ac:spMk id="54" creationId="{A7D81A96-1553-4409-A169-1AA4E832BD4F}"/>
          </ac:spMkLst>
        </pc:spChg>
        <pc:graphicFrameChg chg="del">
          <ac:chgData name="裴 熙隆" userId="d70ee545ee25833c" providerId="LiveId" clId="{4A179F23-F5A5-496B-9471-D3CFEEFBDD7A}" dt="2023-03-15T07:28:04.584" v="22" actId="478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4A179F23-F5A5-496B-9471-D3CFEEFBDD7A}" dt="2023-03-15T08:43:57.352" v="167"/>
          <ac:picMkLst>
            <pc:docMk/>
            <pc:sldMk cId="3588923400" sldId="256"/>
            <ac:picMk id="3" creationId="{C6A53ED0-6030-4CCE-8A61-21B8D09D74CD}"/>
          </ac:picMkLst>
        </pc:picChg>
        <pc:picChg chg="del">
          <ac:chgData name="裴 熙隆" userId="d70ee545ee25833c" providerId="LiveId" clId="{4A179F23-F5A5-496B-9471-D3CFEEFBDD7A}" dt="2023-03-15T07:27:51.727" v="17" actId="478"/>
          <ac:picMkLst>
            <pc:docMk/>
            <pc:sldMk cId="3588923400" sldId="256"/>
            <ac:picMk id="3" creationId="{E65D748B-0616-4108-86E9-164DAFD28A49}"/>
          </ac:picMkLst>
        </pc:picChg>
        <pc:picChg chg="del">
          <ac:chgData name="裴 熙隆" userId="d70ee545ee25833c" providerId="LiveId" clId="{4A179F23-F5A5-496B-9471-D3CFEEFBDD7A}" dt="2023-03-15T07:27:54.751" v="18" actId="478"/>
          <ac:picMkLst>
            <pc:docMk/>
            <pc:sldMk cId="3588923400" sldId="256"/>
            <ac:picMk id="15" creationId="{927F9DF3-18AB-A947-AA87-9BF472B5DE1D}"/>
          </ac:picMkLst>
        </pc:picChg>
        <pc:picChg chg="add mod">
          <ac:chgData name="裴 熙隆" userId="d70ee545ee25833c" providerId="LiveId" clId="{4A179F23-F5A5-496B-9471-D3CFEEFBDD7A}" dt="2023-03-15T08:01:22.205" v="103" actId="1076"/>
          <ac:picMkLst>
            <pc:docMk/>
            <pc:sldMk cId="3588923400" sldId="256"/>
            <ac:picMk id="43" creationId="{209D2787-6576-4724-B6FF-CC372814CB1C}"/>
          </ac:picMkLst>
        </pc:picChg>
        <pc:picChg chg="add mod">
          <ac:chgData name="裴 熙隆" userId="d70ee545ee25833c" providerId="LiveId" clId="{4A179F23-F5A5-496B-9471-D3CFEEFBDD7A}" dt="2023-03-15T08:01:25.908" v="104" actId="1076"/>
          <ac:picMkLst>
            <pc:docMk/>
            <pc:sldMk cId="3588923400" sldId="256"/>
            <ac:picMk id="44" creationId="{0F335BA2-D737-483E-9A48-835179BB49EA}"/>
          </ac:picMkLst>
        </pc:picChg>
        <pc:picChg chg="add del mod">
          <ac:chgData name="裴 熙隆" userId="d70ee545ee25833c" providerId="LiveId" clId="{4A179F23-F5A5-496B-9471-D3CFEEFBDD7A}" dt="2023-03-15T08:04:44.991" v="134" actId="478"/>
          <ac:picMkLst>
            <pc:docMk/>
            <pc:sldMk cId="3588923400" sldId="256"/>
            <ac:picMk id="47" creationId="{CDACA48C-D24E-4FA7-90DE-46FFB7943946}"/>
          </ac:picMkLst>
        </pc:picChg>
        <pc:cxnChg chg="mod">
          <ac:chgData name="裴 熙隆" userId="d70ee545ee25833c" providerId="LiveId" clId="{4A179F23-F5A5-496B-9471-D3CFEEFBDD7A}" dt="2023-03-15T07:30:20.191" v="50" actId="1076"/>
          <ac:cxnSpMkLst>
            <pc:docMk/>
            <pc:sldMk cId="3588923400" sldId="256"/>
            <ac:cxnSpMk id="4" creationId="{11EF30E0-B5CF-4D78-99E8-985CCFCA85F5}"/>
          </ac:cxnSpMkLst>
        </pc:cxnChg>
        <pc:cxnChg chg="del">
          <ac:chgData name="裴 熙隆" userId="d70ee545ee25833c" providerId="LiveId" clId="{4A179F23-F5A5-496B-9471-D3CFEEFBDD7A}" dt="2023-03-15T07:28:06.909" v="24" actId="478"/>
          <ac:cxnSpMkLst>
            <pc:docMk/>
            <pc:sldMk cId="3588923400" sldId="256"/>
            <ac:cxnSpMk id="6" creationId="{FE5F54B8-93B6-4B2F-8AD1-187C88448F5F}"/>
          </ac:cxnSpMkLst>
        </pc:cxnChg>
        <pc:cxnChg chg="del">
          <ac:chgData name="裴 熙隆" userId="d70ee545ee25833c" providerId="LiveId" clId="{4A179F23-F5A5-496B-9471-D3CFEEFBDD7A}" dt="2023-03-15T07:28:05.302" v="23" actId="478"/>
          <ac:cxnSpMkLst>
            <pc:docMk/>
            <pc:sldMk cId="3588923400" sldId="256"/>
            <ac:cxnSpMk id="7" creationId="{7F09FDCE-22A8-7632-C014-73F833B81630}"/>
          </ac:cxnSpMkLst>
        </pc:cxnChg>
        <pc:cxnChg chg="del">
          <ac:chgData name="裴 熙隆" userId="d70ee545ee25833c" providerId="LiveId" clId="{4A179F23-F5A5-496B-9471-D3CFEEFBDD7A}" dt="2023-03-15T07:28:10.194" v="27" actId="478"/>
          <ac:cxnSpMkLst>
            <pc:docMk/>
            <pc:sldMk cId="3588923400" sldId="256"/>
            <ac:cxnSpMk id="9" creationId="{4CBDE40C-73E5-45AF-9476-754D60143E07}"/>
          </ac:cxnSpMkLst>
        </pc:cxnChg>
        <pc:cxnChg chg="mod">
          <ac:chgData name="裴 熙隆" userId="d70ee545ee25833c" providerId="LiveId" clId="{4A179F23-F5A5-496B-9471-D3CFEEFBDD7A}" dt="2023-03-15T08:43:15.119" v="162" actId="14100"/>
          <ac:cxnSpMkLst>
            <pc:docMk/>
            <pc:sldMk cId="3588923400" sldId="256"/>
            <ac:cxnSpMk id="17" creationId="{D5DF98BF-6728-EEE3-A5F5-B396E3A2C86F}"/>
          </ac:cxnSpMkLst>
        </pc:cxnChg>
        <pc:cxnChg chg="mod">
          <ac:chgData name="裴 熙隆" userId="d70ee545ee25833c" providerId="LiveId" clId="{4A179F23-F5A5-496B-9471-D3CFEEFBDD7A}" dt="2023-03-15T08:01:36.064" v="105" actId="1076"/>
          <ac:cxnSpMkLst>
            <pc:docMk/>
            <pc:sldMk cId="3588923400" sldId="256"/>
            <ac:cxnSpMk id="19" creationId="{D7E5367F-CBD6-5743-DC9D-8B5278DC2054}"/>
          </ac:cxnSpMkLst>
        </pc:cxnChg>
        <pc:cxnChg chg="del">
          <ac:chgData name="裴 熙隆" userId="d70ee545ee25833c" providerId="LiveId" clId="{4A179F23-F5A5-496B-9471-D3CFEEFBDD7A}" dt="2023-03-15T07:39:04.583" v="87" actId="478"/>
          <ac:cxnSpMkLst>
            <pc:docMk/>
            <pc:sldMk cId="3588923400" sldId="256"/>
            <ac:cxnSpMk id="20" creationId="{A61AEF1A-5870-4881-AD67-49740E2597EB}"/>
          </ac:cxnSpMkLst>
        </pc:cxnChg>
        <pc:cxnChg chg="del">
          <ac:chgData name="裴 熙隆" userId="d70ee545ee25833c" providerId="LiveId" clId="{4A179F23-F5A5-496B-9471-D3CFEEFBDD7A}" dt="2023-03-15T07:39:03.617" v="86" actId="478"/>
          <ac:cxnSpMkLst>
            <pc:docMk/>
            <pc:sldMk cId="3588923400" sldId="256"/>
            <ac:cxnSpMk id="21" creationId="{68543CBC-561D-412B-95F3-9DBC19EBBD77}"/>
          </ac:cxnSpMkLst>
        </pc:cxnChg>
        <pc:cxnChg chg="del">
          <ac:chgData name="裴 熙隆" userId="d70ee545ee25833c" providerId="LiveId" clId="{4A179F23-F5A5-496B-9471-D3CFEEFBDD7A}" dt="2023-03-15T08:03:20.265" v="124" actId="478"/>
          <ac:cxnSpMkLst>
            <pc:docMk/>
            <pc:sldMk cId="3588923400" sldId="256"/>
            <ac:cxnSpMk id="22" creationId="{B2A20441-EF1C-425A-872E-58E67263879B}"/>
          </ac:cxnSpMkLst>
        </pc:cxnChg>
        <pc:cxnChg chg="mod">
          <ac:chgData name="裴 熙隆" userId="d70ee545ee25833c" providerId="LiveId" clId="{4A179F23-F5A5-496B-9471-D3CFEEFBDD7A}" dt="2023-03-15T08:03:14.031" v="122" actId="1076"/>
          <ac:cxnSpMkLst>
            <pc:docMk/>
            <pc:sldMk cId="3588923400" sldId="256"/>
            <ac:cxnSpMk id="25" creationId="{5007D5C9-B443-4680-B620-FA13BBDBBBE9}"/>
          </ac:cxnSpMkLst>
        </pc:cxnChg>
        <pc:cxnChg chg="add del">
          <ac:chgData name="裴 熙隆" userId="d70ee545ee25833c" providerId="LiveId" clId="{4A179F23-F5A5-496B-9471-D3CFEEFBDD7A}" dt="2023-03-15T07:39:00.720" v="83" actId="478"/>
          <ac:cxnSpMkLst>
            <pc:docMk/>
            <pc:sldMk cId="3588923400" sldId="256"/>
            <ac:cxnSpMk id="28" creationId="{5BD39DC5-A53C-47DA-A377-88FB4FFD3087}"/>
          </ac:cxnSpMkLst>
        </pc:cxnChg>
        <pc:cxnChg chg="add del">
          <ac:chgData name="裴 熙隆" userId="d70ee545ee25833c" providerId="LiveId" clId="{4A179F23-F5A5-496B-9471-D3CFEEFBDD7A}" dt="2023-03-15T07:27:36.109" v="15" actId="478"/>
          <ac:cxnSpMkLst>
            <pc:docMk/>
            <pc:sldMk cId="3588923400" sldId="256"/>
            <ac:cxnSpMk id="29" creationId="{F0BA54D4-6051-45E7-BD46-BF0381948DEE}"/>
          </ac:cxnSpMkLst>
        </pc:cxnChg>
        <pc:cxnChg chg="add del">
          <ac:chgData name="裴 熙隆" userId="d70ee545ee25833c" providerId="LiveId" clId="{4A179F23-F5A5-496B-9471-D3CFEEFBDD7A}" dt="2023-03-15T07:38:57.496" v="80" actId="478"/>
          <ac:cxnSpMkLst>
            <pc:docMk/>
            <pc:sldMk cId="3588923400" sldId="256"/>
            <ac:cxnSpMk id="30" creationId="{B4BF9A52-FB3B-4666-8296-4361621A44E9}"/>
          </ac:cxnSpMkLst>
        </pc:cxnChg>
        <pc:cxnChg chg="add mod">
          <ac:chgData name="裴 熙隆" userId="d70ee545ee25833c" providerId="LiveId" clId="{4A179F23-F5A5-496B-9471-D3CFEEFBDD7A}" dt="2023-03-15T07:40:27.235" v="99" actId="693"/>
          <ac:cxnSpMkLst>
            <pc:docMk/>
            <pc:sldMk cId="3588923400" sldId="256"/>
            <ac:cxnSpMk id="37" creationId="{6E476D72-1CAD-43B8-81A0-433412645110}"/>
          </ac:cxnSpMkLst>
        </pc:cxnChg>
        <pc:cxnChg chg="add mod">
          <ac:chgData name="裴 熙隆" userId="d70ee545ee25833c" providerId="LiveId" clId="{4A179F23-F5A5-496B-9471-D3CFEEFBDD7A}" dt="2023-03-15T08:03:47.492" v="127" actId="1076"/>
          <ac:cxnSpMkLst>
            <pc:docMk/>
            <pc:sldMk cId="3588923400" sldId="256"/>
            <ac:cxnSpMk id="45" creationId="{C18506BA-CAB8-4EEA-88D2-9A9E684846F2}"/>
          </ac:cxnSpMkLst>
        </pc:cxnChg>
        <pc:cxnChg chg="add del mod">
          <ac:chgData name="裴 熙隆" userId="d70ee545ee25833c" providerId="LiveId" clId="{4A179F23-F5A5-496B-9471-D3CFEEFBDD7A}" dt="2023-03-15T08:04:42.038" v="131" actId="478"/>
          <ac:cxnSpMkLst>
            <pc:docMk/>
            <pc:sldMk cId="3588923400" sldId="256"/>
            <ac:cxnSpMk id="48" creationId="{DEFBCF44-1E1D-4014-BD09-36DA9ABFB592}"/>
          </ac:cxnSpMkLst>
        </pc:cxnChg>
        <pc:cxnChg chg="add del mod">
          <ac:chgData name="裴 熙隆" userId="d70ee545ee25833c" providerId="LiveId" clId="{4A179F23-F5A5-496B-9471-D3CFEEFBDD7A}" dt="2023-03-15T08:04:43.851" v="133" actId="478"/>
          <ac:cxnSpMkLst>
            <pc:docMk/>
            <pc:sldMk cId="3588923400" sldId="256"/>
            <ac:cxnSpMk id="49" creationId="{3854597E-615A-4CAE-8F43-98555C1D4A5E}"/>
          </ac:cxnSpMkLst>
        </pc:cxnChg>
        <pc:cxnChg chg="add del mod">
          <ac:chgData name="裴 熙隆" userId="d70ee545ee25833c" providerId="LiveId" clId="{4A179F23-F5A5-496B-9471-D3CFEEFBDD7A}" dt="2023-03-15T08:04:42.851" v="132" actId="478"/>
          <ac:cxnSpMkLst>
            <pc:docMk/>
            <pc:sldMk cId="3588923400" sldId="256"/>
            <ac:cxnSpMk id="50" creationId="{2406FCDD-816F-454C-8713-B302CFB0F136}"/>
          </ac:cxnSpMkLst>
        </pc:cxnChg>
        <pc:cxnChg chg="add del mod">
          <ac:chgData name="裴 熙隆" userId="d70ee545ee25833c" providerId="LiveId" clId="{4A179F23-F5A5-496B-9471-D3CFEEFBDD7A}" dt="2023-03-15T08:04:45.429" v="135" actId="478"/>
          <ac:cxnSpMkLst>
            <pc:docMk/>
            <pc:sldMk cId="3588923400" sldId="256"/>
            <ac:cxnSpMk id="51" creationId="{4145A229-A77B-475A-90AF-3810442A8E4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EE50-13D0-4423-9397-42D14EC9BF84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0E19-C99F-488C-8EB6-127FA15D58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923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623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430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83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2432-48FC-49FE-B7CE-6F9A692E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14A6B5-E688-4BD6-9F7C-1EBA2490D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209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70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0.png"/><Relationship Id="rId4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CB96C8C-9919-42F8-A6DB-27BAE5744B6D}"/>
              </a:ext>
            </a:extLst>
          </p:cNvPr>
          <p:cNvSpPr/>
          <p:nvPr/>
        </p:nvSpPr>
        <p:spPr>
          <a:xfrm>
            <a:off x="4339239" y="1438657"/>
            <a:ext cx="5160315" cy="34439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  <a:scene3d>
            <a:camera prst="isometricRightUp">
              <a:rot lat="1800000" lon="19800000" rev="21594000"/>
            </a:camera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97DAFDE-101B-4532-A2DB-7DEAD85CD02E}"/>
              </a:ext>
            </a:extLst>
          </p:cNvPr>
          <p:cNvGrpSpPr/>
          <p:nvPr/>
        </p:nvGrpSpPr>
        <p:grpSpPr>
          <a:xfrm>
            <a:off x="4434413" y="181038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C850B5-C880-465B-A12E-9E2CCD9AEC1E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5" name="等号 14">
              <a:extLst>
                <a:ext uri="{FF2B5EF4-FFF2-40B4-BE49-F238E27FC236}">
                  <a16:creationId xmlns:a16="http://schemas.microsoft.com/office/drawing/2014/main" id="{C3636273-E69C-4547-968B-91645A52167E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1" name="等号 40">
              <a:extLst>
                <a:ext uri="{FF2B5EF4-FFF2-40B4-BE49-F238E27FC236}">
                  <a16:creationId xmlns:a16="http://schemas.microsoft.com/office/drawing/2014/main" id="{F2D7232B-E33F-453B-A0C5-B0EBD2719BE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2" name="等号 41">
              <a:extLst>
                <a:ext uri="{FF2B5EF4-FFF2-40B4-BE49-F238E27FC236}">
                  <a16:creationId xmlns:a16="http://schemas.microsoft.com/office/drawing/2014/main" id="{F17FD972-7FF7-4613-801A-196607C1A979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3" name="等号 42">
              <a:extLst>
                <a:ext uri="{FF2B5EF4-FFF2-40B4-BE49-F238E27FC236}">
                  <a16:creationId xmlns:a16="http://schemas.microsoft.com/office/drawing/2014/main" id="{65196921-80FD-41F3-B313-38A64C4B78BB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4" name="等号 43">
              <a:extLst>
                <a:ext uri="{FF2B5EF4-FFF2-40B4-BE49-F238E27FC236}">
                  <a16:creationId xmlns:a16="http://schemas.microsoft.com/office/drawing/2014/main" id="{0630A0F7-913E-4C0F-835D-C2FAD76718F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9" name="等号 48">
              <a:extLst>
                <a:ext uri="{FF2B5EF4-FFF2-40B4-BE49-F238E27FC236}">
                  <a16:creationId xmlns:a16="http://schemas.microsoft.com/office/drawing/2014/main" id="{4FB61001-5D81-42D7-85B4-91A360EC1B1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0" name="等号 49">
              <a:extLst>
                <a:ext uri="{FF2B5EF4-FFF2-40B4-BE49-F238E27FC236}">
                  <a16:creationId xmlns:a16="http://schemas.microsoft.com/office/drawing/2014/main" id="{21A341C8-94AA-45A0-8388-87B856F45B47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1" name="等号 50">
              <a:extLst>
                <a:ext uri="{FF2B5EF4-FFF2-40B4-BE49-F238E27FC236}">
                  <a16:creationId xmlns:a16="http://schemas.microsoft.com/office/drawing/2014/main" id="{290127DD-F703-43E3-88DC-F2861A1BD2A2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2" name="等号 51">
              <a:extLst>
                <a:ext uri="{FF2B5EF4-FFF2-40B4-BE49-F238E27FC236}">
                  <a16:creationId xmlns:a16="http://schemas.microsoft.com/office/drawing/2014/main" id="{70D1E2EB-6F66-4F27-8732-EFE568BF102F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3" name="等号 52">
              <a:extLst>
                <a:ext uri="{FF2B5EF4-FFF2-40B4-BE49-F238E27FC236}">
                  <a16:creationId xmlns:a16="http://schemas.microsoft.com/office/drawing/2014/main" id="{994247E7-D0AD-4519-BA5C-163954B4894F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2A2948A-E4B8-4828-A7AF-6F89A0B71F45}"/>
              </a:ext>
            </a:extLst>
          </p:cNvPr>
          <p:cNvGrpSpPr/>
          <p:nvPr/>
        </p:nvGrpSpPr>
        <p:grpSpPr>
          <a:xfrm>
            <a:off x="4434411" y="238950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CF245FA-0036-41D9-9A50-C7DCFDA2762A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7" name="等号 56">
              <a:extLst>
                <a:ext uri="{FF2B5EF4-FFF2-40B4-BE49-F238E27FC236}">
                  <a16:creationId xmlns:a16="http://schemas.microsoft.com/office/drawing/2014/main" id="{CE39ECC5-3683-496A-B794-9A82D0AEA149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8" name="等号 57">
              <a:extLst>
                <a:ext uri="{FF2B5EF4-FFF2-40B4-BE49-F238E27FC236}">
                  <a16:creationId xmlns:a16="http://schemas.microsoft.com/office/drawing/2014/main" id="{B0E002D9-DC19-4D45-B3A7-24A2D3BB00FC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9" name="等号 58">
              <a:extLst>
                <a:ext uri="{FF2B5EF4-FFF2-40B4-BE49-F238E27FC236}">
                  <a16:creationId xmlns:a16="http://schemas.microsoft.com/office/drawing/2014/main" id="{77F6E4CD-83B3-447B-BCFF-1EE03A1A07F6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0" name="等号 59">
              <a:extLst>
                <a:ext uri="{FF2B5EF4-FFF2-40B4-BE49-F238E27FC236}">
                  <a16:creationId xmlns:a16="http://schemas.microsoft.com/office/drawing/2014/main" id="{B85C242C-5595-4E21-BE5B-AC7FBDA4D08F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1" name="等号 60">
              <a:extLst>
                <a:ext uri="{FF2B5EF4-FFF2-40B4-BE49-F238E27FC236}">
                  <a16:creationId xmlns:a16="http://schemas.microsoft.com/office/drawing/2014/main" id="{16E89258-05FB-4526-9EC2-DEC2FDB9BC56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2" name="等号 61">
              <a:extLst>
                <a:ext uri="{FF2B5EF4-FFF2-40B4-BE49-F238E27FC236}">
                  <a16:creationId xmlns:a16="http://schemas.microsoft.com/office/drawing/2014/main" id="{BECA25AE-9909-485D-9059-DE58FD1F2A4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3" name="等号 62">
              <a:extLst>
                <a:ext uri="{FF2B5EF4-FFF2-40B4-BE49-F238E27FC236}">
                  <a16:creationId xmlns:a16="http://schemas.microsoft.com/office/drawing/2014/main" id="{8A3B8C03-689C-4D6F-9C6E-F5D5AE227A8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4" name="等号 63">
              <a:extLst>
                <a:ext uri="{FF2B5EF4-FFF2-40B4-BE49-F238E27FC236}">
                  <a16:creationId xmlns:a16="http://schemas.microsoft.com/office/drawing/2014/main" id="{CC4FB78A-C340-4E8F-B162-CC908AB17D1C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5" name="等号 64">
              <a:extLst>
                <a:ext uri="{FF2B5EF4-FFF2-40B4-BE49-F238E27FC236}">
                  <a16:creationId xmlns:a16="http://schemas.microsoft.com/office/drawing/2014/main" id="{DEE28B67-70A1-43DB-8302-DCC28CDBDBB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6" name="等号 65">
              <a:extLst>
                <a:ext uri="{FF2B5EF4-FFF2-40B4-BE49-F238E27FC236}">
                  <a16:creationId xmlns:a16="http://schemas.microsoft.com/office/drawing/2014/main" id="{5855F1FD-6073-4DA6-8329-0AA0BFCFA10E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C6BE6F-2D28-49C3-A9C2-AD60E0388661}"/>
              </a:ext>
            </a:extLst>
          </p:cNvPr>
          <p:cNvGrpSpPr/>
          <p:nvPr/>
        </p:nvGrpSpPr>
        <p:grpSpPr>
          <a:xfrm>
            <a:off x="4446504" y="296862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FC0E948-BB61-4DB5-9B47-EF13B21669F8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9" name="等号 68">
              <a:extLst>
                <a:ext uri="{FF2B5EF4-FFF2-40B4-BE49-F238E27FC236}">
                  <a16:creationId xmlns:a16="http://schemas.microsoft.com/office/drawing/2014/main" id="{5794EA59-9F52-4FD3-B5BE-8A953FAFB151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0" name="等号 69">
              <a:extLst>
                <a:ext uri="{FF2B5EF4-FFF2-40B4-BE49-F238E27FC236}">
                  <a16:creationId xmlns:a16="http://schemas.microsoft.com/office/drawing/2014/main" id="{5B954AE4-088D-4485-93ED-A11DFEB6A080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1" name="等号 70">
              <a:extLst>
                <a:ext uri="{FF2B5EF4-FFF2-40B4-BE49-F238E27FC236}">
                  <a16:creationId xmlns:a16="http://schemas.microsoft.com/office/drawing/2014/main" id="{575198D8-9B2A-4DB2-B9E1-D2065FDBE781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2" name="等号 71">
              <a:extLst>
                <a:ext uri="{FF2B5EF4-FFF2-40B4-BE49-F238E27FC236}">
                  <a16:creationId xmlns:a16="http://schemas.microsoft.com/office/drawing/2014/main" id="{D80CD22A-6FC6-4D6C-9B4F-0227A519A3A5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3" name="等号 72">
              <a:extLst>
                <a:ext uri="{FF2B5EF4-FFF2-40B4-BE49-F238E27FC236}">
                  <a16:creationId xmlns:a16="http://schemas.microsoft.com/office/drawing/2014/main" id="{8436393D-BC0A-40E0-A796-B7972F287A6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4" name="等号 73">
              <a:extLst>
                <a:ext uri="{FF2B5EF4-FFF2-40B4-BE49-F238E27FC236}">
                  <a16:creationId xmlns:a16="http://schemas.microsoft.com/office/drawing/2014/main" id="{78D8F208-BA88-40AC-8A90-133FDB8BE5D5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5" name="等号 74">
              <a:extLst>
                <a:ext uri="{FF2B5EF4-FFF2-40B4-BE49-F238E27FC236}">
                  <a16:creationId xmlns:a16="http://schemas.microsoft.com/office/drawing/2014/main" id="{28CF9D2F-7FB0-445E-A8F3-A44A7F54A9F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6" name="等号 75">
              <a:extLst>
                <a:ext uri="{FF2B5EF4-FFF2-40B4-BE49-F238E27FC236}">
                  <a16:creationId xmlns:a16="http://schemas.microsoft.com/office/drawing/2014/main" id="{2923E2A8-0E71-495F-9E44-642AE1F19198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7" name="等号 76">
              <a:extLst>
                <a:ext uri="{FF2B5EF4-FFF2-40B4-BE49-F238E27FC236}">
                  <a16:creationId xmlns:a16="http://schemas.microsoft.com/office/drawing/2014/main" id="{45FB1556-95D2-43BA-9832-6A58F7342DDA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8" name="等号 77">
              <a:extLst>
                <a:ext uri="{FF2B5EF4-FFF2-40B4-BE49-F238E27FC236}">
                  <a16:creationId xmlns:a16="http://schemas.microsoft.com/office/drawing/2014/main" id="{83F29A48-6D81-4588-970F-D49C7B8DC8FA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2DC67CB-6BB1-4430-81F5-176E94263314}"/>
              </a:ext>
            </a:extLst>
          </p:cNvPr>
          <p:cNvGrpSpPr/>
          <p:nvPr/>
        </p:nvGrpSpPr>
        <p:grpSpPr>
          <a:xfrm>
            <a:off x="4446504" y="354774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BEB4A6E-FD6B-4EC2-AB65-CABB7727C1A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1" name="等号 80">
              <a:extLst>
                <a:ext uri="{FF2B5EF4-FFF2-40B4-BE49-F238E27FC236}">
                  <a16:creationId xmlns:a16="http://schemas.microsoft.com/office/drawing/2014/main" id="{F5D99200-90F8-43D6-B2F5-BA7E3FE4A478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2" name="等号 81">
              <a:extLst>
                <a:ext uri="{FF2B5EF4-FFF2-40B4-BE49-F238E27FC236}">
                  <a16:creationId xmlns:a16="http://schemas.microsoft.com/office/drawing/2014/main" id="{FF38191F-7378-4076-A7D0-69D33850C9B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3" name="等号 82">
              <a:extLst>
                <a:ext uri="{FF2B5EF4-FFF2-40B4-BE49-F238E27FC236}">
                  <a16:creationId xmlns:a16="http://schemas.microsoft.com/office/drawing/2014/main" id="{B16FE96D-31E4-4D54-9CEC-5A4C2019346A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4" name="等号 83">
              <a:extLst>
                <a:ext uri="{FF2B5EF4-FFF2-40B4-BE49-F238E27FC236}">
                  <a16:creationId xmlns:a16="http://schemas.microsoft.com/office/drawing/2014/main" id="{01BED5A2-87A0-4F23-873D-0D9924AC5452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5" name="等号 84">
              <a:extLst>
                <a:ext uri="{FF2B5EF4-FFF2-40B4-BE49-F238E27FC236}">
                  <a16:creationId xmlns:a16="http://schemas.microsoft.com/office/drawing/2014/main" id="{4A9992CE-E836-4B57-9A3C-0C02F9AA7A09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6" name="等号 85">
              <a:extLst>
                <a:ext uri="{FF2B5EF4-FFF2-40B4-BE49-F238E27FC236}">
                  <a16:creationId xmlns:a16="http://schemas.microsoft.com/office/drawing/2014/main" id="{04CF1C36-68CD-4ADE-BD4A-E2D72466668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7" name="等号 86">
              <a:extLst>
                <a:ext uri="{FF2B5EF4-FFF2-40B4-BE49-F238E27FC236}">
                  <a16:creationId xmlns:a16="http://schemas.microsoft.com/office/drawing/2014/main" id="{E911A08C-5D55-4815-8F2C-CE4ED791E809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8" name="等号 87">
              <a:extLst>
                <a:ext uri="{FF2B5EF4-FFF2-40B4-BE49-F238E27FC236}">
                  <a16:creationId xmlns:a16="http://schemas.microsoft.com/office/drawing/2014/main" id="{7A73A2B1-36C6-4302-95EF-5DAE8A196073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9" name="等号 88">
              <a:extLst>
                <a:ext uri="{FF2B5EF4-FFF2-40B4-BE49-F238E27FC236}">
                  <a16:creationId xmlns:a16="http://schemas.microsoft.com/office/drawing/2014/main" id="{C21F3DB9-9BEC-4C13-AA96-08F5725B1729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0" name="等号 89">
              <a:extLst>
                <a:ext uri="{FF2B5EF4-FFF2-40B4-BE49-F238E27FC236}">
                  <a16:creationId xmlns:a16="http://schemas.microsoft.com/office/drawing/2014/main" id="{FC99E9D2-6ECD-45CA-B653-A65CAC4AE567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C0F8401-5A23-46E0-8E7B-DCBE6E5E9D91}"/>
              </a:ext>
            </a:extLst>
          </p:cNvPr>
          <p:cNvGrpSpPr/>
          <p:nvPr/>
        </p:nvGrpSpPr>
        <p:grpSpPr>
          <a:xfrm>
            <a:off x="4446504" y="412686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E2A4C22-3C92-4FED-93AD-63BE20F030B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3" name="等号 92">
              <a:extLst>
                <a:ext uri="{FF2B5EF4-FFF2-40B4-BE49-F238E27FC236}">
                  <a16:creationId xmlns:a16="http://schemas.microsoft.com/office/drawing/2014/main" id="{27A7A444-084C-485E-88DB-B52A4AAE9833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4" name="等号 93">
              <a:extLst>
                <a:ext uri="{FF2B5EF4-FFF2-40B4-BE49-F238E27FC236}">
                  <a16:creationId xmlns:a16="http://schemas.microsoft.com/office/drawing/2014/main" id="{90F913DB-96A5-4640-A640-82F90553279E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5" name="等号 94">
              <a:extLst>
                <a:ext uri="{FF2B5EF4-FFF2-40B4-BE49-F238E27FC236}">
                  <a16:creationId xmlns:a16="http://schemas.microsoft.com/office/drawing/2014/main" id="{8E88BC26-B4D4-434F-9697-D1D8ED0288BC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6" name="等号 95">
              <a:extLst>
                <a:ext uri="{FF2B5EF4-FFF2-40B4-BE49-F238E27FC236}">
                  <a16:creationId xmlns:a16="http://schemas.microsoft.com/office/drawing/2014/main" id="{876B122C-F10B-41F9-ADB1-5797E909D4D6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7" name="等号 96">
              <a:extLst>
                <a:ext uri="{FF2B5EF4-FFF2-40B4-BE49-F238E27FC236}">
                  <a16:creationId xmlns:a16="http://schemas.microsoft.com/office/drawing/2014/main" id="{EF8996C5-9DD8-4A6C-8247-979742D0F72F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8" name="等号 97">
              <a:extLst>
                <a:ext uri="{FF2B5EF4-FFF2-40B4-BE49-F238E27FC236}">
                  <a16:creationId xmlns:a16="http://schemas.microsoft.com/office/drawing/2014/main" id="{00C20A6C-5FA1-4412-B20F-C88734B4B15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9" name="等号 98">
              <a:extLst>
                <a:ext uri="{FF2B5EF4-FFF2-40B4-BE49-F238E27FC236}">
                  <a16:creationId xmlns:a16="http://schemas.microsoft.com/office/drawing/2014/main" id="{0B6E72FE-2AD0-4F49-A97D-D2655813997D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0" name="等号 99">
              <a:extLst>
                <a:ext uri="{FF2B5EF4-FFF2-40B4-BE49-F238E27FC236}">
                  <a16:creationId xmlns:a16="http://schemas.microsoft.com/office/drawing/2014/main" id="{286BE00E-5EBA-41D9-9EB2-FA53288FCED0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1" name="等号 100">
              <a:extLst>
                <a:ext uri="{FF2B5EF4-FFF2-40B4-BE49-F238E27FC236}">
                  <a16:creationId xmlns:a16="http://schemas.microsoft.com/office/drawing/2014/main" id="{56E1EF09-B17D-409B-8DB6-4FD073CC770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2" name="等号 101">
              <a:extLst>
                <a:ext uri="{FF2B5EF4-FFF2-40B4-BE49-F238E27FC236}">
                  <a16:creationId xmlns:a16="http://schemas.microsoft.com/office/drawing/2014/main" id="{B04A83FB-5F57-435E-AC7F-3AFEE5B10F71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sp>
        <p:nvSpPr>
          <p:cNvPr id="103" name="椭圆 102">
            <a:extLst>
              <a:ext uri="{FF2B5EF4-FFF2-40B4-BE49-F238E27FC236}">
                <a16:creationId xmlns:a16="http://schemas.microsoft.com/office/drawing/2014/main" id="{B1A0F76A-BED6-4893-9884-27D53E25C7EA}"/>
              </a:ext>
            </a:extLst>
          </p:cNvPr>
          <p:cNvSpPr/>
          <p:nvPr/>
        </p:nvSpPr>
        <p:spPr>
          <a:xfrm rot="362805">
            <a:off x="7444071" y="2913833"/>
            <a:ext cx="2614495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67000">
                <a:schemeClr val="accent1">
                  <a:lumMod val="45000"/>
                  <a:lumOff val="55000"/>
                  <a:alpha val="70000"/>
                </a:schemeClr>
              </a:gs>
              <a:gs pos="89000">
                <a:schemeClr val="accent1">
                  <a:lumMod val="45000"/>
                  <a:lumOff val="55000"/>
                  <a:alpha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  <a:scene3d>
            <a:camera prst="orthographicFront"/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78DC2618-0341-4682-8590-C9A8B882DE6C}"/>
              </a:ext>
            </a:extLst>
          </p:cNvPr>
          <p:cNvSpPr/>
          <p:nvPr/>
        </p:nvSpPr>
        <p:spPr>
          <a:xfrm rot="2299095">
            <a:off x="5672854" y="4352225"/>
            <a:ext cx="2326266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67000">
                <a:schemeClr val="accent1">
                  <a:lumMod val="45000"/>
                  <a:lumOff val="55000"/>
                  <a:alpha val="70000"/>
                </a:schemeClr>
              </a:gs>
              <a:gs pos="89000">
                <a:schemeClr val="accent1">
                  <a:lumMod val="45000"/>
                  <a:lumOff val="55000"/>
                  <a:alpha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  <a:scene3d>
            <a:camera prst="orthographicFront"/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pic>
        <p:nvPicPr>
          <p:cNvPr id="104" name="图形 103" descr="数据库 纯色填充">
            <a:extLst>
              <a:ext uri="{FF2B5EF4-FFF2-40B4-BE49-F238E27FC236}">
                <a16:creationId xmlns:a16="http://schemas.microsoft.com/office/drawing/2014/main" id="{269BECF3-E49D-4B1E-9574-4267110AC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328" y="3496914"/>
            <a:ext cx="604278" cy="604278"/>
          </a:xfrm>
          <a:prstGeom prst="rect">
            <a:avLst/>
          </a:prstGeom>
        </p:spPr>
      </p:pic>
      <p:pic>
        <p:nvPicPr>
          <p:cNvPr id="109" name="图形 108" descr="智能手机 纯色填充">
            <a:extLst>
              <a:ext uri="{FF2B5EF4-FFF2-40B4-BE49-F238E27FC236}">
                <a16:creationId xmlns:a16="http://schemas.microsoft.com/office/drawing/2014/main" id="{7CB5A042-2D95-4CE4-8875-16DBB5F879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66621" y="4605215"/>
            <a:ext cx="379439" cy="379439"/>
          </a:xfrm>
          <a:prstGeom prst="rect">
            <a:avLst/>
          </a:prstGeom>
        </p:spPr>
      </p:pic>
      <p:sp>
        <p:nvSpPr>
          <p:cNvPr id="111" name="文本框 110">
            <a:extLst>
              <a:ext uri="{FF2B5EF4-FFF2-40B4-BE49-F238E27FC236}">
                <a16:creationId xmlns:a16="http://schemas.microsoft.com/office/drawing/2014/main" id="{04E80720-22EF-40AE-B386-76B75EF4C587}"/>
              </a:ext>
            </a:extLst>
          </p:cNvPr>
          <p:cNvSpPr txBox="1"/>
          <p:nvPr/>
        </p:nvSpPr>
        <p:spPr>
          <a:xfrm>
            <a:off x="8749497" y="49628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用户</a:t>
            </a:r>
            <a:endParaRPr lang="en-US" altLang="zh-CN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3" name="左大括号 112">
            <a:extLst>
              <a:ext uri="{FF2B5EF4-FFF2-40B4-BE49-F238E27FC236}">
                <a16:creationId xmlns:a16="http://schemas.microsoft.com/office/drawing/2014/main" id="{33BEDA23-778B-4C06-9ED9-22B57A46186F}"/>
              </a:ext>
            </a:extLst>
          </p:cNvPr>
          <p:cNvSpPr/>
          <p:nvPr/>
        </p:nvSpPr>
        <p:spPr>
          <a:xfrm rot="4431874">
            <a:off x="6792003" y="-803248"/>
            <a:ext cx="155447" cy="4669338"/>
          </a:xfrm>
          <a:prstGeom prst="leftBrace">
            <a:avLst>
              <a:gd name="adj1" fmla="val 49223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5F30D266-385B-42E2-9A7D-C25FEEEC1268}"/>
                  </a:ext>
                </a:extLst>
              </p:cNvPr>
              <p:cNvSpPr txBox="1"/>
              <p:nvPr/>
            </p:nvSpPr>
            <p:spPr>
              <a:xfrm rot="20658176">
                <a:off x="5964775" y="1047549"/>
                <a:ext cx="16709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单元</a:t>
                </a:r>
                <a:endParaRPr lang="zh-CN" altLang="en-US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5F30D266-385B-42E2-9A7D-C25FEEEC1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58176">
                <a:off x="5964775" y="1047549"/>
                <a:ext cx="1670907" cy="369332"/>
              </a:xfrm>
              <a:prstGeom prst="rect">
                <a:avLst/>
              </a:prstGeom>
              <a:blipFill>
                <a:blip r:embed="rId7"/>
                <a:stretch>
                  <a:fillRect t="-5970" r="-3203" b="-22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CE964D0E-4D87-4362-B7DF-E25F1AF5A82A}"/>
                  </a:ext>
                </a:extLst>
              </p:cNvPr>
              <p:cNvSpPr/>
              <p:nvPr/>
            </p:nvSpPr>
            <p:spPr>
              <a:xfrm>
                <a:off x="1694632" y="2456149"/>
                <a:ext cx="1164771" cy="27041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TimesSimSun" panose="02020603050405020304" pitchFamily="18" charset="-122"/>
                    <a:ea typeface="TimesSimSun" panose="02020603050405020304" pitchFamily="18" charset="-122"/>
                    <a:cs typeface="TimesSimSun" panose="02020603050405020304" pitchFamily="18" charset="-122"/>
                  </a:rPr>
                  <a:t>数字基带预编码</a:t>
                </a:r>
                <a:endParaRPr lang="en-US" altLang="zh-CN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  <a:p>
                <a:pPr algn="ctr"/>
                <a:endParaRPr lang="en-US" altLang="zh-CN" b="1" i="1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 xmlns="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CE964D0E-4D87-4362-B7DF-E25F1AF5A8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632" y="2456149"/>
                <a:ext cx="1164771" cy="2704180"/>
              </a:xfrm>
              <a:prstGeom prst="rect">
                <a:avLst/>
              </a:prstGeom>
              <a:blipFill>
                <a:blip r:embed="rId8"/>
                <a:stretch>
                  <a:fillRect l="-2073" r="-1036"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A9E2CC4C-9166-40E0-AD21-78B3F11D8D2C}"/>
              </a:ext>
            </a:extLst>
          </p:cNvPr>
          <p:cNvSpPr/>
          <p:nvPr/>
        </p:nvSpPr>
        <p:spPr>
          <a:xfrm>
            <a:off x="3189240" y="2456148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射频链</a:t>
            </a:r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3D046F3D-ACBB-403C-B573-2695163EE741}"/>
              </a:ext>
            </a:extLst>
          </p:cNvPr>
          <p:cNvSpPr/>
          <p:nvPr/>
        </p:nvSpPr>
        <p:spPr>
          <a:xfrm>
            <a:off x="3185806" y="3035268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射频链</a:t>
            </a: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B554DCF7-38F1-4FE2-8169-D7355353ACC8}"/>
              </a:ext>
            </a:extLst>
          </p:cNvPr>
          <p:cNvSpPr/>
          <p:nvPr/>
        </p:nvSpPr>
        <p:spPr>
          <a:xfrm>
            <a:off x="3195285" y="4772628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射频链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6C57C80B-D5C5-4970-86EC-F1A659548A82}"/>
              </a:ext>
            </a:extLst>
          </p:cNvPr>
          <p:cNvSpPr txBox="1"/>
          <p:nvPr/>
        </p:nvSpPr>
        <p:spPr>
          <a:xfrm>
            <a:off x="3554250" y="3739616"/>
            <a:ext cx="615553" cy="9077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……</a:t>
            </a:r>
            <a:endParaRPr lang="zh-CN" altLang="en-US" sz="28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6661C532-6D3F-4B4D-8E70-454465A2C112}"/>
              </a:ext>
            </a:extLst>
          </p:cNvPr>
          <p:cNvCxnSpPr>
            <a:stCxn id="121" idx="3"/>
          </p:cNvCxnSpPr>
          <p:nvPr/>
        </p:nvCxnSpPr>
        <p:spPr>
          <a:xfrm>
            <a:off x="4312646" y="2649998"/>
            <a:ext cx="3298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6A859179-BB2F-46F3-9593-493163649009}"/>
              </a:ext>
            </a:extLst>
          </p:cNvPr>
          <p:cNvCxnSpPr>
            <a:stCxn id="123" idx="3"/>
          </p:cNvCxnSpPr>
          <p:nvPr/>
        </p:nvCxnSpPr>
        <p:spPr>
          <a:xfrm>
            <a:off x="4309212" y="3229118"/>
            <a:ext cx="33327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0E91AB1D-A68F-46CB-8137-908F5E08311A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4318691" y="4966478"/>
            <a:ext cx="33588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文本框 130">
            <a:extLst>
              <a:ext uri="{FF2B5EF4-FFF2-40B4-BE49-F238E27FC236}">
                <a16:creationId xmlns:a16="http://schemas.microsoft.com/office/drawing/2014/main" id="{D0686B20-CE1E-4A01-A756-D75FBBD8B327}"/>
              </a:ext>
            </a:extLst>
          </p:cNvPr>
          <p:cNvSpPr txBox="1"/>
          <p:nvPr/>
        </p:nvSpPr>
        <p:spPr>
          <a:xfrm>
            <a:off x="4312993" y="229778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1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31FABA5C-5048-47F5-A173-CD14E58465CF}"/>
              </a:ext>
            </a:extLst>
          </p:cNvPr>
          <p:cNvSpPr txBox="1"/>
          <p:nvPr/>
        </p:nvSpPr>
        <p:spPr>
          <a:xfrm>
            <a:off x="4308736" y="288145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7B32FD67-316F-4750-BB98-3EFDA88FEA56}"/>
                  </a:ext>
                </a:extLst>
              </p:cNvPr>
              <p:cNvSpPr txBox="1"/>
              <p:nvPr/>
            </p:nvSpPr>
            <p:spPr>
              <a:xfrm>
                <a:off x="4220668" y="4600445"/>
                <a:ext cx="513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7B32FD67-316F-4750-BB98-3EFDA88FE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668" y="4600445"/>
                <a:ext cx="513794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DD3D0102-1E16-492A-86E3-58F91DA9DF12}"/>
              </a:ext>
            </a:extLst>
          </p:cNvPr>
          <p:cNvCxnSpPr>
            <a:cxnSpLocks/>
            <a:endCxn id="121" idx="1"/>
          </p:cNvCxnSpPr>
          <p:nvPr/>
        </p:nvCxnSpPr>
        <p:spPr>
          <a:xfrm>
            <a:off x="2859403" y="2649998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05C3CF61-6836-475D-861C-4771960FA1C9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2859403" y="3229118"/>
            <a:ext cx="326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FC9C9B2C-10A1-4EDD-982E-F97E63785654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2865448" y="4966478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37251744-A391-4838-9748-9B86F0D879B4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1374592" y="3808239"/>
            <a:ext cx="3200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本框 137">
            <a:extLst>
              <a:ext uri="{FF2B5EF4-FFF2-40B4-BE49-F238E27FC236}">
                <a16:creationId xmlns:a16="http://schemas.microsoft.com/office/drawing/2014/main" id="{B6D5FCA3-FDF9-497D-AAE1-5FFECCE8A929}"/>
              </a:ext>
            </a:extLst>
          </p:cNvPr>
          <p:cNvSpPr txBox="1"/>
          <p:nvPr/>
        </p:nvSpPr>
        <p:spPr>
          <a:xfrm>
            <a:off x="1385652" y="342972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x</a:t>
            </a:r>
            <a:endParaRPr lang="zh-CN" altLang="en-US" i="1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8633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/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Digital Baseband Precoder</a:t>
                </a:r>
              </a:p>
              <a:p>
                <a:pPr algn="ctr"/>
                <a:endPara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blipFill>
                <a:blip r:embed="rId3"/>
                <a:stretch>
                  <a:fillRect l="-518" r="-4145"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C3091FE-5DF0-4DE9-8386-233E5AC3E10B}"/>
              </a:ext>
            </a:extLst>
          </p:cNvPr>
          <p:cNvSpPr/>
          <p:nvPr/>
        </p:nvSpPr>
        <p:spPr>
          <a:xfrm>
            <a:off x="2988128" y="150641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ADDD9DC1-9EDD-4764-8E9D-F31D2CB2280B}"/>
              </a:ext>
            </a:extLst>
          </p:cNvPr>
          <p:cNvSpPr/>
          <p:nvPr/>
        </p:nvSpPr>
        <p:spPr>
          <a:xfrm rot="5400000">
            <a:off x="6866702" y="-1105982"/>
            <a:ext cx="119306" cy="4969972"/>
          </a:xfrm>
          <a:prstGeom prst="leftBrace">
            <a:avLst>
              <a:gd name="adj1" fmla="val 49223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/>
              <p:nvPr/>
            </p:nvSpPr>
            <p:spPr>
              <a:xfrm>
                <a:off x="5954717" y="950019"/>
                <a:ext cx="19674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DMA elements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717" y="950019"/>
                <a:ext cx="1967462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C97DAFDE-101B-4532-A2DB-7DEAD85CD02E}"/>
              </a:ext>
            </a:extLst>
          </p:cNvPr>
          <p:cNvGrpSpPr/>
          <p:nvPr/>
        </p:nvGrpSpPr>
        <p:grpSpPr>
          <a:xfrm>
            <a:off x="4441371" y="1506414"/>
            <a:ext cx="4969972" cy="387700"/>
            <a:chOff x="4441371" y="1506414"/>
            <a:chExt cx="4969972" cy="3877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C850B5-C880-465B-A12E-9E2CCD9AEC1E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等号 14">
              <a:extLst>
                <a:ext uri="{FF2B5EF4-FFF2-40B4-BE49-F238E27FC236}">
                  <a16:creationId xmlns:a16="http://schemas.microsoft.com/office/drawing/2014/main" id="{C3636273-E69C-4547-968B-91645A52167E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等号 40">
              <a:extLst>
                <a:ext uri="{FF2B5EF4-FFF2-40B4-BE49-F238E27FC236}">
                  <a16:creationId xmlns:a16="http://schemas.microsoft.com/office/drawing/2014/main" id="{F2D7232B-E33F-453B-A0C5-B0EBD2719BE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号 41">
              <a:extLst>
                <a:ext uri="{FF2B5EF4-FFF2-40B4-BE49-F238E27FC236}">
                  <a16:creationId xmlns:a16="http://schemas.microsoft.com/office/drawing/2014/main" id="{F17FD972-7FF7-4613-801A-196607C1A979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等号 42">
              <a:extLst>
                <a:ext uri="{FF2B5EF4-FFF2-40B4-BE49-F238E27FC236}">
                  <a16:creationId xmlns:a16="http://schemas.microsoft.com/office/drawing/2014/main" id="{65196921-80FD-41F3-B313-38A64C4B78BB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等号 43">
              <a:extLst>
                <a:ext uri="{FF2B5EF4-FFF2-40B4-BE49-F238E27FC236}">
                  <a16:creationId xmlns:a16="http://schemas.microsoft.com/office/drawing/2014/main" id="{0630A0F7-913E-4C0F-835D-C2FAD76718F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等号 48">
              <a:extLst>
                <a:ext uri="{FF2B5EF4-FFF2-40B4-BE49-F238E27FC236}">
                  <a16:creationId xmlns:a16="http://schemas.microsoft.com/office/drawing/2014/main" id="{4FB61001-5D81-42D7-85B4-91A360EC1B1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等号 49">
              <a:extLst>
                <a:ext uri="{FF2B5EF4-FFF2-40B4-BE49-F238E27FC236}">
                  <a16:creationId xmlns:a16="http://schemas.microsoft.com/office/drawing/2014/main" id="{21A341C8-94AA-45A0-8388-87B856F45B47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等号 50">
              <a:extLst>
                <a:ext uri="{FF2B5EF4-FFF2-40B4-BE49-F238E27FC236}">
                  <a16:creationId xmlns:a16="http://schemas.microsoft.com/office/drawing/2014/main" id="{290127DD-F703-43E3-88DC-F2861A1BD2A2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等号 51">
              <a:extLst>
                <a:ext uri="{FF2B5EF4-FFF2-40B4-BE49-F238E27FC236}">
                  <a16:creationId xmlns:a16="http://schemas.microsoft.com/office/drawing/2014/main" id="{70D1E2EB-6F66-4F27-8732-EFE568BF102F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等号 52">
              <a:extLst>
                <a:ext uri="{FF2B5EF4-FFF2-40B4-BE49-F238E27FC236}">
                  <a16:creationId xmlns:a16="http://schemas.microsoft.com/office/drawing/2014/main" id="{994247E7-D0AD-4519-BA5C-163954B4894F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2A2948A-E4B8-4828-A7AF-6F89A0B71F45}"/>
              </a:ext>
            </a:extLst>
          </p:cNvPr>
          <p:cNvGrpSpPr/>
          <p:nvPr/>
        </p:nvGrpSpPr>
        <p:grpSpPr>
          <a:xfrm>
            <a:off x="4441369" y="2085534"/>
            <a:ext cx="4969972" cy="387700"/>
            <a:chOff x="4441371" y="1506414"/>
            <a:chExt cx="4969972" cy="387700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CF245FA-0036-41D9-9A50-C7DCFDA2762A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等号 56">
              <a:extLst>
                <a:ext uri="{FF2B5EF4-FFF2-40B4-BE49-F238E27FC236}">
                  <a16:creationId xmlns:a16="http://schemas.microsoft.com/office/drawing/2014/main" id="{CE39ECC5-3683-496A-B794-9A82D0AEA149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等号 57">
              <a:extLst>
                <a:ext uri="{FF2B5EF4-FFF2-40B4-BE49-F238E27FC236}">
                  <a16:creationId xmlns:a16="http://schemas.microsoft.com/office/drawing/2014/main" id="{B0E002D9-DC19-4D45-B3A7-24A2D3BB00FC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等号 58">
              <a:extLst>
                <a:ext uri="{FF2B5EF4-FFF2-40B4-BE49-F238E27FC236}">
                  <a16:creationId xmlns:a16="http://schemas.microsoft.com/office/drawing/2014/main" id="{77F6E4CD-83B3-447B-BCFF-1EE03A1A07F6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等号 59">
              <a:extLst>
                <a:ext uri="{FF2B5EF4-FFF2-40B4-BE49-F238E27FC236}">
                  <a16:creationId xmlns:a16="http://schemas.microsoft.com/office/drawing/2014/main" id="{B85C242C-5595-4E21-BE5B-AC7FBDA4D08F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等号 60">
              <a:extLst>
                <a:ext uri="{FF2B5EF4-FFF2-40B4-BE49-F238E27FC236}">
                  <a16:creationId xmlns:a16="http://schemas.microsoft.com/office/drawing/2014/main" id="{16E89258-05FB-4526-9EC2-DEC2FDB9BC56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等号 61">
              <a:extLst>
                <a:ext uri="{FF2B5EF4-FFF2-40B4-BE49-F238E27FC236}">
                  <a16:creationId xmlns:a16="http://schemas.microsoft.com/office/drawing/2014/main" id="{BECA25AE-9909-485D-9059-DE58FD1F2A4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等号 62">
              <a:extLst>
                <a:ext uri="{FF2B5EF4-FFF2-40B4-BE49-F238E27FC236}">
                  <a16:creationId xmlns:a16="http://schemas.microsoft.com/office/drawing/2014/main" id="{8A3B8C03-689C-4D6F-9C6E-F5D5AE227A8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等号 63">
              <a:extLst>
                <a:ext uri="{FF2B5EF4-FFF2-40B4-BE49-F238E27FC236}">
                  <a16:creationId xmlns:a16="http://schemas.microsoft.com/office/drawing/2014/main" id="{CC4FB78A-C340-4E8F-B162-CC908AB17D1C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等号 64">
              <a:extLst>
                <a:ext uri="{FF2B5EF4-FFF2-40B4-BE49-F238E27FC236}">
                  <a16:creationId xmlns:a16="http://schemas.microsoft.com/office/drawing/2014/main" id="{DEE28B67-70A1-43DB-8302-DCC28CDBDBB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等号 65">
              <a:extLst>
                <a:ext uri="{FF2B5EF4-FFF2-40B4-BE49-F238E27FC236}">
                  <a16:creationId xmlns:a16="http://schemas.microsoft.com/office/drawing/2014/main" id="{5855F1FD-6073-4DA6-8329-0AA0BFCFA10E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C6BE6F-2D28-49C3-A9C2-AD60E0388661}"/>
              </a:ext>
            </a:extLst>
          </p:cNvPr>
          <p:cNvGrpSpPr/>
          <p:nvPr/>
        </p:nvGrpSpPr>
        <p:grpSpPr>
          <a:xfrm>
            <a:off x="4453462" y="2664654"/>
            <a:ext cx="4969972" cy="387700"/>
            <a:chOff x="4441371" y="1506414"/>
            <a:chExt cx="4969972" cy="387700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FC0E948-BB61-4DB5-9B47-EF13B21669F8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等号 68">
              <a:extLst>
                <a:ext uri="{FF2B5EF4-FFF2-40B4-BE49-F238E27FC236}">
                  <a16:creationId xmlns:a16="http://schemas.microsoft.com/office/drawing/2014/main" id="{5794EA59-9F52-4FD3-B5BE-8A953FAFB151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等号 69">
              <a:extLst>
                <a:ext uri="{FF2B5EF4-FFF2-40B4-BE49-F238E27FC236}">
                  <a16:creationId xmlns:a16="http://schemas.microsoft.com/office/drawing/2014/main" id="{5B954AE4-088D-4485-93ED-A11DFEB6A080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等号 70">
              <a:extLst>
                <a:ext uri="{FF2B5EF4-FFF2-40B4-BE49-F238E27FC236}">
                  <a16:creationId xmlns:a16="http://schemas.microsoft.com/office/drawing/2014/main" id="{575198D8-9B2A-4DB2-B9E1-D2065FDBE781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等号 71">
              <a:extLst>
                <a:ext uri="{FF2B5EF4-FFF2-40B4-BE49-F238E27FC236}">
                  <a16:creationId xmlns:a16="http://schemas.microsoft.com/office/drawing/2014/main" id="{D80CD22A-6FC6-4D6C-9B4F-0227A519A3A5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等号 72">
              <a:extLst>
                <a:ext uri="{FF2B5EF4-FFF2-40B4-BE49-F238E27FC236}">
                  <a16:creationId xmlns:a16="http://schemas.microsoft.com/office/drawing/2014/main" id="{8436393D-BC0A-40E0-A796-B7972F287A6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等号 73">
              <a:extLst>
                <a:ext uri="{FF2B5EF4-FFF2-40B4-BE49-F238E27FC236}">
                  <a16:creationId xmlns:a16="http://schemas.microsoft.com/office/drawing/2014/main" id="{78D8F208-BA88-40AC-8A90-133FDB8BE5D5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等号 74">
              <a:extLst>
                <a:ext uri="{FF2B5EF4-FFF2-40B4-BE49-F238E27FC236}">
                  <a16:creationId xmlns:a16="http://schemas.microsoft.com/office/drawing/2014/main" id="{28CF9D2F-7FB0-445E-A8F3-A44A7F54A9F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等号 75">
              <a:extLst>
                <a:ext uri="{FF2B5EF4-FFF2-40B4-BE49-F238E27FC236}">
                  <a16:creationId xmlns:a16="http://schemas.microsoft.com/office/drawing/2014/main" id="{2923E2A8-0E71-495F-9E44-642AE1F19198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等号 76">
              <a:extLst>
                <a:ext uri="{FF2B5EF4-FFF2-40B4-BE49-F238E27FC236}">
                  <a16:creationId xmlns:a16="http://schemas.microsoft.com/office/drawing/2014/main" id="{45FB1556-95D2-43BA-9832-6A58F7342DDA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等号 77">
              <a:extLst>
                <a:ext uri="{FF2B5EF4-FFF2-40B4-BE49-F238E27FC236}">
                  <a16:creationId xmlns:a16="http://schemas.microsoft.com/office/drawing/2014/main" id="{83F29A48-6D81-4588-970F-D49C7B8DC8FA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2DC67CB-6BB1-4430-81F5-176E94263314}"/>
              </a:ext>
            </a:extLst>
          </p:cNvPr>
          <p:cNvGrpSpPr/>
          <p:nvPr/>
        </p:nvGrpSpPr>
        <p:grpSpPr>
          <a:xfrm>
            <a:off x="4453462" y="3243774"/>
            <a:ext cx="4969972" cy="387700"/>
            <a:chOff x="4441371" y="1506414"/>
            <a:chExt cx="4969972" cy="387700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BEB4A6E-FD6B-4EC2-AB65-CABB7727C1A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等号 80">
              <a:extLst>
                <a:ext uri="{FF2B5EF4-FFF2-40B4-BE49-F238E27FC236}">
                  <a16:creationId xmlns:a16="http://schemas.microsoft.com/office/drawing/2014/main" id="{F5D99200-90F8-43D6-B2F5-BA7E3FE4A478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等号 81">
              <a:extLst>
                <a:ext uri="{FF2B5EF4-FFF2-40B4-BE49-F238E27FC236}">
                  <a16:creationId xmlns:a16="http://schemas.microsoft.com/office/drawing/2014/main" id="{FF38191F-7378-4076-A7D0-69D33850C9B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等号 82">
              <a:extLst>
                <a:ext uri="{FF2B5EF4-FFF2-40B4-BE49-F238E27FC236}">
                  <a16:creationId xmlns:a16="http://schemas.microsoft.com/office/drawing/2014/main" id="{B16FE96D-31E4-4D54-9CEC-5A4C2019346A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等号 83">
              <a:extLst>
                <a:ext uri="{FF2B5EF4-FFF2-40B4-BE49-F238E27FC236}">
                  <a16:creationId xmlns:a16="http://schemas.microsoft.com/office/drawing/2014/main" id="{01BED5A2-87A0-4F23-873D-0D9924AC5452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等号 84">
              <a:extLst>
                <a:ext uri="{FF2B5EF4-FFF2-40B4-BE49-F238E27FC236}">
                  <a16:creationId xmlns:a16="http://schemas.microsoft.com/office/drawing/2014/main" id="{4A9992CE-E836-4B57-9A3C-0C02F9AA7A09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等号 85">
              <a:extLst>
                <a:ext uri="{FF2B5EF4-FFF2-40B4-BE49-F238E27FC236}">
                  <a16:creationId xmlns:a16="http://schemas.microsoft.com/office/drawing/2014/main" id="{04CF1C36-68CD-4ADE-BD4A-E2D72466668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等号 86">
              <a:extLst>
                <a:ext uri="{FF2B5EF4-FFF2-40B4-BE49-F238E27FC236}">
                  <a16:creationId xmlns:a16="http://schemas.microsoft.com/office/drawing/2014/main" id="{E911A08C-5D55-4815-8F2C-CE4ED791E809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等号 87">
              <a:extLst>
                <a:ext uri="{FF2B5EF4-FFF2-40B4-BE49-F238E27FC236}">
                  <a16:creationId xmlns:a16="http://schemas.microsoft.com/office/drawing/2014/main" id="{7A73A2B1-36C6-4302-95EF-5DAE8A196073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等号 88">
              <a:extLst>
                <a:ext uri="{FF2B5EF4-FFF2-40B4-BE49-F238E27FC236}">
                  <a16:creationId xmlns:a16="http://schemas.microsoft.com/office/drawing/2014/main" id="{C21F3DB9-9BEC-4C13-AA96-08F5725B1729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等号 89">
              <a:extLst>
                <a:ext uri="{FF2B5EF4-FFF2-40B4-BE49-F238E27FC236}">
                  <a16:creationId xmlns:a16="http://schemas.microsoft.com/office/drawing/2014/main" id="{FC99E9D2-6ECD-45CA-B653-A65CAC4AE567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C0F8401-5A23-46E0-8E7B-DCBE6E5E9D91}"/>
              </a:ext>
            </a:extLst>
          </p:cNvPr>
          <p:cNvGrpSpPr/>
          <p:nvPr/>
        </p:nvGrpSpPr>
        <p:grpSpPr>
          <a:xfrm>
            <a:off x="4453462" y="3822894"/>
            <a:ext cx="4969972" cy="387700"/>
            <a:chOff x="4441371" y="1506414"/>
            <a:chExt cx="4969972" cy="387700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E2A4C22-3C92-4FED-93AD-63BE20F030B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等号 92">
              <a:extLst>
                <a:ext uri="{FF2B5EF4-FFF2-40B4-BE49-F238E27FC236}">
                  <a16:creationId xmlns:a16="http://schemas.microsoft.com/office/drawing/2014/main" id="{27A7A444-084C-485E-88DB-B52A4AAE9833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等号 93">
              <a:extLst>
                <a:ext uri="{FF2B5EF4-FFF2-40B4-BE49-F238E27FC236}">
                  <a16:creationId xmlns:a16="http://schemas.microsoft.com/office/drawing/2014/main" id="{90F913DB-96A5-4640-A640-82F90553279E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等号 94">
              <a:extLst>
                <a:ext uri="{FF2B5EF4-FFF2-40B4-BE49-F238E27FC236}">
                  <a16:creationId xmlns:a16="http://schemas.microsoft.com/office/drawing/2014/main" id="{8E88BC26-B4D4-434F-9697-D1D8ED0288BC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等号 95">
              <a:extLst>
                <a:ext uri="{FF2B5EF4-FFF2-40B4-BE49-F238E27FC236}">
                  <a16:creationId xmlns:a16="http://schemas.microsoft.com/office/drawing/2014/main" id="{876B122C-F10B-41F9-ADB1-5797E909D4D6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等号 96">
              <a:extLst>
                <a:ext uri="{FF2B5EF4-FFF2-40B4-BE49-F238E27FC236}">
                  <a16:creationId xmlns:a16="http://schemas.microsoft.com/office/drawing/2014/main" id="{EF8996C5-9DD8-4A6C-8247-979742D0F72F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等号 97">
              <a:extLst>
                <a:ext uri="{FF2B5EF4-FFF2-40B4-BE49-F238E27FC236}">
                  <a16:creationId xmlns:a16="http://schemas.microsoft.com/office/drawing/2014/main" id="{00C20A6C-5FA1-4412-B20F-C88734B4B15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等号 98">
              <a:extLst>
                <a:ext uri="{FF2B5EF4-FFF2-40B4-BE49-F238E27FC236}">
                  <a16:creationId xmlns:a16="http://schemas.microsoft.com/office/drawing/2014/main" id="{0B6E72FE-2AD0-4F49-A97D-D2655813997D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等号 99">
              <a:extLst>
                <a:ext uri="{FF2B5EF4-FFF2-40B4-BE49-F238E27FC236}">
                  <a16:creationId xmlns:a16="http://schemas.microsoft.com/office/drawing/2014/main" id="{286BE00E-5EBA-41D9-9EB2-FA53288FCED0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等号 100">
              <a:extLst>
                <a:ext uri="{FF2B5EF4-FFF2-40B4-BE49-F238E27FC236}">
                  <a16:creationId xmlns:a16="http://schemas.microsoft.com/office/drawing/2014/main" id="{56E1EF09-B17D-409B-8DB6-4FD073CC770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等号 101">
              <a:extLst>
                <a:ext uri="{FF2B5EF4-FFF2-40B4-BE49-F238E27FC236}">
                  <a16:creationId xmlns:a16="http://schemas.microsoft.com/office/drawing/2014/main" id="{B04A83FB-5F57-435E-AC7F-3AFEE5B10F71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椭圆 102">
            <a:extLst>
              <a:ext uri="{FF2B5EF4-FFF2-40B4-BE49-F238E27FC236}">
                <a16:creationId xmlns:a16="http://schemas.microsoft.com/office/drawing/2014/main" id="{B1A0F76A-BED6-4893-9884-27D53E25C7EA}"/>
              </a:ext>
            </a:extLst>
          </p:cNvPr>
          <p:cNvSpPr/>
          <p:nvPr/>
        </p:nvSpPr>
        <p:spPr>
          <a:xfrm rot="20289086">
            <a:off x="6770744" y="1969711"/>
            <a:ext cx="2149750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4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78DC2618-0341-4682-8590-C9A8B882DE6C}"/>
              </a:ext>
            </a:extLst>
          </p:cNvPr>
          <p:cNvSpPr/>
          <p:nvPr/>
        </p:nvSpPr>
        <p:spPr>
          <a:xfrm rot="1404224">
            <a:off x="6771138" y="3110711"/>
            <a:ext cx="2326266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B6A3833E-4D38-4F75-84A0-F43E9665700D}"/>
              </a:ext>
            </a:extLst>
          </p:cNvPr>
          <p:cNvSpPr/>
          <p:nvPr/>
        </p:nvSpPr>
        <p:spPr>
          <a:xfrm>
            <a:off x="2984694" y="208553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DB7ECC85-3835-4311-80F8-0E1AB2016876}"/>
              </a:ext>
            </a:extLst>
          </p:cNvPr>
          <p:cNvSpPr/>
          <p:nvPr/>
        </p:nvSpPr>
        <p:spPr>
          <a:xfrm>
            <a:off x="2994173" y="382289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7CA44C1D-3C3D-4682-993B-597CE6CA9804}"/>
              </a:ext>
            </a:extLst>
          </p:cNvPr>
          <p:cNvSpPr txBox="1"/>
          <p:nvPr/>
        </p:nvSpPr>
        <p:spPr>
          <a:xfrm>
            <a:off x="3353138" y="2789882"/>
            <a:ext cx="615553" cy="9077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3144A46D-7C1C-4084-ACA7-2D3AF19F0667}"/>
              </a:ext>
            </a:extLst>
          </p:cNvPr>
          <p:cNvCxnSpPr>
            <a:stCxn id="18" idx="3"/>
            <a:endCxn id="8" idx="1"/>
          </p:cNvCxnSpPr>
          <p:nvPr/>
        </p:nvCxnSpPr>
        <p:spPr>
          <a:xfrm>
            <a:off x="4111534" y="1700264"/>
            <a:ext cx="3298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B92E800C-16FA-4BDE-9146-E7A173CE7FE7}"/>
              </a:ext>
            </a:extLst>
          </p:cNvPr>
          <p:cNvCxnSpPr>
            <a:stCxn id="106" idx="3"/>
            <a:endCxn id="56" idx="1"/>
          </p:cNvCxnSpPr>
          <p:nvPr/>
        </p:nvCxnSpPr>
        <p:spPr>
          <a:xfrm>
            <a:off x="4108100" y="2279384"/>
            <a:ext cx="33327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49E2401D-E1DE-4898-8A99-035A85CC7169}"/>
              </a:ext>
            </a:extLst>
          </p:cNvPr>
          <p:cNvCxnSpPr>
            <a:cxnSpLocks/>
            <a:stCxn id="107" idx="3"/>
            <a:endCxn id="92" idx="1"/>
          </p:cNvCxnSpPr>
          <p:nvPr/>
        </p:nvCxnSpPr>
        <p:spPr>
          <a:xfrm>
            <a:off x="4117579" y="4016744"/>
            <a:ext cx="33588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82F2F87-8C86-4608-B213-7DF6440D6B64}"/>
              </a:ext>
            </a:extLst>
          </p:cNvPr>
          <p:cNvSpPr txBox="1"/>
          <p:nvPr/>
        </p:nvSpPr>
        <p:spPr>
          <a:xfrm>
            <a:off x="4111881" y="1348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8BD2366A-94B8-4FF6-A084-9340A07D5ACC}"/>
              </a:ext>
            </a:extLst>
          </p:cNvPr>
          <p:cNvSpPr txBox="1"/>
          <p:nvPr/>
        </p:nvSpPr>
        <p:spPr>
          <a:xfrm>
            <a:off x="4107624" y="193171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/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947590C7-2F82-4025-B8DD-CB21686CF90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658291" y="170026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2F1E4540-D1AF-4FB9-8D05-BA719CCFBB44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2658291" y="2279384"/>
            <a:ext cx="326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D25E70B2-8598-4520-BEC8-9988906EA26D}"/>
              </a:ext>
            </a:extLst>
          </p:cNvPr>
          <p:cNvCxnSpPr>
            <a:cxnSpLocks/>
            <a:endCxn id="107" idx="1"/>
          </p:cNvCxnSpPr>
          <p:nvPr/>
        </p:nvCxnSpPr>
        <p:spPr>
          <a:xfrm>
            <a:off x="2664336" y="401674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90B326B4-E01A-45F1-8F11-4670A2EF6991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1173480" y="2858505"/>
            <a:ext cx="3200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文本框 1023">
            <a:extLst>
              <a:ext uri="{FF2B5EF4-FFF2-40B4-BE49-F238E27FC236}">
                <a16:creationId xmlns:a16="http://schemas.microsoft.com/office/drawing/2014/main" id="{F81DFA02-8E7D-4F31-A53C-6CA5A92C53FC}"/>
              </a:ext>
            </a:extLst>
          </p:cNvPr>
          <p:cNvSpPr txBox="1"/>
          <p:nvPr/>
        </p:nvSpPr>
        <p:spPr>
          <a:xfrm>
            <a:off x="1184540" y="247998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945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/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数字基带预编码</a:t>
                </a:r>
                <a:endPara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b="1" i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blipFill>
                <a:blip r:embed="rId3"/>
                <a:stretch>
                  <a:fillRect l="-1554" r="-1036"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C3091FE-5DF0-4DE9-8386-233E5AC3E10B}"/>
              </a:ext>
            </a:extLst>
          </p:cNvPr>
          <p:cNvSpPr/>
          <p:nvPr/>
        </p:nvSpPr>
        <p:spPr>
          <a:xfrm>
            <a:off x="2988128" y="150641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射频链</a:t>
            </a: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ADDD9DC1-9EDD-4764-8E9D-F31D2CB2280B}"/>
              </a:ext>
            </a:extLst>
          </p:cNvPr>
          <p:cNvSpPr/>
          <p:nvPr/>
        </p:nvSpPr>
        <p:spPr>
          <a:xfrm rot="5400000">
            <a:off x="6866702" y="-1105982"/>
            <a:ext cx="119306" cy="4969972"/>
          </a:xfrm>
          <a:prstGeom prst="leftBrace">
            <a:avLst>
              <a:gd name="adj1" fmla="val 49223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/>
              <p:nvPr/>
            </p:nvSpPr>
            <p:spPr>
              <a:xfrm>
                <a:off x="5954717" y="950019"/>
                <a:ext cx="1658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单元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717" y="950019"/>
                <a:ext cx="1658083" cy="369332"/>
              </a:xfrm>
              <a:prstGeom prst="rect">
                <a:avLst/>
              </a:prstGeom>
              <a:blipFill>
                <a:blip r:embed="rId4"/>
                <a:stretch>
                  <a:fillRect t="-13333" r="-2941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C97DAFDE-101B-4532-A2DB-7DEAD85CD02E}"/>
              </a:ext>
            </a:extLst>
          </p:cNvPr>
          <p:cNvGrpSpPr/>
          <p:nvPr/>
        </p:nvGrpSpPr>
        <p:grpSpPr>
          <a:xfrm>
            <a:off x="4441371" y="1506414"/>
            <a:ext cx="4969972" cy="387700"/>
            <a:chOff x="4441371" y="1506414"/>
            <a:chExt cx="4969972" cy="3877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C850B5-C880-465B-A12E-9E2CCD9AEC1E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等号 14">
              <a:extLst>
                <a:ext uri="{FF2B5EF4-FFF2-40B4-BE49-F238E27FC236}">
                  <a16:creationId xmlns:a16="http://schemas.microsoft.com/office/drawing/2014/main" id="{C3636273-E69C-4547-968B-91645A52167E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等号 40">
              <a:extLst>
                <a:ext uri="{FF2B5EF4-FFF2-40B4-BE49-F238E27FC236}">
                  <a16:creationId xmlns:a16="http://schemas.microsoft.com/office/drawing/2014/main" id="{F2D7232B-E33F-453B-A0C5-B0EBD2719BE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号 41">
              <a:extLst>
                <a:ext uri="{FF2B5EF4-FFF2-40B4-BE49-F238E27FC236}">
                  <a16:creationId xmlns:a16="http://schemas.microsoft.com/office/drawing/2014/main" id="{F17FD972-7FF7-4613-801A-196607C1A979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等号 42">
              <a:extLst>
                <a:ext uri="{FF2B5EF4-FFF2-40B4-BE49-F238E27FC236}">
                  <a16:creationId xmlns:a16="http://schemas.microsoft.com/office/drawing/2014/main" id="{65196921-80FD-41F3-B313-38A64C4B78BB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等号 43">
              <a:extLst>
                <a:ext uri="{FF2B5EF4-FFF2-40B4-BE49-F238E27FC236}">
                  <a16:creationId xmlns:a16="http://schemas.microsoft.com/office/drawing/2014/main" id="{0630A0F7-913E-4C0F-835D-C2FAD76718F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等号 48">
              <a:extLst>
                <a:ext uri="{FF2B5EF4-FFF2-40B4-BE49-F238E27FC236}">
                  <a16:creationId xmlns:a16="http://schemas.microsoft.com/office/drawing/2014/main" id="{4FB61001-5D81-42D7-85B4-91A360EC1B1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等号 49">
              <a:extLst>
                <a:ext uri="{FF2B5EF4-FFF2-40B4-BE49-F238E27FC236}">
                  <a16:creationId xmlns:a16="http://schemas.microsoft.com/office/drawing/2014/main" id="{21A341C8-94AA-45A0-8388-87B856F45B47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等号 50">
              <a:extLst>
                <a:ext uri="{FF2B5EF4-FFF2-40B4-BE49-F238E27FC236}">
                  <a16:creationId xmlns:a16="http://schemas.microsoft.com/office/drawing/2014/main" id="{290127DD-F703-43E3-88DC-F2861A1BD2A2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等号 51">
              <a:extLst>
                <a:ext uri="{FF2B5EF4-FFF2-40B4-BE49-F238E27FC236}">
                  <a16:creationId xmlns:a16="http://schemas.microsoft.com/office/drawing/2014/main" id="{70D1E2EB-6F66-4F27-8732-EFE568BF102F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等号 52">
              <a:extLst>
                <a:ext uri="{FF2B5EF4-FFF2-40B4-BE49-F238E27FC236}">
                  <a16:creationId xmlns:a16="http://schemas.microsoft.com/office/drawing/2014/main" id="{994247E7-D0AD-4519-BA5C-163954B4894F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2A2948A-E4B8-4828-A7AF-6F89A0B71F45}"/>
              </a:ext>
            </a:extLst>
          </p:cNvPr>
          <p:cNvGrpSpPr/>
          <p:nvPr/>
        </p:nvGrpSpPr>
        <p:grpSpPr>
          <a:xfrm>
            <a:off x="4441369" y="2085534"/>
            <a:ext cx="4969972" cy="387700"/>
            <a:chOff x="4441371" y="1506414"/>
            <a:chExt cx="4969972" cy="387700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CF245FA-0036-41D9-9A50-C7DCFDA2762A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等号 56">
              <a:extLst>
                <a:ext uri="{FF2B5EF4-FFF2-40B4-BE49-F238E27FC236}">
                  <a16:creationId xmlns:a16="http://schemas.microsoft.com/office/drawing/2014/main" id="{CE39ECC5-3683-496A-B794-9A82D0AEA149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等号 57">
              <a:extLst>
                <a:ext uri="{FF2B5EF4-FFF2-40B4-BE49-F238E27FC236}">
                  <a16:creationId xmlns:a16="http://schemas.microsoft.com/office/drawing/2014/main" id="{B0E002D9-DC19-4D45-B3A7-24A2D3BB00FC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等号 58">
              <a:extLst>
                <a:ext uri="{FF2B5EF4-FFF2-40B4-BE49-F238E27FC236}">
                  <a16:creationId xmlns:a16="http://schemas.microsoft.com/office/drawing/2014/main" id="{77F6E4CD-83B3-447B-BCFF-1EE03A1A07F6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等号 59">
              <a:extLst>
                <a:ext uri="{FF2B5EF4-FFF2-40B4-BE49-F238E27FC236}">
                  <a16:creationId xmlns:a16="http://schemas.microsoft.com/office/drawing/2014/main" id="{B85C242C-5595-4E21-BE5B-AC7FBDA4D08F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等号 60">
              <a:extLst>
                <a:ext uri="{FF2B5EF4-FFF2-40B4-BE49-F238E27FC236}">
                  <a16:creationId xmlns:a16="http://schemas.microsoft.com/office/drawing/2014/main" id="{16E89258-05FB-4526-9EC2-DEC2FDB9BC56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等号 61">
              <a:extLst>
                <a:ext uri="{FF2B5EF4-FFF2-40B4-BE49-F238E27FC236}">
                  <a16:creationId xmlns:a16="http://schemas.microsoft.com/office/drawing/2014/main" id="{BECA25AE-9909-485D-9059-DE58FD1F2A4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等号 62">
              <a:extLst>
                <a:ext uri="{FF2B5EF4-FFF2-40B4-BE49-F238E27FC236}">
                  <a16:creationId xmlns:a16="http://schemas.microsoft.com/office/drawing/2014/main" id="{8A3B8C03-689C-4D6F-9C6E-F5D5AE227A8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等号 63">
              <a:extLst>
                <a:ext uri="{FF2B5EF4-FFF2-40B4-BE49-F238E27FC236}">
                  <a16:creationId xmlns:a16="http://schemas.microsoft.com/office/drawing/2014/main" id="{CC4FB78A-C340-4E8F-B162-CC908AB17D1C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等号 64">
              <a:extLst>
                <a:ext uri="{FF2B5EF4-FFF2-40B4-BE49-F238E27FC236}">
                  <a16:creationId xmlns:a16="http://schemas.microsoft.com/office/drawing/2014/main" id="{DEE28B67-70A1-43DB-8302-DCC28CDBDBB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等号 65">
              <a:extLst>
                <a:ext uri="{FF2B5EF4-FFF2-40B4-BE49-F238E27FC236}">
                  <a16:creationId xmlns:a16="http://schemas.microsoft.com/office/drawing/2014/main" id="{5855F1FD-6073-4DA6-8329-0AA0BFCFA10E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C6BE6F-2D28-49C3-A9C2-AD60E0388661}"/>
              </a:ext>
            </a:extLst>
          </p:cNvPr>
          <p:cNvGrpSpPr/>
          <p:nvPr/>
        </p:nvGrpSpPr>
        <p:grpSpPr>
          <a:xfrm>
            <a:off x="4453462" y="2664654"/>
            <a:ext cx="4969972" cy="387700"/>
            <a:chOff x="4441371" y="1506414"/>
            <a:chExt cx="4969972" cy="387700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FC0E948-BB61-4DB5-9B47-EF13B21669F8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等号 68">
              <a:extLst>
                <a:ext uri="{FF2B5EF4-FFF2-40B4-BE49-F238E27FC236}">
                  <a16:creationId xmlns:a16="http://schemas.microsoft.com/office/drawing/2014/main" id="{5794EA59-9F52-4FD3-B5BE-8A953FAFB151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等号 69">
              <a:extLst>
                <a:ext uri="{FF2B5EF4-FFF2-40B4-BE49-F238E27FC236}">
                  <a16:creationId xmlns:a16="http://schemas.microsoft.com/office/drawing/2014/main" id="{5B954AE4-088D-4485-93ED-A11DFEB6A080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等号 70">
              <a:extLst>
                <a:ext uri="{FF2B5EF4-FFF2-40B4-BE49-F238E27FC236}">
                  <a16:creationId xmlns:a16="http://schemas.microsoft.com/office/drawing/2014/main" id="{575198D8-9B2A-4DB2-B9E1-D2065FDBE781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等号 71">
              <a:extLst>
                <a:ext uri="{FF2B5EF4-FFF2-40B4-BE49-F238E27FC236}">
                  <a16:creationId xmlns:a16="http://schemas.microsoft.com/office/drawing/2014/main" id="{D80CD22A-6FC6-4D6C-9B4F-0227A519A3A5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等号 72">
              <a:extLst>
                <a:ext uri="{FF2B5EF4-FFF2-40B4-BE49-F238E27FC236}">
                  <a16:creationId xmlns:a16="http://schemas.microsoft.com/office/drawing/2014/main" id="{8436393D-BC0A-40E0-A796-B7972F287A6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等号 73">
              <a:extLst>
                <a:ext uri="{FF2B5EF4-FFF2-40B4-BE49-F238E27FC236}">
                  <a16:creationId xmlns:a16="http://schemas.microsoft.com/office/drawing/2014/main" id="{78D8F208-BA88-40AC-8A90-133FDB8BE5D5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等号 74">
              <a:extLst>
                <a:ext uri="{FF2B5EF4-FFF2-40B4-BE49-F238E27FC236}">
                  <a16:creationId xmlns:a16="http://schemas.microsoft.com/office/drawing/2014/main" id="{28CF9D2F-7FB0-445E-A8F3-A44A7F54A9F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等号 75">
              <a:extLst>
                <a:ext uri="{FF2B5EF4-FFF2-40B4-BE49-F238E27FC236}">
                  <a16:creationId xmlns:a16="http://schemas.microsoft.com/office/drawing/2014/main" id="{2923E2A8-0E71-495F-9E44-642AE1F19198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等号 76">
              <a:extLst>
                <a:ext uri="{FF2B5EF4-FFF2-40B4-BE49-F238E27FC236}">
                  <a16:creationId xmlns:a16="http://schemas.microsoft.com/office/drawing/2014/main" id="{45FB1556-95D2-43BA-9832-6A58F7342DDA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等号 77">
              <a:extLst>
                <a:ext uri="{FF2B5EF4-FFF2-40B4-BE49-F238E27FC236}">
                  <a16:creationId xmlns:a16="http://schemas.microsoft.com/office/drawing/2014/main" id="{83F29A48-6D81-4588-970F-D49C7B8DC8FA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2DC67CB-6BB1-4430-81F5-176E94263314}"/>
              </a:ext>
            </a:extLst>
          </p:cNvPr>
          <p:cNvGrpSpPr/>
          <p:nvPr/>
        </p:nvGrpSpPr>
        <p:grpSpPr>
          <a:xfrm>
            <a:off x="4453462" y="3243774"/>
            <a:ext cx="4969972" cy="387700"/>
            <a:chOff x="4441371" y="1506414"/>
            <a:chExt cx="4969972" cy="387700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BEB4A6E-FD6B-4EC2-AB65-CABB7727C1A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等号 80">
              <a:extLst>
                <a:ext uri="{FF2B5EF4-FFF2-40B4-BE49-F238E27FC236}">
                  <a16:creationId xmlns:a16="http://schemas.microsoft.com/office/drawing/2014/main" id="{F5D99200-90F8-43D6-B2F5-BA7E3FE4A478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等号 81">
              <a:extLst>
                <a:ext uri="{FF2B5EF4-FFF2-40B4-BE49-F238E27FC236}">
                  <a16:creationId xmlns:a16="http://schemas.microsoft.com/office/drawing/2014/main" id="{FF38191F-7378-4076-A7D0-69D33850C9B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等号 82">
              <a:extLst>
                <a:ext uri="{FF2B5EF4-FFF2-40B4-BE49-F238E27FC236}">
                  <a16:creationId xmlns:a16="http://schemas.microsoft.com/office/drawing/2014/main" id="{B16FE96D-31E4-4D54-9CEC-5A4C2019346A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等号 83">
              <a:extLst>
                <a:ext uri="{FF2B5EF4-FFF2-40B4-BE49-F238E27FC236}">
                  <a16:creationId xmlns:a16="http://schemas.microsoft.com/office/drawing/2014/main" id="{01BED5A2-87A0-4F23-873D-0D9924AC5452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等号 84">
              <a:extLst>
                <a:ext uri="{FF2B5EF4-FFF2-40B4-BE49-F238E27FC236}">
                  <a16:creationId xmlns:a16="http://schemas.microsoft.com/office/drawing/2014/main" id="{4A9992CE-E836-4B57-9A3C-0C02F9AA7A09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等号 85">
              <a:extLst>
                <a:ext uri="{FF2B5EF4-FFF2-40B4-BE49-F238E27FC236}">
                  <a16:creationId xmlns:a16="http://schemas.microsoft.com/office/drawing/2014/main" id="{04CF1C36-68CD-4ADE-BD4A-E2D72466668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等号 86">
              <a:extLst>
                <a:ext uri="{FF2B5EF4-FFF2-40B4-BE49-F238E27FC236}">
                  <a16:creationId xmlns:a16="http://schemas.microsoft.com/office/drawing/2014/main" id="{E911A08C-5D55-4815-8F2C-CE4ED791E809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等号 87">
              <a:extLst>
                <a:ext uri="{FF2B5EF4-FFF2-40B4-BE49-F238E27FC236}">
                  <a16:creationId xmlns:a16="http://schemas.microsoft.com/office/drawing/2014/main" id="{7A73A2B1-36C6-4302-95EF-5DAE8A196073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等号 88">
              <a:extLst>
                <a:ext uri="{FF2B5EF4-FFF2-40B4-BE49-F238E27FC236}">
                  <a16:creationId xmlns:a16="http://schemas.microsoft.com/office/drawing/2014/main" id="{C21F3DB9-9BEC-4C13-AA96-08F5725B1729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等号 89">
              <a:extLst>
                <a:ext uri="{FF2B5EF4-FFF2-40B4-BE49-F238E27FC236}">
                  <a16:creationId xmlns:a16="http://schemas.microsoft.com/office/drawing/2014/main" id="{FC99E9D2-6ECD-45CA-B653-A65CAC4AE567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C0F8401-5A23-46E0-8E7B-DCBE6E5E9D91}"/>
              </a:ext>
            </a:extLst>
          </p:cNvPr>
          <p:cNvGrpSpPr/>
          <p:nvPr/>
        </p:nvGrpSpPr>
        <p:grpSpPr>
          <a:xfrm>
            <a:off x="4453462" y="3822894"/>
            <a:ext cx="4969972" cy="387700"/>
            <a:chOff x="4441371" y="1506414"/>
            <a:chExt cx="4969972" cy="387700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E2A4C22-3C92-4FED-93AD-63BE20F030B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等号 92">
              <a:extLst>
                <a:ext uri="{FF2B5EF4-FFF2-40B4-BE49-F238E27FC236}">
                  <a16:creationId xmlns:a16="http://schemas.microsoft.com/office/drawing/2014/main" id="{27A7A444-084C-485E-88DB-B52A4AAE9833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等号 93">
              <a:extLst>
                <a:ext uri="{FF2B5EF4-FFF2-40B4-BE49-F238E27FC236}">
                  <a16:creationId xmlns:a16="http://schemas.microsoft.com/office/drawing/2014/main" id="{90F913DB-96A5-4640-A640-82F90553279E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等号 94">
              <a:extLst>
                <a:ext uri="{FF2B5EF4-FFF2-40B4-BE49-F238E27FC236}">
                  <a16:creationId xmlns:a16="http://schemas.microsoft.com/office/drawing/2014/main" id="{8E88BC26-B4D4-434F-9697-D1D8ED0288BC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等号 95">
              <a:extLst>
                <a:ext uri="{FF2B5EF4-FFF2-40B4-BE49-F238E27FC236}">
                  <a16:creationId xmlns:a16="http://schemas.microsoft.com/office/drawing/2014/main" id="{876B122C-F10B-41F9-ADB1-5797E909D4D6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等号 96">
              <a:extLst>
                <a:ext uri="{FF2B5EF4-FFF2-40B4-BE49-F238E27FC236}">
                  <a16:creationId xmlns:a16="http://schemas.microsoft.com/office/drawing/2014/main" id="{EF8996C5-9DD8-4A6C-8247-979742D0F72F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等号 97">
              <a:extLst>
                <a:ext uri="{FF2B5EF4-FFF2-40B4-BE49-F238E27FC236}">
                  <a16:creationId xmlns:a16="http://schemas.microsoft.com/office/drawing/2014/main" id="{00C20A6C-5FA1-4412-B20F-C88734B4B15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等号 98">
              <a:extLst>
                <a:ext uri="{FF2B5EF4-FFF2-40B4-BE49-F238E27FC236}">
                  <a16:creationId xmlns:a16="http://schemas.microsoft.com/office/drawing/2014/main" id="{0B6E72FE-2AD0-4F49-A97D-D2655813997D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等号 99">
              <a:extLst>
                <a:ext uri="{FF2B5EF4-FFF2-40B4-BE49-F238E27FC236}">
                  <a16:creationId xmlns:a16="http://schemas.microsoft.com/office/drawing/2014/main" id="{286BE00E-5EBA-41D9-9EB2-FA53288FCED0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等号 100">
              <a:extLst>
                <a:ext uri="{FF2B5EF4-FFF2-40B4-BE49-F238E27FC236}">
                  <a16:creationId xmlns:a16="http://schemas.microsoft.com/office/drawing/2014/main" id="{56E1EF09-B17D-409B-8DB6-4FD073CC770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等号 101">
              <a:extLst>
                <a:ext uri="{FF2B5EF4-FFF2-40B4-BE49-F238E27FC236}">
                  <a16:creationId xmlns:a16="http://schemas.microsoft.com/office/drawing/2014/main" id="{B04A83FB-5F57-435E-AC7F-3AFEE5B10F71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5" name="椭圆 104">
            <a:extLst>
              <a:ext uri="{FF2B5EF4-FFF2-40B4-BE49-F238E27FC236}">
                <a16:creationId xmlns:a16="http://schemas.microsoft.com/office/drawing/2014/main" id="{78DC2618-0341-4682-8590-C9A8B882DE6C}"/>
              </a:ext>
            </a:extLst>
          </p:cNvPr>
          <p:cNvSpPr/>
          <p:nvPr/>
        </p:nvSpPr>
        <p:spPr>
          <a:xfrm rot="1404224">
            <a:off x="6771138" y="3110711"/>
            <a:ext cx="2326266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B6A3833E-4D38-4F75-84A0-F43E9665700D}"/>
              </a:ext>
            </a:extLst>
          </p:cNvPr>
          <p:cNvSpPr/>
          <p:nvPr/>
        </p:nvSpPr>
        <p:spPr>
          <a:xfrm>
            <a:off x="2984694" y="208553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射频链</a:t>
            </a: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DB7ECC85-3835-4311-80F8-0E1AB2016876}"/>
              </a:ext>
            </a:extLst>
          </p:cNvPr>
          <p:cNvSpPr/>
          <p:nvPr/>
        </p:nvSpPr>
        <p:spPr>
          <a:xfrm>
            <a:off x="2994173" y="382289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射频链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7CA44C1D-3C3D-4682-993B-597CE6CA9804}"/>
              </a:ext>
            </a:extLst>
          </p:cNvPr>
          <p:cNvSpPr txBox="1"/>
          <p:nvPr/>
        </p:nvSpPr>
        <p:spPr>
          <a:xfrm>
            <a:off x="3353138" y="2789882"/>
            <a:ext cx="615553" cy="9077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3144A46D-7C1C-4084-ACA7-2D3AF19F0667}"/>
              </a:ext>
            </a:extLst>
          </p:cNvPr>
          <p:cNvCxnSpPr>
            <a:stCxn id="18" idx="3"/>
            <a:endCxn id="8" idx="1"/>
          </p:cNvCxnSpPr>
          <p:nvPr/>
        </p:nvCxnSpPr>
        <p:spPr>
          <a:xfrm>
            <a:off x="4111534" y="1700264"/>
            <a:ext cx="3298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B92E800C-16FA-4BDE-9146-E7A173CE7FE7}"/>
              </a:ext>
            </a:extLst>
          </p:cNvPr>
          <p:cNvCxnSpPr>
            <a:stCxn id="106" idx="3"/>
            <a:endCxn id="56" idx="1"/>
          </p:cNvCxnSpPr>
          <p:nvPr/>
        </p:nvCxnSpPr>
        <p:spPr>
          <a:xfrm>
            <a:off x="4108100" y="2279384"/>
            <a:ext cx="33327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49E2401D-E1DE-4898-8A99-035A85CC7169}"/>
              </a:ext>
            </a:extLst>
          </p:cNvPr>
          <p:cNvCxnSpPr>
            <a:cxnSpLocks/>
            <a:stCxn id="107" idx="3"/>
            <a:endCxn id="92" idx="1"/>
          </p:cNvCxnSpPr>
          <p:nvPr/>
        </p:nvCxnSpPr>
        <p:spPr>
          <a:xfrm>
            <a:off x="4117579" y="4016744"/>
            <a:ext cx="33588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82F2F87-8C86-4608-B213-7DF6440D6B64}"/>
              </a:ext>
            </a:extLst>
          </p:cNvPr>
          <p:cNvSpPr txBox="1"/>
          <p:nvPr/>
        </p:nvSpPr>
        <p:spPr>
          <a:xfrm>
            <a:off x="4111881" y="1348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8BD2366A-94B8-4FF6-A084-9340A07D5ACC}"/>
              </a:ext>
            </a:extLst>
          </p:cNvPr>
          <p:cNvSpPr txBox="1"/>
          <p:nvPr/>
        </p:nvSpPr>
        <p:spPr>
          <a:xfrm>
            <a:off x="4107624" y="193171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/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947590C7-2F82-4025-B8DD-CB21686CF90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658291" y="170026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2F1E4540-D1AF-4FB9-8D05-BA719CCFBB44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2658291" y="2279384"/>
            <a:ext cx="326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D25E70B2-8598-4520-BEC8-9988906EA26D}"/>
              </a:ext>
            </a:extLst>
          </p:cNvPr>
          <p:cNvCxnSpPr>
            <a:cxnSpLocks/>
            <a:endCxn id="107" idx="1"/>
          </p:cNvCxnSpPr>
          <p:nvPr/>
        </p:nvCxnSpPr>
        <p:spPr>
          <a:xfrm>
            <a:off x="2664336" y="401674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90B326B4-E01A-45F1-8F11-4670A2EF6991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1173480" y="2858505"/>
            <a:ext cx="3200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文本框 1023">
            <a:extLst>
              <a:ext uri="{FF2B5EF4-FFF2-40B4-BE49-F238E27FC236}">
                <a16:creationId xmlns:a16="http://schemas.microsoft.com/office/drawing/2014/main" id="{F81DFA02-8E7D-4F31-A53C-6CA5A92C53FC}"/>
              </a:ext>
            </a:extLst>
          </p:cNvPr>
          <p:cNvSpPr txBox="1"/>
          <p:nvPr/>
        </p:nvSpPr>
        <p:spPr>
          <a:xfrm>
            <a:off x="1184540" y="247998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6B63D6FD-F361-44EB-8169-5FA8E878775E}"/>
                  </a:ext>
                </a:extLst>
              </p:cNvPr>
              <p:cNvSpPr txBox="1"/>
              <p:nvPr/>
            </p:nvSpPr>
            <p:spPr>
              <a:xfrm>
                <a:off x="7469242" y="2322572"/>
                <a:ext cx="1954192" cy="369332"/>
              </a:xfrm>
              <a:prstGeom prst="rect">
                <a:avLst/>
              </a:prstGeom>
              <a:solidFill>
                <a:schemeClr val="bg1">
                  <a:alpha val="67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𝒈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LoS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NLoS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6B63D6FD-F361-44EB-8169-5FA8E8787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9242" y="2322572"/>
                <a:ext cx="1954192" cy="369332"/>
              </a:xfrm>
              <a:prstGeom prst="rect">
                <a:avLst/>
              </a:prstGeom>
              <a:blipFill>
                <a:blip r:embed="rId6"/>
                <a:stretch>
                  <a:fillRect l="-2181"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椭圆 102">
            <a:extLst>
              <a:ext uri="{FF2B5EF4-FFF2-40B4-BE49-F238E27FC236}">
                <a16:creationId xmlns:a16="http://schemas.microsoft.com/office/drawing/2014/main" id="{B1A0F76A-BED6-4893-9884-27D53E25C7EA}"/>
              </a:ext>
            </a:extLst>
          </p:cNvPr>
          <p:cNvSpPr/>
          <p:nvPr/>
        </p:nvSpPr>
        <p:spPr>
          <a:xfrm rot="20289086">
            <a:off x="6770744" y="1969711"/>
            <a:ext cx="2149750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4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717644D3-9F7D-4A78-8053-46E563E3AB0A}"/>
              </a:ext>
            </a:extLst>
          </p:cNvPr>
          <p:cNvSpPr txBox="1"/>
          <p:nvPr/>
        </p:nvSpPr>
        <p:spPr>
          <a:xfrm>
            <a:off x="3657600" y="2877742"/>
            <a:ext cx="681238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67000"/>
            </a:schemeClr>
          </a:solidFill>
          <a:ln w="12700"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离散相移</a:t>
            </a:r>
            <a:endParaRPr lang="en-US" altLang="zh-CN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927419E-C97F-4C9D-B771-FC1B46C3A1D7}"/>
              </a:ext>
            </a:extLst>
          </p:cNvPr>
          <p:cNvCxnSpPr>
            <a:cxnSpLocks/>
            <a:stCxn id="109" idx="3"/>
            <a:endCxn id="70" idx="4"/>
          </p:cNvCxnSpPr>
          <p:nvPr/>
        </p:nvCxnSpPr>
        <p:spPr>
          <a:xfrm flipV="1">
            <a:off x="4338838" y="2926894"/>
            <a:ext cx="682900" cy="2740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145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8E2230-BFB3-48FF-A813-308F67E4EEF3}"/>
              </a:ext>
            </a:extLst>
          </p:cNvPr>
          <p:cNvSpPr txBox="1"/>
          <p:nvPr/>
        </p:nvSpPr>
        <p:spPr>
          <a:xfrm>
            <a:off x="731520" y="73152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一些参考的图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752A00-AB94-42C9-A0D7-AB602591C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508" y="642605"/>
            <a:ext cx="6163491" cy="28172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99B6EF6-158C-4593-8C8D-CA683348A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5443" y="3799380"/>
            <a:ext cx="6783977" cy="241601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4D94548-D705-4092-B766-0EBA0EBA0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217" y="3067323"/>
            <a:ext cx="3261106" cy="30591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3B9FE0C-4AFD-42C5-9342-2E702E2935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1180" y="783102"/>
            <a:ext cx="3554414" cy="186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01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7620</TotalTime>
  <Words>74</Words>
  <Application>Microsoft Office PowerPoint</Application>
  <PresentationFormat>宽屏</PresentationFormat>
  <Paragraphs>44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TimesSimSun</vt:lpstr>
      <vt:lpstr>等线</vt:lpstr>
      <vt:lpstr>等线 Light</vt:lpstr>
      <vt:lpstr>宋体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15</cp:revision>
  <dcterms:created xsi:type="dcterms:W3CDTF">2022-09-20T11:32:03Z</dcterms:created>
  <dcterms:modified xsi:type="dcterms:W3CDTF">2026-01-21T13:26:19Z</dcterms:modified>
</cp:coreProperties>
</file>