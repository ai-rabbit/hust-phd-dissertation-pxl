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1"/>
  </p:notesMasterIdLst>
  <p:sldIdLst>
    <p:sldId id="267" r:id="rId2"/>
    <p:sldId id="262" r:id="rId3"/>
    <p:sldId id="265" r:id="rId4"/>
    <p:sldId id="266" r:id="rId5"/>
    <p:sldId id="263" r:id="rId6"/>
    <p:sldId id="264" r:id="rId7"/>
    <p:sldId id="257" r:id="rId8"/>
    <p:sldId id="261" r:id="rId9"/>
    <p:sldId id="260" r:id="rId10"/>
  </p:sldIdLst>
  <p:sldSz cx="18000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15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A007F192-D46D-44AA-A64F-C81B902BC4EE}"/>
    <pc:docChg chg="undo custSel addSld delSld modSld sldOrd addSection delSection">
      <pc:chgData name="裴 熙隆" userId="d70ee545ee25833c" providerId="LiveId" clId="{A007F192-D46D-44AA-A64F-C81B902BC4EE}" dt="2024-10-22T07:28:16.622" v="610" actId="1076"/>
      <pc:docMkLst>
        <pc:docMk/>
      </pc:docMkLst>
      <pc:sldChg chg="addSp delSp modSp mod setBg">
        <pc:chgData name="裴 熙隆" userId="d70ee545ee25833c" providerId="LiveId" clId="{A007F192-D46D-44AA-A64F-C81B902BC4EE}" dt="2024-10-22T07:28:16.622" v="610" actId="1076"/>
        <pc:sldMkLst>
          <pc:docMk/>
          <pc:sldMk cId="2108633778" sldId="257"/>
        </pc:sldMkLst>
      </pc:sldChg>
      <pc:sldChg chg="add del">
        <pc:chgData name="裴 熙隆" userId="d70ee545ee25833c" providerId="LiveId" clId="{A007F192-D46D-44AA-A64F-C81B902BC4EE}" dt="2024-10-22T06:50:31.034" v="517" actId="47"/>
        <pc:sldMkLst>
          <pc:docMk/>
          <pc:sldMk cId="234447123" sldId="258"/>
        </pc:sldMkLst>
      </pc:sldChg>
      <pc:sldChg chg="new del ord">
        <pc:chgData name="裴 熙隆" userId="d70ee545ee25833c" providerId="LiveId" clId="{A007F192-D46D-44AA-A64F-C81B902BC4EE}" dt="2024-10-19T04:54:27.863" v="74" actId="47"/>
        <pc:sldMkLst>
          <pc:docMk/>
          <pc:sldMk cId="1877859825" sldId="259"/>
        </pc:sldMkLst>
      </pc:sldChg>
      <pc:sldChg chg="addSp delSp modSp add mod">
        <pc:chgData name="裴 熙隆" userId="d70ee545ee25833c" providerId="LiveId" clId="{A007F192-D46D-44AA-A64F-C81B902BC4EE}" dt="2024-10-22T07:15:03.919" v="520" actId="1076"/>
        <pc:sldMkLst>
          <pc:docMk/>
          <pc:sldMk cId="1599201057" sldId="260"/>
        </pc:sldMkLst>
      </pc:sldChg>
    </pc:docChg>
  </pc:docChgLst>
  <pc:docChgLst>
    <pc:chgData name="裴 熙隆" userId="d70ee545ee25833c" providerId="LiveId" clId="{48AB33A3-B273-4B88-A8FC-DA2E2C5F7BBA}"/>
    <pc:docChg chg="undo custSel addSld modSld">
      <pc:chgData name="裴 熙隆" userId="d70ee545ee25833c" providerId="LiveId" clId="{48AB33A3-B273-4B88-A8FC-DA2E2C5F7BBA}" dt="2022-09-22T08:56:05.152" v="208" actId="1076"/>
      <pc:docMkLst>
        <pc:docMk/>
      </pc:docMkLst>
      <pc:sldChg chg="addSp delSp modSp new mod">
        <pc:chgData name="裴 熙隆" userId="d70ee545ee25833c" providerId="LiveId" clId="{48AB33A3-B273-4B88-A8FC-DA2E2C5F7BBA}" dt="2022-09-22T08:56:05.152" v="208" actId="1076"/>
        <pc:sldMkLst>
          <pc:docMk/>
          <pc:sldMk cId="3588923400" sldId="256"/>
        </pc:sldMkLst>
      </pc:sldChg>
      <pc:sldMasterChg chg="addSldLayout">
        <pc:chgData name="裴 熙隆" userId="d70ee545ee25833c" providerId="LiveId" clId="{48AB33A3-B273-4B88-A8FC-DA2E2C5F7BBA}" dt="2022-09-20T11:32:04.970" v="0" actId="680"/>
        <pc:sldMasterMkLst>
          <pc:docMk/>
          <pc:sldMasterMk cId="1491704641" sldId="2147483648"/>
        </pc:sldMasterMkLst>
        <pc:sldLayoutChg chg="add">
          <pc:chgData name="裴 熙隆" userId="d70ee545ee25833c" providerId="LiveId" clId="{48AB33A3-B273-4B88-A8FC-DA2E2C5F7BBA}" dt="2022-09-20T11:32:04.970" v="0" actId="680"/>
          <pc:sldLayoutMkLst>
            <pc:docMk/>
            <pc:sldMasterMk cId="1491704641" sldId="2147483648"/>
            <pc:sldLayoutMk cId="2432093566" sldId="2147483649"/>
          </pc:sldLayoutMkLst>
        </pc:sldLayoutChg>
      </pc:sldMasterChg>
    </pc:docChg>
  </pc:docChgLst>
  <pc:docChgLst>
    <pc:chgData name="Rabbit AI" userId="d70ee545ee25833c" providerId="LiveId" clId="{8AEE6C01-8D16-45E4-B595-8E2846456CE4}"/>
    <pc:docChg chg="undo redo custSel modSld">
      <pc:chgData name="Rabbit AI" userId="d70ee545ee25833c" providerId="LiveId" clId="{8AEE6C01-8D16-45E4-B595-8E2846456CE4}" dt="2025-10-09T16:09:46.814" v="29" actId="1076"/>
      <pc:docMkLst>
        <pc:docMk/>
      </pc:docMkLst>
      <pc:sldChg chg="addSp delSp modSp mod">
        <pc:chgData name="Rabbit AI" userId="d70ee545ee25833c" providerId="LiveId" clId="{8AEE6C01-8D16-45E4-B595-8E2846456CE4}" dt="2025-10-09T16:09:42.663" v="27" actId="21"/>
        <pc:sldMkLst>
          <pc:docMk/>
          <pc:sldMk cId="2108633778" sldId="257"/>
        </pc:sldMkLst>
        <pc:picChg chg="add del mod">
          <ac:chgData name="Rabbit AI" userId="d70ee545ee25833c" providerId="LiveId" clId="{8AEE6C01-8D16-45E4-B595-8E2846456CE4}" dt="2025-10-09T16:09:42.663" v="27" actId="21"/>
          <ac:picMkLst>
            <pc:docMk/>
            <pc:sldMk cId="2108633778" sldId="257"/>
            <ac:picMk id="4" creationId="{6FE8D1F2-13F9-6AEA-EF4B-F81818FE6D89}"/>
          </ac:picMkLst>
        </pc:picChg>
      </pc:sldChg>
      <pc:sldChg chg="addSp modSp mod">
        <pc:chgData name="Rabbit AI" userId="d70ee545ee25833c" providerId="LiveId" clId="{8AEE6C01-8D16-45E4-B595-8E2846456CE4}" dt="2025-10-09T16:09:46.814" v="29" actId="1076"/>
        <pc:sldMkLst>
          <pc:docMk/>
          <pc:sldMk cId="1599201057" sldId="260"/>
        </pc:sldMkLst>
        <pc:picChg chg="add mod">
          <ac:chgData name="Rabbit AI" userId="d70ee545ee25833c" providerId="LiveId" clId="{8AEE6C01-8D16-45E4-B595-8E2846456CE4}" dt="2025-10-09T16:09:46.814" v="29" actId="1076"/>
          <ac:picMkLst>
            <pc:docMk/>
            <pc:sldMk cId="1599201057" sldId="260"/>
            <ac:picMk id="4" creationId="{6FE8D1F2-13F9-6AEA-EF4B-F81818FE6D89}"/>
          </ac:picMkLst>
        </pc:picChg>
      </pc:sldChg>
    </pc:docChg>
  </pc:docChgLst>
  <pc:docChgLst>
    <pc:chgData name="裴 熙隆" userId="d70ee545ee25833c" providerId="LiveId" clId="{76162C0B-6691-4478-B9BA-E45C71923043}"/>
    <pc:docChg chg="undo custSel addSld modSld sldOrd">
      <pc:chgData name="裴 熙隆" userId="d70ee545ee25833c" providerId="LiveId" clId="{76162C0B-6691-4478-B9BA-E45C71923043}" dt="2023-05-30T15:23:39.683" v="414" actId="1076"/>
      <pc:docMkLst>
        <pc:docMk/>
      </pc:docMkLst>
      <pc:sldChg chg="addSp modSp mod">
        <pc:chgData name="裴 熙隆" userId="d70ee545ee25833c" providerId="LiveId" clId="{76162C0B-6691-4478-B9BA-E45C71923043}" dt="2023-05-30T04:01:32.404" v="13" actId="1076"/>
        <pc:sldMkLst>
          <pc:docMk/>
          <pc:sldMk cId="3588923400" sldId="256"/>
        </pc:sldMkLst>
      </pc:sldChg>
      <pc:sldChg chg="addSp delSp modSp new mod ord">
        <pc:chgData name="裴 熙隆" userId="d70ee545ee25833c" providerId="LiveId" clId="{76162C0B-6691-4478-B9BA-E45C71923043}" dt="2023-05-30T15:23:39.683" v="414" actId="1076"/>
        <pc:sldMkLst>
          <pc:docMk/>
          <pc:sldMk cId="2108633778" sldId="257"/>
        </pc:sldMkLst>
      </pc:sldChg>
    </pc:docChg>
  </pc:docChgLst>
  <pc:docChgLst>
    <pc:chgData name="裴 熙隆" userId="d70ee545ee25833c" providerId="LiveId" clId="{B684D470-22EE-4533-B0FB-03780E6D1B0B}"/>
    <pc:docChg chg="undo redo custSel addSld delSld modSld">
      <pc:chgData name="裴 熙隆" userId="d70ee545ee25833c" providerId="LiveId" clId="{B684D470-22EE-4533-B0FB-03780E6D1B0B}" dt="2025-10-19T06:59:10.936" v="727" actId="1076"/>
      <pc:docMkLst>
        <pc:docMk/>
      </pc:docMkLst>
      <pc:sldChg chg="addSp delSp modSp mod setBg">
        <pc:chgData name="裴 熙隆" userId="d70ee545ee25833c" providerId="LiveId" clId="{B684D470-22EE-4533-B0FB-03780E6D1B0B}" dt="2025-10-19T06:59:10.936" v="727" actId="1076"/>
        <pc:sldMkLst>
          <pc:docMk/>
          <pc:sldMk cId="2108633778" sldId="257"/>
        </pc:sldMkLst>
        <pc:spChg chg="add del mod">
          <ac:chgData name="裴 熙隆" userId="d70ee545ee25833c" providerId="LiveId" clId="{B684D470-22EE-4533-B0FB-03780E6D1B0B}" dt="2025-10-09T06:53:50.333" v="40" actId="478"/>
          <ac:spMkLst>
            <pc:docMk/>
            <pc:sldMk cId="2108633778" sldId="257"/>
            <ac:spMk id="9" creationId="{F3C744FE-7AD8-469F-8C11-AB928EC818B7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0" creationId="{A25F084B-8E2A-434F-89C1-FB8047CCA79E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8" creationId="{4C3091FE-5DF0-4DE9-8386-233E5AC3E10B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9" creationId="{ADDD9DC1-9EDD-4764-8E9D-F31D2CB2280B}"/>
          </ac:spMkLst>
        </pc:spChg>
        <pc:spChg chg="add mod">
          <ac:chgData name="裴 熙隆" userId="d70ee545ee25833c" providerId="LiveId" clId="{B684D470-22EE-4533-B0FB-03780E6D1B0B}" dt="2025-10-09T07:12:28.891" v="332" actId="207"/>
          <ac:spMkLst>
            <pc:docMk/>
            <pc:sldMk cId="2108633778" sldId="257"/>
            <ac:spMk id="22" creationId="{00B7ADEF-8C1E-4DCB-8009-9C6B3A6DBD8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24" creationId="{EA9A7F84-37B1-4725-A503-0A3D54F7B58F}"/>
          </ac:spMkLst>
        </pc:spChg>
        <pc:spChg chg="add del">
          <ac:chgData name="裴 熙隆" userId="d70ee545ee25833c" providerId="LiveId" clId="{B684D470-22EE-4533-B0FB-03780E6D1B0B}" dt="2025-10-09T07:17:21.990" v="396" actId="478"/>
          <ac:spMkLst>
            <pc:docMk/>
            <pc:sldMk cId="2108633778" sldId="257"/>
            <ac:spMk id="28" creationId="{00316E6F-ED93-4154-838B-C7411D5CC871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32" creationId="{000B614E-C216-4FDE-9151-E497CF2EC65F}"/>
          </ac:spMkLst>
        </pc:spChg>
        <pc:spChg chg="add mod">
          <ac:chgData name="裴 熙隆" userId="d70ee545ee25833c" providerId="LiveId" clId="{B684D470-22EE-4533-B0FB-03780E6D1B0B}" dt="2025-10-14T04:15:23.020" v="714" actId="1076"/>
          <ac:spMkLst>
            <pc:docMk/>
            <pc:sldMk cId="2108633778" sldId="257"/>
            <ac:spMk id="50" creationId="{6BDD76B2-2EF1-40D3-A62E-B4E27145D97A}"/>
          </ac:spMkLst>
        </pc:spChg>
        <pc:spChg chg="add mod">
          <ac:chgData name="裴 熙隆" userId="d70ee545ee25833c" providerId="LiveId" clId="{B684D470-22EE-4533-B0FB-03780E6D1B0B}" dt="2025-10-11T02:23:07.306" v="509" actId="20577"/>
          <ac:spMkLst>
            <pc:docMk/>
            <pc:sldMk cId="2108633778" sldId="257"/>
            <ac:spMk id="53" creationId="{A115B632-18AD-49B0-86CC-1FA5AD2C9A01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3" creationId="{B1A0F76A-BED6-4893-9884-27D53E25C7EA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5" creationId="{78DC2618-0341-4682-8590-C9A8B882DE6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6" creationId="{B6A3833E-4D38-4F75-84A0-F43E9665700D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7" creationId="{DB7ECC85-3835-4311-80F8-0E1AB2016876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B684D470-22EE-4533-B0FB-03780E6D1B0B}" dt="2025-10-11T02:43:35.069" v="510" actId="1076"/>
          <ac:spMkLst>
            <pc:docMk/>
            <pc:sldMk cId="2108633778" sldId="257"/>
            <ac:spMk id="111" creationId="{F2E2C323-3698-474F-874A-0B4C60472B5D}"/>
          </ac:spMkLst>
        </pc:spChg>
        <pc:spChg chg="add mod">
          <ac:chgData name="裴 熙隆" userId="d70ee545ee25833c" providerId="LiveId" clId="{B684D470-22EE-4533-B0FB-03780E6D1B0B}" dt="2025-10-09T07:16:43.699" v="394" actId="403"/>
          <ac:spMkLst>
            <pc:docMk/>
            <pc:sldMk cId="2108633778" sldId="257"/>
            <ac:spMk id="113" creationId="{DE554261-B034-4E33-ABEE-1AA94172FCEB}"/>
          </ac:spMkLst>
        </pc:spChg>
        <pc:spChg chg="add mod">
          <ac:chgData name="裴 熙隆" userId="d70ee545ee25833c" providerId="LiveId" clId="{B684D470-22EE-4533-B0FB-03780E6D1B0B}" dt="2025-10-09T07:16:43.699" v="394" actId="403"/>
          <ac:spMkLst>
            <pc:docMk/>
            <pc:sldMk cId="2108633778" sldId="257"/>
            <ac:spMk id="115" creationId="{7466C8D5-C668-4FEC-9339-53D565A50B08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6" creationId="{182F2F87-8C86-4608-B213-7DF6440D6B64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8" creationId="{8BD2366A-94B8-4FF6-A084-9340A07D5AC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21" creationId="{4A29E2AF-4795-4FEC-82C2-2B38B66C9949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23" creationId="{468975CC-5899-499A-9214-38F003E7F6C7}"/>
          </ac:spMkLst>
        </pc:spChg>
        <pc:spChg chg="add mod">
          <ac:chgData name="裴 熙隆" userId="d70ee545ee25833c" providerId="LiveId" clId="{B684D470-22EE-4533-B0FB-03780E6D1B0B}" dt="2025-10-09T07:29:42.108" v="409" actId="1076"/>
          <ac:spMkLst>
            <pc:docMk/>
            <pc:sldMk cId="2108633778" sldId="257"/>
            <ac:spMk id="125" creationId="{3E0D4D7C-75A7-42FA-B4CC-9680CA198ACE}"/>
          </ac:spMkLst>
        </pc:spChg>
        <pc:spChg chg="add mod">
          <ac:chgData name="裴 熙隆" userId="d70ee545ee25833c" providerId="LiveId" clId="{B684D470-22EE-4533-B0FB-03780E6D1B0B}" dt="2025-10-09T07:30:10.930" v="415" actId="1076"/>
          <ac:spMkLst>
            <pc:docMk/>
            <pc:sldMk cId="2108633778" sldId="257"/>
            <ac:spMk id="127" creationId="{011AC10C-C38F-4F73-8956-EBE09635EF61}"/>
          </ac:spMkLst>
        </pc:spChg>
        <pc:spChg chg="add mod">
          <ac:chgData name="裴 熙隆" userId="d70ee545ee25833c" providerId="LiveId" clId="{B684D470-22EE-4533-B0FB-03780E6D1B0B}" dt="2025-10-09T07:29:39.603" v="408" actId="1076"/>
          <ac:spMkLst>
            <pc:docMk/>
            <pc:sldMk cId="2108633778" sldId="257"/>
            <ac:spMk id="128" creationId="{403D12B4-5EAE-4B7C-9F66-F818A3ADEB9B}"/>
          </ac:spMkLst>
        </pc:spChg>
        <pc:spChg chg="add mod">
          <ac:chgData name="裴 熙隆" userId="d70ee545ee25833c" providerId="LiveId" clId="{B684D470-22EE-4533-B0FB-03780E6D1B0B}" dt="2025-10-09T07:29:35.494" v="407" actId="1076"/>
          <ac:spMkLst>
            <pc:docMk/>
            <pc:sldMk cId="2108633778" sldId="257"/>
            <ac:spMk id="129" creationId="{130B16B1-6AA8-47CB-AEB5-6224E964CE1B}"/>
          </ac:spMkLst>
        </pc:spChg>
        <pc:spChg chg="add mod">
          <ac:chgData name="裴 熙隆" userId="d70ee545ee25833c" providerId="LiveId" clId="{B684D470-22EE-4533-B0FB-03780E6D1B0B}" dt="2025-10-19T06:59:10.936" v="727" actId="1076"/>
          <ac:spMkLst>
            <pc:docMk/>
            <pc:sldMk cId="2108633778" sldId="257"/>
            <ac:spMk id="132" creationId="{D479493B-86C9-478B-A655-1A20F964823C}"/>
          </ac:spMkLst>
        </pc:spChg>
        <pc:spChg chg="add del mod">
          <ac:chgData name="裴 熙隆" userId="d70ee545ee25833c" providerId="LiveId" clId="{B684D470-22EE-4533-B0FB-03780E6D1B0B}" dt="2025-10-19T06:58:49.490" v="718" actId="478"/>
          <ac:spMkLst>
            <pc:docMk/>
            <pc:sldMk cId="2108633778" sldId="257"/>
            <ac:spMk id="133" creationId="{96773FF4-56C1-4080-BECF-97952A67265C}"/>
          </ac:spMkLst>
        </pc:spChg>
        <pc:spChg chg="add del mod">
          <ac:chgData name="裴 熙隆" userId="d70ee545ee25833c" providerId="LiveId" clId="{B684D470-22EE-4533-B0FB-03780E6D1B0B}" dt="2025-10-19T06:58:51.329" v="720" actId="478"/>
          <ac:spMkLst>
            <pc:docMk/>
            <pc:sldMk cId="2108633778" sldId="257"/>
            <ac:spMk id="134" creationId="{1C25D86C-E6FD-4608-8A34-EE375FA1CDA7}"/>
          </ac:spMkLst>
        </pc:spChg>
        <pc:spChg chg="add del mod">
          <ac:chgData name="裴 熙隆" userId="d70ee545ee25833c" providerId="LiveId" clId="{B684D470-22EE-4533-B0FB-03780E6D1B0B}" dt="2025-10-19T06:58:50.764" v="719" actId="478"/>
          <ac:spMkLst>
            <pc:docMk/>
            <pc:sldMk cId="2108633778" sldId="257"/>
            <ac:spMk id="135" creationId="{020D260D-58A7-4645-B1A6-9380BAD65B7F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6" creationId="{066A4A03-626A-4A11-8F80-BC8DC185A483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7" creationId="{EDD57F05-2E54-4DE2-8FBF-6F5270B53E60}"/>
          </ac:spMkLst>
        </pc:spChg>
        <pc:spChg chg="add mod">
          <ac:chgData name="裴 熙隆" userId="d70ee545ee25833c" providerId="LiveId" clId="{B684D470-22EE-4533-B0FB-03780E6D1B0B}" dt="2025-10-09T07:13:12.017" v="339" actId="1076"/>
          <ac:spMkLst>
            <pc:docMk/>
            <pc:sldMk cId="2108633778" sldId="257"/>
            <ac:spMk id="138" creationId="{A40E3E78-8907-4A0A-A6EB-A10F63C3B5EB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9" creationId="{BA346189-3A2C-4F4C-9EB7-56913EC7FF8B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0" creationId="{4FE63F6D-9125-40C6-88CA-E9306CD5885B}"/>
          </ac:spMkLst>
        </pc:spChg>
        <pc:spChg chg="add mod">
          <ac:chgData name="裴 熙隆" userId="d70ee545ee25833c" providerId="LiveId" clId="{B684D470-22EE-4533-B0FB-03780E6D1B0B}" dt="2025-10-09T07:14:02.974" v="349" actId="1076"/>
          <ac:spMkLst>
            <pc:docMk/>
            <pc:sldMk cId="2108633778" sldId="257"/>
            <ac:spMk id="141" creationId="{9D7B99AA-CD59-4B9B-81DD-99A5407DA182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2" creationId="{C32B289C-89D8-49CA-862A-6624596674DE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3" creationId="{C47C87FC-51E6-4D15-8488-02A1565561BD}"/>
          </ac:spMkLst>
        </pc:spChg>
        <pc:spChg chg="add del mod">
          <ac:chgData name="裴 熙隆" userId="d70ee545ee25833c" providerId="LiveId" clId="{B684D470-22EE-4533-B0FB-03780E6D1B0B}" dt="2025-10-14T04:11:00.014" v="512" actId="478"/>
          <ac:spMkLst>
            <pc:docMk/>
            <pc:sldMk cId="2108633778" sldId="257"/>
            <ac:spMk id="147" creationId="{8C2E040C-2847-44B3-9628-B7CF15024B43}"/>
          </ac:spMkLst>
        </pc:spChg>
        <pc:spChg chg="add mod">
          <ac:chgData name="裴 熙隆" userId="d70ee545ee25833c" providerId="LiveId" clId="{B684D470-22EE-4533-B0FB-03780E6D1B0B}" dt="2025-10-09T07:31:35.031" v="438" actId="1076"/>
          <ac:spMkLst>
            <pc:docMk/>
            <pc:sldMk cId="2108633778" sldId="257"/>
            <ac:spMk id="153" creationId="{402624E0-036F-4B0A-B018-283C4D34D224}"/>
          </ac:spMkLst>
        </pc:spChg>
        <pc:spChg chg="add mod">
          <ac:chgData name="裴 熙隆" userId="d70ee545ee25833c" providerId="LiveId" clId="{B684D470-22EE-4533-B0FB-03780E6D1B0B}" dt="2025-10-09T07:54:09.471" v="487" actId="1076"/>
          <ac:spMkLst>
            <pc:docMk/>
            <pc:sldMk cId="2108633778" sldId="257"/>
            <ac:spMk id="161" creationId="{1B7E6E98-BE1E-4B64-8CC9-7D698C1B2CCF}"/>
          </ac:spMkLst>
        </pc:spChg>
        <pc:spChg chg="add mod">
          <ac:chgData name="裴 熙隆" userId="d70ee545ee25833c" providerId="LiveId" clId="{B684D470-22EE-4533-B0FB-03780E6D1B0B}" dt="2025-10-09T07:54:18.061" v="491" actId="20577"/>
          <ac:spMkLst>
            <pc:docMk/>
            <pc:sldMk cId="2108633778" sldId="257"/>
            <ac:spMk id="162" creationId="{BE8794AD-4871-48D9-8908-E7A0F096154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24" creationId="{F81DFA02-8E7D-4F31-A53C-6CA5A92C53FC}"/>
          </ac:spMkLst>
        </pc:s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35" creationId="{C97DAFDE-101B-4532-A2DB-7DEAD85CD02E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55" creationId="{E2A2948A-E4B8-4828-A7AF-6F89A0B71F45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67" creationId="{C1C6BE6F-2D28-49C3-A9C2-AD60E0388661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79" creationId="{52DC67CB-6BB1-4430-81F5-176E94263314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91" creationId="{9C0F8401-5A23-46E0-8E7B-DCBE6E5E9D91}"/>
          </ac:grpSpMkLst>
        </pc:grpChg>
        <pc:picChg chg="add mod">
          <ac:chgData name="裴 熙隆" userId="d70ee545ee25833c" providerId="LiveId" clId="{B684D470-22EE-4533-B0FB-03780E6D1B0B}" dt="2025-10-19T06:59:05.386" v="726" actId="1076"/>
          <ac:picMkLst>
            <pc:docMk/>
            <pc:sldMk cId="2108633778" sldId="257"/>
            <ac:picMk id="20" creationId="{659AB4F9-C06C-49C5-AFDB-5468058CF636}"/>
          </ac:picMkLst>
        </pc:picChg>
        <pc:picChg chg="add mod">
          <ac:chgData name="裴 熙隆" userId="d70ee545ee25833c" providerId="LiveId" clId="{B684D470-22EE-4533-B0FB-03780E6D1B0B}" dt="2025-10-09T07:30:47.443" v="426" actId="1076"/>
          <ac:picMkLst>
            <pc:docMk/>
            <pc:sldMk cId="2108633778" sldId="257"/>
            <ac:picMk id="33" creationId="{66F97F53-F9F9-4A07-A711-03EDA6F7680F}"/>
          </ac:picMkLst>
        </pc:picChg>
        <pc:picChg chg="add del mod">
          <ac:chgData name="裴 熙隆" userId="d70ee545ee25833c" providerId="LiveId" clId="{B684D470-22EE-4533-B0FB-03780E6D1B0B}" dt="2025-10-19T06:58:47.205" v="716" actId="478"/>
          <ac:picMkLst>
            <pc:docMk/>
            <pc:sldMk cId="2108633778" sldId="257"/>
            <ac:picMk id="130" creationId="{2F719659-7ECC-4855-9D55-8D1B61CFAEA5}"/>
          </ac:picMkLst>
        </pc:picChg>
        <pc:picChg chg="add del mod">
          <ac:chgData name="裴 熙隆" userId="d70ee545ee25833c" providerId="LiveId" clId="{B684D470-22EE-4533-B0FB-03780E6D1B0B}" dt="2025-10-19T06:58:51.730" v="721" actId="478"/>
          <ac:picMkLst>
            <pc:docMk/>
            <pc:sldMk cId="2108633778" sldId="257"/>
            <ac:picMk id="131" creationId="{525BBE09-0265-4355-9CF0-A7FA62D99596}"/>
          </ac:picMkLst>
        </pc:picChg>
        <pc:cxnChg chg="add mod">
          <ac:chgData name="裴 熙隆" userId="d70ee545ee25833c" providerId="LiveId" clId="{B684D470-22EE-4533-B0FB-03780E6D1B0B}" dt="2025-10-09T07:04:49.474" v="287" actId="14100"/>
          <ac:cxnSpMkLst>
            <pc:docMk/>
            <pc:sldMk cId="2108633778" sldId="257"/>
            <ac:cxnSpMk id="3" creationId="{90626465-BA73-4118-9A58-8033B0A679ED}"/>
          </ac:cxnSpMkLst>
        </pc:cxnChg>
        <pc:cxnChg chg="add mod">
          <ac:chgData name="裴 熙隆" userId="d70ee545ee25833c" providerId="LiveId" clId="{B684D470-22EE-4533-B0FB-03780E6D1B0B}" dt="2025-10-09T07:31:13.519" v="430" actId="14100"/>
          <ac:cxnSpMkLst>
            <pc:docMk/>
            <pc:sldMk cId="2108633778" sldId="257"/>
            <ac:cxnSpMk id="30" creationId="{66E8AE3A-63C3-4142-96AC-8B2F30F7D9D0}"/>
          </ac:cxnSpMkLst>
        </pc:cxnChg>
        <pc:cxnChg chg="add mod">
          <ac:chgData name="裴 熙隆" userId="d70ee545ee25833c" providerId="LiveId" clId="{B684D470-22EE-4533-B0FB-03780E6D1B0B}" dt="2025-10-11T02:22:15.646" v="499" actId="14100"/>
          <ac:cxnSpMkLst>
            <pc:docMk/>
            <pc:sldMk cId="2108633778" sldId="257"/>
            <ac:cxnSpMk id="44" creationId="{25A82A1C-D356-4B76-B9C4-BFDC68E28DCB}"/>
          </ac:cxnSpMkLst>
        </pc:cxnChg>
        <pc:cxnChg chg="add mod">
          <ac:chgData name="裴 熙隆" userId="d70ee545ee25833c" providerId="LiveId" clId="{B684D470-22EE-4533-B0FB-03780E6D1B0B}" dt="2025-10-14T04:14:13.194" v="692" actId="1076"/>
          <ac:cxnSpMkLst>
            <pc:docMk/>
            <pc:sldMk cId="2108633778" sldId="257"/>
            <ac:cxnSpMk id="46" creationId="{142CD69C-C388-4523-9189-D12A0734967B}"/>
          </ac:cxnSpMkLst>
        </pc:cxnChg>
        <pc:cxnChg chg="add mod">
          <ac:chgData name="裴 熙隆" userId="d70ee545ee25833c" providerId="LiveId" clId="{B684D470-22EE-4533-B0FB-03780E6D1B0B}" dt="2025-10-14T04:14:23.300" v="694" actId="1076"/>
          <ac:cxnSpMkLst>
            <pc:docMk/>
            <pc:sldMk cId="2108633778" sldId="257"/>
            <ac:cxnSpMk id="48" creationId="{6C98E931-A788-4F40-86AD-8A81E41C67FE}"/>
          </ac:cxnSpMkLst>
        </pc:cxnChg>
        <pc:cxnChg chg="add mod">
          <ac:chgData name="裴 熙隆" userId="d70ee545ee25833c" providerId="LiveId" clId="{B684D470-22EE-4533-B0FB-03780E6D1B0B}" dt="2025-10-09T06:50:12.956" v="18" actId="692"/>
          <ac:cxnSpMkLst>
            <pc:docMk/>
            <pc:sldMk cId="2108633778" sldId="257"/>
            <ac:cxnSpMk id="104" creationId="{8F573D05-11A5-422E-A777-7839BDF56D13}"/>
          </ac:cxnSpMkLst>
        </pc:cxnChg>
        <pc:cxnChg chg="add mod">
          <ac:chgData name="裴 熙隆" userId="d70ee545ee25833c" providerId="LiveId" clId="{B684D470-22EE-4533-B0FB-03780E6D1B0B}" dt="2025-10-09T06:50:12.956" v="18" actId="692"/>
          <ac:cxnSpMkLst>
            <pc:docMk/>
            <pc:sldMk cId="2108633778" sldId="257"/>
            <ac:cxnSpMk id="109" creationId="{DBB2C401-396D-4ED4-BD93-C24E3161AC2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0" creationId="{3144A46D-7C1C-4084-ACA7-2D3AF19F0667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2" creationId="{B92E800C-16FA-4BDE-9146-E7A173CE7FE7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4" creationId="{49E2401D-E1DE-4898-8A99-035A85CC7169}"/>
          </ac:cxnSpMkLst>
        </pc:cxnChg>
        <pc:cxnChg chg="add mod">
          <ac:chgData name="裴 熙隆" userId="d70ee545ee25833c" providerId="LiveId" clId="{B684D470-22EE-4533-B0FB-03780E6D1B0B}" dt="2025-10-09T07:04:41.714" v="286" actId="1076"/>
          <ac:cxnSpMkLst>
            <pc:docMk/>
            <pc:sldMk cId="2108633778" sldId="257"/>
            <ac:cxnSpMk id="117" creationId="{EE2CDE52-8CA1-4BE1-AC84-481CB89B83E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0" creationId="{947590C7-2F82-4025-B8DD-CB21686CF90E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2" creationId="{2F1E4540-D1AF-4FB9-8D05-BA719CCFBB44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4" creationId="{D25E70B2-8598-4520-BEC8-9988906EA26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6" creationId="{90B326B4-E01A-45F1-8F11-4670A2EF6991}"/>
          </ac:cxnSpMkLst>
        </pc:cxnChg>
        <pc:cxnChg chg="add del mod">
          <ac:chgData name="裴 熙隆" userId="d70ee545ee25833c" providerId="LiveId" clId="{B684D470-22EE-4533-B0FB-03780E6D1B0B}" dt="2025-10-14T04:11:01.879" v="514" actId="478"/>
          <ac:cxnSpMkLst>
            <pc:docMk/>
            <pc:sldMk cId="2108633778" sldId="257"/>
            <ac:cxnSpMk id="144" creationId="{76DD8C9B-8A0B-4241-9106-BEEE20E69902}"/>
          </ac:cxnSpMkLst>
        </pc:cxnChg>
        <pc:cxnChg chg="add del mod">
          <ac:chgData name="裴 熙隆" userId="d70ee545ee25833c" providerId="LiveId" clId="{B684D470-22EE-4533-B0FB-03780E6D1B0B}" dt="2025-10-09T07:15:31.551" v="369" actId="478"/>
          <ac:cxnSpMkLst>
            <pc:docMk/>
            <pc:sldMk cId="2108633778" sldId="257"/>
            <ac:cxnSpMk id="145" creationId="{71C84B82-79F1-4B3C-885A-300ED2A09B44}"/>
          </ac:cxnSpMkLst>
        </pc:cxnChg>
        <pc:cxnChg chg="add del mod">
          <ac:chgData name="裴 熙隆" userId="d70ee545ee25833c" providerId="LiveId" clId="{B684D470-22EE-4533-B0FB-03780E6D1B0B}" dt="2025-10-14T04:11:01.222" v="513" actId="478"/>
          <ac:cxnSpMkLst>
            <pc:docMk/>
            <pc:sldMk cId="2108633778" sldId="257"/>
            <ac:cxnSpMk id="146" creationId="{C3DA7675-1F1A-44E3-A5AC-0F631F1F32A5}"/>
          </ac:cxnSpMkLst>
        </pc:cxnChg>
        <pc:cxnChg chg="add mod">
          <ac:chgData name="裴 熙隆" userId="d70ee545ee25833c" providerId="LiveId" clId="{B684D470-22EE-4533-B0FB-03780E6D1B0B}" dt="2025-10-09T07:31:06.415" v="429" actId="14100"/>
          <ac:cxnSpMkLst>
            <pc:docMk/>
            <pc:sldMk cId="2108633778" sldId="257"/>
            <ac:cxnSpMk id="148" creationId="{04C7A379-E57B-450D-BA65-0381B65272AC}"/>
          </ac:cxnSpMkLst>
        </pc:cxnChg>
        <pc:cxnChg chg="add mod">
          <ac:chgData name="裴 熙隆" userId="d70ee545ee25833c" providerId="LiveId" clId="{B684D470-22EE-4533-B0FB-03780E6D1B0B}" dt="2025-10-09T07:30:57.813" v="428" actId="14100"/>
          <ac:cxnSpMkLst>
            <pc:docMk/>
            <pc:sldMk cId="2108633778" sldId="257"/>
            <ac:cxnSpMk id="149" creationId="{B139D756-9F3D-41C3-8E92-7A464B015AC4}"/>
          </ac:cxnSpMkLst>
        </pc:cxnChg>
        <pc:cxnChg chg="add mod">
          <ac:chgData name="裴 熙隆" userId="d70ee545ee25833c" providerId="LiveId" clId="{B684D470-22EE-4533-B0FB-03780E6D1B0B}" dt="2025-10-11T02:22:45.837" v="504" actId="14100"/>
          <ac:cxnSpMkLst>
            <pc:docMk/>
            <pc:sldMk cId="2108633778" sldId="257"/>
            <ac:cxnSpMk id="154" creationId="{4CD0ABCD-EF5E-47B3-8BD0-FE360F1DD1F7}"/>
          </ac:cxnSpMkLst>
        </pc:cxnChg>
        <pc:cxnChg chg="add mod">
          <ac:chgData name="裴 熙隆" userId="d70ee545ee25833c" providerId="LiveId" clId="{B684D470-22EE-4533-B0FB-03780E6D1B0B}" dt="2025-10-11T02:22:20.439" v="500" actId="1076"/>
          <ac:cxnSpMkLst>
            <pc:docMk/>
            <pc:sldMk cId="2108633778" sldId="257"/>
            <ac:cxnSpMk id="158" creationId="{E3AB8513-8017-4C18-AB2A-678623407DAB}"/>
          </ac:cxnSpMkLst>
        </pc:cxnChg>
      </pc:sldChg>
      <pc:sldChg chg="addSp delSp modSp mod">
        <pc:chgData name="裴 熙隆" userId="d70ee545ee25833c" providerId="LiveId" clId="{B684D470-22EE-4533-B0FB-03780E6D1B0B}" dt="2025-10-09T07:07:33.020" v="321" actId="1076"/>
        <pc:sldMkLst>
          <pc:docMk/>
          <pc:sldMk cId="1599201057" sldId="260"/>
        </pc:sldMkLst>
        <pc:spChg chg="del">
          <ac:chgData name="裴 熙隆" userId="d70ee545ee25833c" providerId="LiveId" clId="{B684D470-22EE-4533-B0FB-03780E6D1B0B}" dt="2025-10-09T07:06:50.864" v="310" actId="478"/>
          <ac:spMkLst>
            <pc:docMk/>
            <pc:sldMk cId="1599201057" sldId="260"/>
            <ac:spMk id="2" creationId="{138E2230-BFB3-48FF-A813-308F67E4EEF3}"/>
          </ac:spMkLst>
        </pc:spChg>
        <pc:spChg chg="add del">
          <ac:chgData name="裴 熙隆" userId="d70ee545ee25833c" providerId="LiveId" clId="{B684D470-22EE-4533-B0FB-03780E6D1B0B}" dt="2025-10-09T07:06:56.936" v="313"/>
          <ac:spMkLst>
            <pc:docMk/>
            <pc:sldMk cId="1599201057" sldId="260"/>
            <ac:spMk id="3" creationId="{7C904B35-B0A5-41E9-A385-9D5DA5402B76}"/>
          </ac:spMkLst>
        </pc:spChg>
        <pc:spChg chg="add del mod">
          <ac:chgData name="裴 熙隆" userId="d70ee545ee25833c" providerId="LiveId" clId="{B684D470-22EE-4533-B0FB-03780E6D1B0B}" dt="2025-10-09T07:07:14.337" v="319" actId="478"/>
          <ac:spMkLst>
            <pc:docMk/>
            <pc:sldMk cId="1599201057" sldId="260"/>
            <ac:spMk id="5" creationId="{3354D662-D44A-4A49-8847-B6241DB5500C}"/>
          </ac:spMkLst>
        </pc:spChg>
        <pc:picChg chg="add del">
          <ac:chgData name="裴 熙隆" userId="d70ee545ee25833c" providerId="LiveId" clId="{B684D470-22EE-4533-B0FB-03780E6D1B0B}" dt="2025-10-09T07:06:59.821" v="315" actId="478"/>
          <ac:picMkLst>
            <pc:docMk/>
            <pc:sldMk cId="1599201057" sldId="260"/>
            <ac:picMk id="4" creationId="{92752A00-AB94-42C9-A0D7-AB602591C604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6" creationId="{099B6EF6-158C-4593-8C8D-CA683348A9E8}"/>
          </ac:picMkLst>
        </pc:picChg>
        <pc:picChg chg="add mod">
          <ac:chgData name="裴 熙隆" userId="d70ee545ee25833c" providerId="LiveId" clId="{B684D470-22EE-4533-B0FB-03780E6D1B0B}" dt="2025-10-09T07:07:33.020" v="321" actId="1076"/>
          <ac:picMkLst>
            <pc:docMk/>
            <pc:sldMk cId="1599201057" sldId="260"/>
            <ac:picMk id="7" creationId="{24E1F77C-1E8C-4B9F-A613-90EC7ECFDBCF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8" creationId="{54D94548-D705-4092-B766-0EBA0EBA04EB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10" creationId="{63B9FE0C-4AFD-42C5-9342-2E702E293555}"/>
          </ac:picMkLst>
        </pc:picChg>
      </pc:sldChg>
      <pc:sldChg chg="add">
        <pc:chgData name="裴 熙隆" userId="d70ee545ee25833c" providerId="LiveId" clId="{B684D470-22EE-4533-B0FB-03780E6D1B0B}" dt="2025-10-14T04:10:54.210" v="511"/>
        <pc:sldMkLst>
          <pc:docMk/>
          <pc:sldMk cId="2940007549" sldId="261"/>
        </pc:sldMkLst>
      </pc:sldChg>
      <pc:sldChg chg="del">
        <pc:chgData name="裴 熙隆" userId="d70ee545ee25833c" providerId="LiveId" clId="{B684D470-22EE-4533-B0FB-03780E6D1B0B}" dt="2025-10-09T07:54:30.876" v="493" actId="47"/>
        <pc:sldMkLst>
          <pc:docMk/>
          <pc:sldMk cId="2986145847" sldId="261"/>
        </pc:sldMkLst>
      </pc:sldChg>
      <pc:sldChg chg="add del">
        <pc:chgData name="裴 熙隆" userId="d70ee545ee25833c" providerId="LiveId" clId="{B684D470-22EE-4533-B0FB-03780E6D1B0B}" dt="2025-10-09T07:54:30.175" v="492" actId="47"/>
        <pc:sldMkLst>
          <pc:docMk/>
          <pc:sldMk cId="348858300" sldId="262"/>
        </pc:sldMkLst>
      </pc:sldChg>
      <pc:sldChg chg="add">
        <pc:chgData name="裴 熙隆" userId="d70ee545ee25833c" providerId="LiveId" clId="{B684D470-22EE-4533-B0FB-03780E6D1B0B}" dt="2025-10-19T06:58:45.161" v="715"/>
        <pc:sldMkLst>
          <pc:docMk/>
          <pc:sldMk cId="640387381" sldId="262"/>
        </pc:sldMkLst>
      </pc:sldChg>
    </pc:docChg>
  </pc:docChgLst>
  <pc:docChgLst>
    <pc:chgData name="裴 熙隆" userId="d70ee545ee25833c" providerId="LiveId" clId="{8C35E1DC-3828-4A4A-AB15-791271A46D36}"/>
    <pc:docChg chg="undo redo custSel addSld delSld modSld sldOrd modMainMaster modNotesMaster">
      <pc:chgData name="裴 熙隆" userId="d70ee545ee25833c" providerId="LiveId" clId="{8C35E1DC-3828-4A4A-AB15-791271A46D36}" dt="2026-01-26T14:19:57.720" v="561"/>
      <pc:docMkLst>
        <pc:docMk/>
      </pc:docMkLst>
      <pc:sldChg chg="modSp modNotes">
        <pc:chgData name="裴 熙隆" userId="d70ee545ee25833c" providerId="LiveId" clId="{8C35E1DC-3828-4A4A-AB15-791271A46D36}" dt="2026-01-05T13:10:57.115" v="159"/>
        <pc:sldMkLst>
          <pc:docMk/>
          <pc:sldMk cId="2108633778" sldId="257"/>
        </pc:sldMkLst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0" creationId="{A25F084B-8E2A-434F-89C1-FB8047CCA79E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22" creationId="{00B7ADEF-8C1E-4DCB-8009-9C6B3A6DBD8C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50" creationId="{6BDD76B2-2EF1-40D3-A62E-B4E27145D97A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53" creationId="{A115B632-18AD-49B0-86CC-1FA5AD2C9A01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11" creationId="{F2E2C323-3698-474F-874A-0B4C60472B5D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13" creationId="{DE554261-B034-4E33-ABEE-1AA94172FCE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15" creationId="{7466C8D5-C668-4FEC-9339-53D565A50B08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21" creationId="{4A29E2AF-4795-4FEC-82C2-2B38B66C9949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23" creationId="{468975CC-5899-499A-9214-38F003E7F6C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25" creationId="{3E0D4D7C-75A7-42FA-B4CC-9680CA198ACE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27" creationId="{011AC10C-C38F-4F73-8956-EBE09635EF61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28" creationId="{403D12B4-5EAE-4B7C-9F66-F818A3ADEB9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29" creationId="{130B16B1-6AA8-47CB-AEB5-6224E964CE1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32" creationId="{D479493B-86C9-478B-A655-1A20F964823C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36" creationId="{066A4A03-626A-4A11-8F80-BC8DC185A48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37" creationId="{EDD57F05-2E54-4DE2-8FBF-6F5270B53E60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38" creationId="{A40E3E78-8907-4A0A-A6EB-A10F63C3B5E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39" creationId="{BA346189-3A2C-4F4C-9EB7-56913EC7FF8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40" creationId="{4FE63F6D-9125-40C6-88CA-E9306CD5885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41" creationId="{9D7B99AA-CD59-4B9B-81DD-99A5407DA182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42" creationId="{C32B289C-89D8-49CA-862A-6624596674DE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43" creationId="{C47C87FC-51E6-4D15-8488-02A1565561BD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53" creationId="{402624E0-036F-4B0A-B018-283C4D34D224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61" creationId="{1B7E6E98-BE1E-4B64-8CC9-7D698C1B2CCF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62" creationId="{BE8794AD-4871-48D9-8908-E7A0F096154C}"/>
          </ac:spMkLst>
        </pc:sp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2108633778" sldId="257"/>
            <ac:picMk id="20" creationId="{659AB4F9-C06C-49C5-AFDB-5468058CF636}"/>
          </ac:picMkLst>
        </pc:pic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2108633778" sldId="257"/>
            <ac:picMk id="33" creationId="{66F97F53-F9F9-4A07-A711-03EDA6F7680F}"/>
          </ac:picMkLst>
        </pc:pic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3" creationId="{90626465-BA73-4118-9A58-8033B0A679ED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30" creationId="{66E8AE3A-63C3-4142-96AC-8B2F30F7D9D0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44" creationId="{25A82A1C-D356-4B76-B9C4-BFDC68E28DCB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46" creationId="{142CD69C-C388-4523-9189-D12A0734967B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48" creationId="{6C98E931-A788-4F40-86AD-8A81E41C67FE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04" creationId="{8F573D05-11A5-422E-A777-7839BDF56D13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09" creationId="{DBB2C401-396D-4ED4-BD93-C24E3161AC2D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17" creationId="{EE2CDE52-8CA1-4BE1-AC84-481CB89B83ED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48" creationId="{04C7A379-E57B-450D-BA65-0381B65272AC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49" creationId="{B139D756-9F3D-41C3-8E92-7A464B015AC4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54" creationId="{4CD0ABCD-EF5E-47B3-8BD0-FE360F1DD1F7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58" creationId="{E3AB8513-8017-4C18-AB2A-678623407DAB}"/>
          </ac:cxnSpMkLst>
        </pc:cxnChg>
      </pc:sldChg>
      <pc:sldChg chg="modSp modNotes">
        <pc:chgData name="裴 熙隆" userId="d70ee545ee25833c" providerId="LiveId" clId="{8C35E1DC-3828-4A4A-AB15-791271A46D36}" dt="2026-01-05T13:10:57.115" v="159"/>
        <pc:sldMkLst>
          <pc:docMk/>
          <pc:sldMk cId="1599201057" sldId="260"/>
        </pc:sldMkLst>
        <pc:picChg chg="mod">
          <ac:chgData name="裴 熙隆" userId="d70ee545ee25833c" providerId="LiveId" clId="{8C35E1DC-3828-4A4A-AB15-791271A46D36}" dt="2026-01-05T13:10:57.115" v="159"/>
          <ac:picMkLst>
            <pc:docMk/>
            <pc:sldMk cId="1599201057" sldId="260"/>
            <ac:picMk id="4" creationId="{6FE8D1F2-13F9-6AEA-EF4B-F81818FE6D89}"/>
          </ac:picMkLst>
        </pc:pic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1599201057" sldId="260"/>
            <ac:picMk id="7" creationId="{24E1F77C-1E8C-4B9F-A613-90EC7ECFDBCF}"/>
          </ac:picMkLst>
        </pc:picChg>
      </pc:sldChg>
      <pc:sldChg chg="modSp modNotes">
        <pc:chgData name="裴 熙隆" userId="d70ee545ee25833c" providerId="LiveId" clId="{8C35E1DC-3828-4A4A-AB15-791271A46D36}" dt="2026-01-05T13:10:57.115" v="159"/>
        <pc:sldMkLst>
          <pc:docMk/>
          <pc:sldMk cId="2940007549" sldId="261"/>
        </pc:sldMkLst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0" creationId="{A25F084B-8E2A-434F-89C1-FB8047CCA79E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22" creationId="{00B7ADEF-8C1E-4DCB-8009-9C6B3A6DBD8C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53" creationId="{A115B632-18AD-49B0-86CC-1FA5AD2C9A01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11" creationId="{F2E2C323-3698-474F-874A-0B4C60472B5D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13" creationId="{DE554261-B034-4E33-ABEE-1AA94172FCE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15" creationId="{7466C8D5-C668-4FEC-9339-53D565A50B08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21" creationId="{4A29E2AF-4795-4FEC-82C2-2B38B66C9949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23" creationId="{468975CC-5899-499A-9214-38F003E7F6C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25" creationId="{3E0D4D7C-75A7-42FA-B4CC-9680CA198ACE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27" creationId="{011AC10C-C38F-4F73-8956-EBE09635EF61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28" creationId="{403D12B4-5EAE-4B7C-9F66-F818A3ADEB9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29" creationId="{130B16B1-6AA8-47CB-AEB5-6224E964CE1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2" creationId="{D479493B-86C9-478B-A655-1A20F964823C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3" creationId="{96773FF4-56C1-4080-BECF-97952A67265C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4" creationId="{1C25D86C-E6FD-4608-8A34-EE375FA1CDA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5" creationId="{020D260D-58A7-4645-B1A6-9380BAD65B7F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6" creationId="{066A4A03-626A-4A11-8F80-BC8DC185A48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7" creationId="{EDD57F05-2E54-4DE2-8FBF-6F5270B53E60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8" creationId="{A40E3E78-8907-4A0A-A6EB-A10F63C3B5E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9" creationId="{BA346189-3A2C-4F4C-9EB7-56913EC7FF8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40" creationId="{4FE63F6D-9125-40C6-88CA-E9306CD5885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41" creationId="{9D7B99AA-CD59-4B9B-81DD-99A5407DA182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42" creationId="{C32B289C-89D8-49CA-862A-6624596674DE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43" creationId="{C47C87FC-51E6-4D15-8488-02A1565561BD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47" creationId="{8C2E040C-2847-44B3-9628-B7CF15024B4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53" creationId="{402624E0-036F-4B0A-B018-283C4D34D224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61" creationId="{1B7E6E98-BE1E-4B64-8CC9-7D698C1B2CCF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62" creationId="{BE8794AD-4871-48D9-8908-E7A0F096154C}"/>
          </ac:spMkLst>
        </pc:sp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2940007549" sldId="261"/>
            <ac:picMk id="20" creationId="{659AB4F9-C06C-49C5-AFDB-5468058CF636}"/>
          </ac:picMkLst>
        </pc:pic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2940007549" sldId="261"/>
            <ac:picMk id="33" creationId="{66F97F53-F9F9-4A07-A711-03EDA6F7680F}"/>
          </ac:picMkLst>
        </pc:pic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2940007549" sldId="261"/>
            <ac:picMk id="130" creationId="{2F719659-7ECC-4855-9D55-8D1B61CFAEA5}"/>
          </ac:picMkLst>
        </pc:pic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2940007549" sldId="261"/>
            <ac:picMk id="131" creationId="{525BBE09-0265-4355-9CF0-A7FA62D99596}"/>
          </ac:picMkLst>
        </pc:pic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3" creationId="{90626465-BA73-4118-9A58-8033B0A679ED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30" creationId="{66E8AE3A-63C3-4142-96AC-8B2F30F7D9D0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44" creationId="{25A82A1C-D356-4B76-B9C4-BFDC68E28DCB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04" creationId="{8F573D05-11A5-422E-A777-7839BDF56D13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09" creationId="{DBB2C401-396D-4ED4-BD93-C24E3161AC2D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17" creationId="{EE2CDE52-8CA1-4BE1-AC84-481CB89B83ED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44" creationId="{76DD8C9B-8A0B-4241-9106-BEEE20E69902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46" creationId="{C3DA7675-1F1A-44E3-A5AC-0F631F1F32A5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48" creationId="{04C7A379-E57B-450D-BA65-0381B65272AC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49" creationId="{B139D756-9F3D-41C3-8E92-7A464B015AC4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54" creationId="{4CD0ABCD-EF5E-47B3-8BD0-FE360F1DD1F7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58" creationId="{E3AB8513-8017-4C18-AB2A-678623407DAB}"/>
          </ac:cxnSpMkLst>
        </pc:cxnChg>
      </pc:sldChg>
      <pc:sldChg chg="addSp delSp modSp mod ord modNotes">
        <pc:chgData name="裴 熙隆" userId="d70ee545ee25833c" providerId="LiveId" clId="{8C35E1DC-3828-4A4A-AB15-791271A46D36}" dt="2026-01-22T12:19:40.109" v="558" actId="20577"/>
        <pc:sldMkLst>
          <pc:docMk/>
          <pc:sldMk cId="640387381" sldId="262"/>
        </pc:sldMkLst>
        <pc:spChg chg="add mod ord">
          <ac:chgData name="裴 熙隆" userId="d70ee545ee25833c" providerId="LiveId" clId="{8C35E1DC-3828-4A4A-AB15-791271A46D36}" dt="2026-01-22T12:15:30.368" v="557" actId="207"/>
          <ac:spMkLst>
            <pc:docMk/>
            <pc:sldMk cId="640387381" sldId="262"/>
            <ac:spMk id="2" creationId="{8F7DFD6A-3466-4BF9-890F-B1BCD21484FF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0" creationId="{A25F084B-8E2A-434F-89C1-FB8047CCA79E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22" creationId="{00B7ADEF-8C1E-4DCB-8009-9C6B3A6DBD8C}"/>
          </ac:spMkLst>
        </pc:spChg>
        <pc:spChg chg="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33" creationId="{892E1304-814B-4C5E-8E58-7160CD7506C9}"/>
          </ac:spMkLst>
        </pc:spChg>
        <pc:spChg chg="del mod">
          <ac:chgData name="裴 熙隆" userId="d70ee545ee25833c" providerId="LiveId" clId="{8C35E1DC-3828-4A4A-AB15-791271A46D36}" dt="2026-01-05T11:45:41.820" v="33" actId="478"/>
          <ac:spMkLst>
            <pc:docMk/>
            <pc:sldMk cId="640387381" sldId="262"/>
            <ac:spMk id="34" creationId="{4490EA50-4195-4465-9E24-47374BE7F127}"/>
          </ac:spMkLst>
        </pc:spChg>
        <pc:spChg chg="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35" creationId="{DFBCCFD8-C8FE-4885-8CEF-208BF5199A46}"/>
          </ac:spMkLst>
        </pc:spChg>
        <pc:spChg chg="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36" creationId="{AE5116E4-3500-4252-8F13-91EB2F3037B8}"/>
          </ac:spMkLst>
        </pc:spChg>
        <pc:spChg chg="add del mod">
          <ac:chgData name="裴 熙隆" userId="d70ee545ee25833c" providerId="LiveId" clId="{8C35E1DC-3828-4A4A-AB15-791271A46D36}" dt="2026-01-05T11:46:38.121" v="42" actId="478"/>
          <ac:spMkLst>
            <pc:docMk/>
            <pc:sldMk cId="640387381" sldId="262"/>
            <ac:spMk id="37" creationId="{113EF548-FC4F-41F2-9434-E5C209F41A3E}"/>
          </ac:spMkLst>
        </pc:spChg>
        <pc:spChg chg="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38" creationId="{9E096BCA-4379-48EE-99DE-E10CEBEC0DD8}"/>
          </ac:spMkLst>
        </pc:spChg>
        <pc:spChg chg="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39" creationId="{E3C2D16F-C996-4204-8201-FAC2FBA515D3}"/>
          </ac:spMkLst>
        </pc:spChg>
        <pc:spChg chg="del mod">
          <ac:chgData name="裴 熙隆" userId="d70ee545ee25833c" providerId="LiveId" clId="{8C35E1DC-3828-4A4A-AB15-791271A46D36}" dt="2026-01-05T11:49:42.690" v="61" actId="478"/>
          <ac:spMkLst>
            <pc:docMk/>
            <pc:sldMk cId="640387381" sldId="262"/>
            <ac:spMk id="40" creationId="{560EC9A4-E99C-4A12-9D3B-6563B6D93E25}"/>
          </ac:spMkLst>
        </pc:spChg>
        <pc:spChg chg="del mod">
          <ac:chgData name="裴 熙隆" userId="d70ee545ee25833c" providerId="LiveId" clId="{8C35E1DC-3828-4A4A-AB15-791271A46D36}" dt="2026-01-05T11:49:41.920" v="60" actId="478"/>
          <ac:spMkLst>
            <pc:docMk/>
            <pc:sldMk cId="640387381" sldId="262"/>
            <ac:spMk id="41" creationId="{2C74D242-3DF2-4A61-96CB-F2FE93713C1C}"/>
          </ac:spMkLst>
        </pc:spChg>
        <pc:spChg chg="del mod">
          <ac:chgData name="裴 熙隆" userId="d70ee545ee25833c" providerId="LiveId" clId="{8C35E1DC-3828-4A4A-AB15-791271A46D36}" dt="2026-01-05T11:49:45.139" v="63" actId="478"/>
          <ac:spMkLst>
            <pc:docMk/>
            <pc:sldMk cId="640387381" sldId="262"/>
            <ac:spMk id="42" creationId="{75BFB6B6-70AD-47EE-8FDB-09EBD8B84DB2}"/>
          </ac:spMkLst>
        </pc:spChg>
        <pc:spChg chg="del mod">
          <ac:chgData name="裴 熙隆" userId="d70ee545ee25833c" providerId="LiveId" clId="{8C35E1DC-3828-4A4A-AB15-791271A46D36}" dt="2026-01-05T11:49:48.650" v="66" actId="478"/>
          <ac:spMkLst>
            <pc:docMk/>
            <pc:sldMk cId="640387381" sldId="262"/>
            <ac:spMk id="43" creationId="{007F9C24-154C-43D6-9492-7633B8A050E4}"/>
          </ac:spMkLst>
        </pc:spChg>
        <pc:spChg chg="del mod">
          <ac:chgData name="裴 熙隆" userId="d70ee545ee25833c" providerId="LiveId" clId="{8C35E1DC-3828-4A4A-AB15-791271A46D36}" dt="2026-01-05T11:49:46.642" v="64" actId="478"/>
          <ac:spMkLst>
            <pc:docMk/>
            <pc:sldMk cId="640387381" sldId="262"/>
            <ac:spMk id="44" creationId="{70FFA72C-A34A-44B2-B18E-597E8A14E4CD}"/>
          </ac:spMkLst>
        </pc:spChg>
        <pc:spChg chg="del mod">
          <ac:chgData name="裴 熙隆" userId="d70ee545ee25833c" providerId="LiveId" clId="{8C35E1DC-3828-4A4A-AB15-791271A46D36}" dt="2026-01-05T11:49:44.290" v="62" actId="478"/>
          <ac:spMkLst>
            <pc:docMk/>
            <pc:sldMk cId="640387381" sldId="262"/>
            <ac:spMk id="45" creationId="{0EE06DCA-9650-4852-B090-A8BD397CC3C0}"/>
          </ac:spMkLst>
        </pc:spChg>
        <pc:spChg chg="mod">
          <ac:chgData name="裴 熙隆" userId="d70ee545ee25833c" providerId="LiveId" clId="{8C35E1DC-3828-4A4A-AB15-791271A46D36}" dt="2026-01-05T11:45:55.040" v="35" actId="2711"/>
          <ac:spMkLst>
            <pc:docMk/>
            <pc:sldMk cId="640387381" sldId="262"/>
            <ac:spMk id="47" creationId="{C94CF155-B539-4F65-BF11-5B11CD59905E}"/>
          </ac:spMkLst>
        </pc:spChg>
        <pc:spChg chg="mod">
          <ac:chgData name="裴 熙隆" userId="d70ee545ee25833c" providerId="LiveId" clId="{8C35E1DC-3828-4A4A-AB15-791271A46D36}" dt="2026-01-05T11:45:55.040" v="35" actId="2711"/>
          <ac:spMkLst>
            <pc:docMk/>
            <pc:sldMk cId="640387381" sldId="262"/>
            <ac:spMk id="48" creationId="{3E4A0F28-5CF1-44D6-BBB1-CFA7352E5461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0" creationId="{23CD9412-16A4-4531-A8E1-711A0AA5CA59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50" creationId="{6BDD76B2-2EF1-40D3-A62E-B4E27145D97A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1" creationId="{0A0BC91E-0325-4C63-886F-2B862A48E0D6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2" creationId="{8337C30F-DAE3-46E9-96BC-0DC9D8177CC7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53" creationId="{A115B632-18AD-49B0-86CC-1FA5AD2C9A01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3" creationId="{A92C417F-9EFB-4EA1-9976-11E4C28808D7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4" creationId="{3A993A0A-E401-4D26-B771-E9506F456603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5" creationId="{AB2142BD-F5CD-467F-859C-1F2954122E15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6" creationId="{CF6DBEA4-F893-4FD8-9BE7-A7C74A8C89A7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7" creationId="{062B7A52-544B-4229-AE5D-AD3B0CDAD563}"/>
          </ac:spMkLst>
        </pc:spChg>
        <pc:spChg chg="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8" creationId="{7E9E4707-2F47-4533-B572-5BC657DA933B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59" creationId="{C29E54A8-D627-4F73-82C7-01F06C9BFBD1}"/>
          </ac:spMkLst>
        </pc:spChg>
        <pc:spChg chg="del mod">
          <ac:chgData name="裴 熙隆" userId="d70ee545ee25833c" providerId="LiveId" clId="{8C35E1DC-3828-4A4A-AB15-791271A46D36}" dt="2026-01-05T11:50:33.742" v="70" actId="478"/>
          <ac:spMkLst>
            <pc:docMk/>
            <pc:sldMk cId="640387381" sldId="262"/>
            <ac:spMk id="59" creationId="{EDE41735-FB4F-4398-A324-E9642300C528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61" creationId="{066E0EB3-BDF5-4B5D-B9AD-0543BAECA105}"/>
          </ac:spMkLst>
        </pc:spChg>
        <pc:spChg chg="add 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62" creationId="{4570722B-20D0-4491-827A-6B66A856A13D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3" creationId="{4DCD953E-9050-4A1C-B2E2-9CA837A8EFF8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4" creationId="{31A8FC46-8092-4F38-AC10-AC17665D787A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5" creationId="{6AD5A01A-C9AA-491C-AAAC-9B6A37D196E0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6" creationId="{DC78E948-A14F-4CE4-B303-ABE0FB89ACC4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7" creationId="{958B2AEB-07CB-48C0-B750-47624563037C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8" creationId="{BC59534F-C7DD-4D36-A3D5-583913FC3E42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9" creationId="{66057FA5-D018-416B-9063-A34BAEE26DC7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0" creationId="{25458BED-DF70-4EAB-B700-2FF611FCA73D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1" creationId="{86D16C80-DF76-4D54-AB26-3BABFAE81F94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2" creationId="{8C1E543D-A86D-4148-9A5F-88A8456F6C91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3" creationId="{624F9CB0-4B70-4B33-86A7-365011EDD341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4" creationId="{DA78F125-FB24-4105-931E-1225233AACB8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5" creationId="{28F50DD6-8FF1-42FB-B6E0-051B9B7FD3AB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6" creationId="{99DA7E91-05C8-4C57-A84B-003E07C68AA9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7" creationId="{3DA91A52-7059-4197-8D2A-4B4CEC44D16A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78" creationId="{3AB9C6B7-E459-4EF4-95E8-4B4F73193EA6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79" creationId="{A9E3E363-32EB-429B-BC4F-5202E85D9181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80" creationId="{7EBBF2AE-24F0-46E3-98B3-B669E051EAD1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81" creationId="{44A11677-ED7A-406C-8A8F-CE8B497FE4DF}"/>
          </ac:spMkLst>
        </pc:spChg>
        <pc:spChg chg="add mod topLvl">
          <ac:chgData name="裴 熙隆" userId="d70ee545ee25833c" providerId="LiveId" clId="{8C35E1DC-3828-4A4A-AB15-791271A46D36}" dt="2026-01-22T12:14:08.005" v="487" actId="1076"/>
          <ac:spMkLst>
            <pc:docMk/>
            <pc:sldMk cId="640387381" sldId="262"/>
            <ac:spMk id="82" creationId="{A0B3EAC8-51DD-4B79-8538-FB58A6D7019C}"/>
          </ac:spMkLst>
        </pc:spChg>
        <pc:spChg chg="add del mod topLvl">
          <ac:chgData name="裴 熙隆" userId="d70ee545ee25833c" providerId="LiveId" clId="{8C35E1DC-3828-4A4A-AB15-791271A46D36}" dt="2026-01-22T10:21:08.001" v="474" actId="478"/>
          <ac:spMkLst>
            <pc:docMk/>
            <pc:sldMk cId="640387381" sldId="262"/>
            <ac:spMk id="83" creationId="{FC5EB41E-7CC9-4C96-9F90-51BB84F5C68F}"/>
          </ac:spMkLst>
        </pc:spChg>
        <pc:spChg chg="add del mod topLvl">
          <ac:chgData name="裴 熙隆" userId="d70ee545ee25833c" providerId="LiveId" clId="{8C35E1DC-3828-4A4A-AB15-791271A46D36}" dt="2026-01-22T10:21:05.793" v="472" actId="478"/>
          <ac:spMkLst>
            <pc:docMk/>
            <pc:sldMk cId="640387381" sldId="262"/>
            <ac:spMk id="84" creationId="{35CFF612-8823-4EE9-9BA1-9DD451370A3E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85" creationId="{B155D1A8-267C-4503-A1AC-0B51C4AC12DF}"/>
          </ac:spMkLst>
        </pc:spChg>
        <pc:spChg chg="add mod topLvl">
          <ac:chgData name="裴 熙隆" userId="d70ee545ee25833c" providerId="LiveId" clId="{8C35E1DC-3828-4A4A-AB15-791271A46D36}" dt="2026-01-22T10:21:03.658" v="471" actId="165"/>
          <ac:spMkLst>
            <pc:docMk/>
            <pc:sldMk cId="640387381" sldId="262"/>
            <ac:spMk id="86" creationId="{30D682A0-B427-4072-9418-0BC6B509321B}"/>
          </ac:spMkLst>
        </pc:spChg>
        <pc:spChg chg="add del mod topLvl">
          <ac:chgData name="裴 熙隆" userId="d70ee545ee25833c" providerId="LiveId" clId="{8C35E1DC-3828-4A4A-AB15-791271A46D36}" dt="2026-01-22T10:21:08.975" v="475" actId="478"/>
          <ac:spMkLst>
            <pc:docMk/>
            <pc:sldMk cId="640387381" sldId="262"/>
            <ac:spMk id="87" creationId="{1061AA49-E668-4DE7-8E5D-CB8E1992D5F8}"/>
          </ac:spMkLst>
        </pc:spChg>
        <pc:spChg chg="add del mod topLvl">
          <ac:chgData name="裴 熙隆" userId="d70ee545ee25833c" providerId="LiveId" clId="{8C35E1DC-3828-4A4A-AB15-791271A46D36}" dt="2026-01-22T10:21:06.964" v="473" actId="478"/>
          <ac:spMkLst>
            <pc:docMk/>
            <pc:sldMk cId="640387381" sldId="262"/>
            <ac:spMk id="88" creationId="{6F268FE1-36F6-4710-B924-8841C650E676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89" creationId="{F370BEDF-D165-4F45-9EA3-358BAA4F024C}"/>
          </ac:spMkLst>
        </pc:spChg>
        <pc:spChg chg="add del mod topLvl">
          <ac:chgData name="裴 熙隆" userId="d70ee545ee25833c" providerId="LiveId" clId="{8C35E1DC-3828-4A4A-AB15-791271A46D36}" dt="2026-01-22T10:21:09.922" v="476" actId="478"/>
          <ac:spMkLst>
            <pc:docMk/>
            <pc:sldMk cId="640387381" sldId="262"/>
            <ac:spMk id="90" creationId="{DB988745-32BE-43E6-9F12-FD86345215B4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91" creationId="{F31962C0-E1C5-436C-BDEE-ACB4ECB6E26D}"/>
          </ac:spMkLst>
        </pc:spChg>
        <pc:spChg chg="add del">
          <ac:chgData name="裴 熙隆" userId="d70ee545ee25833c" providerId="LiveId" clId="{8C35E1DC-3828-4A4A-AB15-791271A46D36}" dt="2026-01-05T11:42:25.386" v="17"/>
          <ac:spMkLst>
            <pc:docMk/>
            <pc:sldMk cId="640387381" sldId="262"/>
            <ac:spMk id="92" creationId="{077B9EB1-C40E-4FAC-B26C-B87D2F950A31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92" creationId="{92C825A4-B946-44CA-BB9B-B31EC7B75D61}"/>
          </ac:spMkLst>
        </pc:spChg>
        <pc:spChg chg="add mod topLvl">
          <ac:chgData name="裴 熙隆" userId="d70ee545ee25833c" providerId="LiveId" clId="{8C35E1DC-3828-4A4A-AB15-791271A46D36}" dt="2026-01-22T10:21:03.658" v="471" actId="165"/>
          <ac:spMkLst>
            <pc:docMk/>
            <pc:sldMk cId="640387381" sldId="262"/>
            <ac:spMk id="93" creationId="{7F471578-BF1A-46C1-BCF0-4664BAB985E8}"/>
          </ac:spMkLst>
        </pc:spChg>
        <pc:spChg chg="add mod">
          <ac:chgData name="裴 熙隆" userId="d70ee545ee25833c" providerId="LiveId" clId="{8C35E1DC-3828-4A4A-AB15-791271A46D36}" dt="2026-01-22T12:19:40.109" v="558" actId="20577"/>
          <ac:spMkLst>
            <pc:docMk/>
            <pc:sldMk cId="640387381" sldId="262"/>
            <ac:spMk id="96" creationId="{23A4100D-A31B-4CE7-AB91-9D5855D4D5F9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97" creationId="{3EE83863-C24F-4B04-93E8-033AC4BC568D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98" creationId="{7B8F0AD8-E2A8-4F47-AA40-ABAD96E35EE8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99" creationId="{F5C17938-B53C-40FB-97F1-D9BDC2CD029F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100" creationId="{41AB1788-5421-4B07-903A-C930D3B1C182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101" creationId="{2ADCED73-EA7D-4E97-AC3B-443201651A9F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3" creationId="{24AFF593-BA9B-43D6-91C3-E44E2988FBBE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4" creationId="{6536C77D-ECF0-462E-A582-E0081E87C7F0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5" creationId="{491231D4-F497-4F22-A727-BCBB9D3E764B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6" creationId="{2FFD004B-7468-4F58-AB53-89EBE77A0DED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7" creationId="{C4F4BF23-FCDE-40D5-A2EC-0CA9153429CD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8" creationId="{F5B2F3AF-D307-4AEE-9C10-1CBAA2AC1054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9" creationId="{36ECD9D7-CDDF-4DD6-9466-E1B4E175AD2E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11" creationId="{F2E2C323-3698-474F-874A-0B4C60472B5D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13" creationId="{DE554261-B034-4E33-ABEE-1AA94172FCEB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15" creationId="{7466C8D5-C668-4FEC-9339-53D565A50B08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21" creationId="{4A29E2AF-4795-4FEC-82C2-2B38B66C9949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23" creationId="{468975CC-5899-499A-9214-38F003E7F6C7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25" creationId="{3E0D4D7C-75A7-42FA-B4CC-9680CA198ACE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27" creationId="{011AC10C-C38F-4F73-8956-EBE09635EF61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28" creationId="{403D12B4-5EAE-4B7C-9F66-F818A3ADEB9B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29" creationId="{130B16B1-6AA8-47CB-AEB5-6224E964CE1B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2" creationId="{D479493B-86C9-478B-A655-1A20F964823C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3" creationId="{96773FF4-56C1-4080-BECF-97952A67265C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4" creationId="{1C25D86C-E6FD-4608-8A34-EE375FA1CDA7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5" creationId="{020D260D-58A7-4645-B1A6-9380BAD65B7F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6" creationId="{066A4A03-626A-4A11-8F80-BC8DC185A483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7" creationId="{EDD57F05-2E54-4DE2-8FBF-6F5270B53E60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8" creationId="{A40E3E78-8907-4A0A-A6EB-A10F63C3B5EB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9" creationId="{BA346189-3A2C-4F4C-9EB7-56913EC7FF8B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40" creationId="{4FE63F6D-9125-40C6-88CA-E9306CD5885B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41" creationId="{9D7B99AA-CD59-4B9B-81DD-99A5407DA182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42" creationId="{C32B289C-89D8-49CA-862A-6624596674DE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43" creationId="{C47C87FC-51E6-4D15-8488-02A1565561BD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53" creationId="{402624E0-036F-4B0A-B018-283C4D34D224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61" creationId="{1B7E6E98-BE1E-4B64-8CC9-7D698C1B2CCF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62" creationId="{BE8794AD-4871-48D9-8908-E7A0F096154C}"/>
          </ac:spMkLst>
        </pc:spChg>
        <pc:grpChg chg="add del mod">
          <ac:chgData name="裴 熙隆" userId="d70ee545ee25833c" providerId="LiveId" clId="{8C35E1DC-3828-4A4A-AB15-791271A46D36}" dt="2026-01-22T10:21:03.658" v="471" actId="165"/>
          <ac:grpSpMkLst>
            <pc:docMk/>
            <pc:sldMk cId="640387381" sldId="262"/>
            <ac:grpSpMk id="2" creationId="{B38287DA-E2AD-4E8D-92E6-13C06871730B}"/>
          </ac:grpSpMkLst>
        </pc:grpChg>
        <pc:grpChg chg="del mod">
          <ac:chgData name="裴 熙隆" userId="d70ee545ee25833c" providerId="LiveId" clId="{8C35E1DC-3828-4A4A-AB15-791271A46D36}" dt="2026-01-05T11:44:38.796" v="29" actId="27803"/>
          <ac:grpSpMkLst>
            <pc:docMk/>
            <pc:sldMk cId="640387381" sldId="262"/>
            <ac:grpSpMk id="32" creationId="{1EBE9F04-FFB2-4AD3-980F-79BD0D8390C5}"/>
          </ac:grpSpMkLst>
        </pc:grpChg>
        <pc:grpChg chg="del mod">
          <ac:chgData name="裴 熙隆" userId="d70ee545ee25833c" providerId="LiveId" clId="{8C35E1DC-3828-4A4A-AB15-791271A46D36}" dt="2026-01-05T11:49:47.655" v="65" actId="478"/>
          <ac:grpSpMkLst>
            <pc:docMk/>
            <pc:sldMk cId="640387381" sldId="262"/>
            <ac:grpSpMk id="46" creationId="{1A20428E-4019-4D55-B5EF-60929C66C887}"/>
          </ac:grpSpMkLst>
        </pc:grpChg>
        <pc:grpChg chg="add del mod">
          <ac:chgData name="裴 熙隆" userId="d70ee545ee25833c" providerId="LiveId" clId="{8C35E1DC-3828-4A4A-AB15-791271A46D36}" dt="2026-01-05T11:49:39.922" v="59" actId="165"/>
          <ac:grpSpMkLst>
            <pc:docMk/>
            <pc:sldMk cId="640387381" sldId="262"/>
            <ac:grpSpMk id="49" creationId="{B898DC3A-ADDB-4C18-B0BC-554A0FD04430}"/>
          </ac:grpSpMkLst>
        </pc:grpChg>
        <pc:grpChg chg="add del mod">
          <ac:chgData name="裴 熙隆" userId="d70ee545ee25833c" providerId="LiveId" clId="{8C35E1DC-3828-4A4A-AB15-791271A46D36}" dt="2026-01-22T10:20:01.384" v="454" actId="165"/>
          <ac:grpSpMkLst>
            <pc:docMk/>
            <pc:sldMk cId="640387381" sldId="262"/>
            <ac:grpSpMk id="60" creationId="{AAE3B95C-A915-4905-B5F0-369E11396E07}"/>
          </ac:grpSpMkLst>
        </pc:grpChg>
        <pc:grpChg chg="add mod">
          <ac:chgData name="裴 熙隆" userId="d70ee545ee25833c" providerId="LiveId" clId="{8C35E1DC-3828-4A4A-AB15-791271A46D36}" dt="2026-01-05T13:13:44.947" v="192" actId="554"/>
          <ac:grpSpMkLst>
            <pc:docMk/>
            <pc:sldMk cId="640387381" sldId="262"/>
            <ac:grpSpMk id="94" creationId="{D30BCD8E-13E6-4185-B3AE-18E4A830E87B}"/>
          </ac:grpSpMkLst>
        </pc:grpChg>
        <pc:grpChg chg="add mod">
          <ac:chgData name="裴 熙隆" userId="d70ee545ee25833c" providerId="LiveId" clId="{8C35E1DC-3828-4A4A-AB15-791271A46D36}" dt="2026-01-05T13:13:44.947" v="192" actId="554"/>
          <ac:grpSpMkLst>
            <pc:docMk/>
            <pc:sldMk cId="640387381" sldId="262"/>
            <ac:grpSpMk id="95" creationId="{B2D84B5E-4B59-43A8-80CD-861D194AB85D}"/>
          </ac:grpSpMkLst>
        </pc:grpChg>
        <pc:grpChg chg="add mod">
          <ac:chgData name="裴 熙隆" userId="d70ee545ee25833c" providerId="LiveId" clId="{8C35E1DC-3828-4A4A-AB15-791271A46D36}" dt="2026-01-22T10:20:58.860" v="470" actId="1076"/>
          <ac:grpSpMkLst>
            <pc:docMk/>
            <pc:sldMk cId="640387381" sldId="262"/>
            <ac:grpSpMk id="102" creationId="{03D1C409-84FB-47D7-B37F-A2C231E6937E}"/>
          </ac:grpSpMkLst>
        </pc:grpChg>
        <pc:graphicFrameChg chg="add del mod">
          <ac:chgData name="裴 熙隆" userId="d70ee545ee25833c" providerId="LiveId" clId="{8C35E1DC-3828-4A4A-AB15-791271A46D36}" dt="2026-01-05T11:38:56.907" v="11"/>
          <ac:graphicFrameMkLst>
            <pc:docMk/>
            <pc:sldMk cId="640387381" sldId="262"/>
            <ac:graphicFrameMk id="28" creationId="{629069D8-4CD9-49F4-AFF0-834F8270A65F}"/>
          </ac:graphicFrameMkLst>
        </pc:graphicFrameChg>
        <pc:graphicFrameChg chg="add del mod">
          <ac:chgData name="裴 熙隆" userId="d70ee545ee25833c" providerId="LiveId" clId="{8C35E1DC-3828-4A4A-AB15-791271A46D36}" dt="2026-01-05T11:44:33.182" v="27"/>
          <ac:graphicFrameMkLst>
            <pc:docMk/>
            <pc:sldMk cId="640387381" sldId="262"/>
            <ac:graphicFrameMk id="29" creationId="{7C9E454C-538E-4DC8-8C5E-2F46A6CDC7DF}"/>
          </ac:graphicFrameMkLst>
        </pc:graphicFrameChg>
        <pc:graphicFrameChg chg="add del mod">
          <ac:chgData name="裴 熙隆" userId="d70ee545ee25833c" providerId="LiveId" clId="{8C35E1DC-3828-4A4A-AB15-791271A46D36}" dt="2026-01-05T11:42:28.561" v="20"/>
          <ac:graphicFrameMkLst>
            <pc:docMk/>
            <pc:sldMk cId="640387381" sldId="262"/>
            <ac:graphicFrameMk id="59" creationId="{899F943B-7440-40C5-985D-D7690D8F1EA0}"/>
          </ac:graphicFrameMkLst>
        </pc:graphicFrameChg>
        <pc:picChg chg="add del mod">
          <ac:chgData name="裴 熙隆" userId="d70ee545ee25833c" providerId="LiveId" clId="{8C35E1DC-3828-4A4A-AB15-791271A46D36}" dt="2026-01-05T11:38:48.342" v="8" actId="478"/>
          <ac:picMkLst>
            <pc:docMk/>
            <pc:sldMk cId="640387381" sldId="262"/>
            <ac:picMk id="4" creationId="{B85DFEF5-6AD6-43F1-BF52-4785E9D16EF1}"/>
          </ac:picMkLst>
        </pc:picChg>
        <pc:picChg chg="del">
          <ac:chgData name="裴 熙隆" userId="d70ee545ee25833c" providerId="LiveId" clId="{8C35E1DC-3828-4A4A-AB15-791271A46D36}" dt="2026-01-05T11:37:28.447" v="2" actId="478"/>
          <ac:picMkLst>
            <pc:docMk/>
            <pc:sldMk cId="640387381" sldId="262"/>
            <ac:picMk id="20" creationId="{659AB4F9-C06C-49C5-AFDB-5468058CF636}"/>
          </ac:picMkLst>
        </pc:picChg>
        <pc:picChg chg="add del mod">
          <ac:chgData name="裴 熙隆" userId="d70ee545ee25833c" providerId="LiveId" clId="{8C35E1DC-3828-4A4A-AB15-791271A46D36}" dt="2026-01-05T11:40:12.084" v="13" actId="478"/>
          <ac:picMkLst>
            <pc:docMk/>
            <pc:sldMk cId="640387381" sldId="262"/>
            <ac:picMk id="31" creationId="{3A88A581-F887-48CB-B1FB-BEA066AEDEB2}"/>
          </ac:picMkLst>
        </pc:picChg>
        <pc:picChg chg="add del mod">
          <ac:chgData name="裴 熙隆" userId="d70ee545ee25833c" providerId="LiveId" clId="{8C35E1DC-3828-4A4A-AB15-791271A46D36}" dt="2026-01-05T11:44:38.796" v="29" actId="27803"/>
          <ac:picMkLst>
            <pc:docMk/>
            <pc:sldMk cId="640387381" sldId="262"/>
            <ac:picMk id="31" creationId="{961F099E-E5C8-47FF-AC08-E72ACC69F8D4}"/>
          </ac:picMkLst>
        </pc:picChg>
        <pc:picChg chg="del">
          <ac:chgData name="裴 熙隆" userId="d70ee545ee25833c" providerId="LiveId" clId="{8C35E1DC-3828-4A4A-AB15-791271A46D36}" dt="2026-01-05T11:37:28.447" v="2" actId="478"/>
          <ac:picMkLst>
            <pc:docMk/>
            <pc:sldMk cId="640387381" sldId="262"/>
            <ac:picMk id="33" creationId="{66F97F53-F9F9-4A07-A711-03EDA6F7680F}"/>
          </ac:picMkLst>
        </pc:picChg>
        <pc:picChg chg="add del mod">
          <ac:chgData name="裴 熙隆" userId="d70ee545ee25833c" providerId="LiveId" clId="{8C35E1DC-3828-4A4A-AB15-791271A46D36}" dt="2026-01-05T11:44:29.911" v="24" actId="478"/>
          <ac:picMkLst>
            <pc:docMk/>
            <pc:sldMk cId="640387381" sldId="262"/>
            <ac:picMk id="61" creationId="{0E80781D-2377-4FE7-ABEC-3FEEE49860B9}"/>
          </ac:picMkLst>
        </pc:picChg>
        <pc:picChg chg="del">
          <ac:chgData name="裴 熙隆" userId="d70ee545ee25833c" providerId="LiveId" clId="{8C35E1DC-3828-4A4A-AB15-791271A46D36}" dt="2026-01-05T11:37:28.447" v="2" actId="478"/>
          <ac:picMkLst>
            <pc:docMk/>
            <pc:sldMk cId="640387381" sldId="262"/>
            <ac:picMk id="130" creationId="{2F719659-7ECC-4855-9D55-8D1B61CFAEA5}"/>
          </ac:picMkLst>
        </pc:picChg>
        <pc:picChg chg="del">
          <ac:chgData name="裴 熙隆" userId="d70ee545ee25833c" providerId="LiveId" clId="{8C35E1DC-3828-4A4A-AB15-791271A46D36}" dt="2026-01-05T11:37:28.447" v="2" actId="478"/>
          <ac:picMkLst>
            <pc:docMk/>
            <pc:sldMk cId="640387381" sldId="262"/>
            <ac:picMk id="131" creationId="{525BBE09-0265-4355-9CF0-A7FA62D99596}"/>
          </ac:picMkLst>
        </pc:pic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3" creationId="{90626465-BA73-4118-9A58-8033B0A679ED}"/>
          </ac:cxnSpMkLst>
        </pc:cxnChg>
        <pc:cxnChg chg="del mod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30" creationId="{66E8AE3A-63C3-4142-96AC-8B2F30F7D9D0}"/>
          </ac:cxnSpMkLst>
        </pc:cxnChg>
        <pc:cxnChg chg="del mod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44" creationId="{25A82A1C-D356-4B76-B9C4-BFDC68E28DCB}"/>
          </ac:cxnSpMkLst>
        </pc:cxn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46" creationId="{142CD69C-C388-4523-9189-D12A0734967B}"/>
          </ac:cxnSpMkLst>
        </pc:cxn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48" creationId="{6C98E931-A788-4F40-86AD-8A81E41C67FE}"/>
          </ac:cxnSpMkLst>
        </pc:cxn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04" creationId="{8F573D05-11A5-422E-A777-7839BDF56D13}"/>
          </ac:cxnSpMkLst>
        </pc:cxn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09" creationId="{DBB2C401-396D-4ED4-BD93-C24E3161AC2D}"/>
          </ac:cxnSpMkLst>
        </pc:cxnChg>
        <pc:cxnChg chg="del mod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17" creationId="{EE2CDE52-8CA1-4BE1-AC84-481CB89B83ED}"/>
          </ac:cxnSpMkLst>
        </pc:cxnChg>
        <pc:cxnChg chg="del mod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48" creationId="{04C7A379-E57B-450D-BA65-0381B65272AC}"/>
          </ac:cxnSpMkLst>
        </pc:cxnChg>
        <pc:cxnChg chg="del mod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49" creationId="{B139D756-9F3D-41C3-8E92-7A464B015AC4}"/>
          </ac:cxnSpMkLst>
        </pc:cxn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54" creationId="{4CD0ABCD-EF5E-47B3-8BD0-FE360F1DD1F7}"/>
          </ac:cxnSpMkLst>
        </pc:cxn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58" creationId="{E3AB8513-8017-4C18-AB2A-678623407DAB}"/>
          </ac:cxnSpMkLst>
        </pc:cxnChg>
      </pc:sldChg>
      <pc:sldChg chg="modSp add mod modNotes">
        <pc:chgData name="裴 熙隆" userId="d70ee545ee25833c" providerId="LiveId" clId="{8C35E1DC-3828-4A4A-AB15-791271A46D36}" dt="2026-01-05T13:10:57.115" v="159"/>
        <pc:sldMkLst>
          <pc:docMk/>
          <pc:sldMk cId="3293505916" sldId="263"/>
        </pc:sldMkLst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33" creationId="{892E1304-814B-4C5E-8E58-7160CD7506C9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35" creationId="{DFBCCFD8-C8FE-4885-8CEF-208BF5199A46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36" creationId="{AE5116E4-3500-4252-8F13-91EB2F3037B8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38" creationId="{9E096BCA-4379-48EE-99DE-E10CEBEC0DD8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39" creationId="{E3C2D16F-C996-4204-8201-FAC2FBA515D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0" creationId="{23CD9412-16A4-4531-A8E1-711A0AA5CA59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1" creationId="{0A0BC91E-0325-4C63-886F-2B862A48E0D6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2" creationId="{8337C30F-DAE3-46E9-96BC-0DC9D8177CC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3" creationId="{A92C417F-9EFB-4EA1-9976-11E4C28808D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4" creationId="{3A993A0A-E401-4D26-B771-E9506F45660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5" creationId="{AB2142BD-F5CD-467F-859C-1F2954122E15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6" creationId="{CF6DBEA4-F893-4FD8-9BE7-A7C74A8C89A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7" creationId="{062B7A52-544B-4229-AE5D-AD3B0CDAD56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8" creationId="{7E9E4707-2F47-4533-B572-5BC657DA933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62" creationId="{4570722B-20D0-4491-827A-6B66A856A13D}"/>
          </ac:spMkLst>
        </pc:spChg>
      </pc:sldChg>
      <pc:sldChg chg="addSp modSp add mod modNotes">
        <pc:chgData name="裴 熙隆" userId="d70ee545ee25833c" providerId="LiveId" clId="{8C35E1DC-3828-4A4A-AB15-791271A46D36}" dt="2026-01-05T13:10:57.115" v="159"/>
        <pc:sldMkLst>
          <pc:docMk/>
          <pc:sldMk cId="4199154527" sldId="264"/>
        </pc:sldMkLst>
        <pc:spChg chg="add 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17" creationId="{22EF692D-A8F1-4B8C-8A3D-98E5A542ADF2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33" creationId="{892E1304-814B-4C5E-8E58-7160CD7506C9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35" creationId="{DFBCCFD8-C8FE-4885-8CEF-208BF5199A46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36" creationId="{AE5116E4-3500-4252-8F13-91EB2F3037B8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38" creationId="{9E096BCA-4379-48EE-99DE-E10CEBEC0DD8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39" creationId="{E3C2D16F-C996-4204-8201-FAC2FBA515D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0" creationId="{23CD9412-16A4-4531-A8E1-711A0AA5CA59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1" creationId="{0A0BC91E-0325-4C63-886F-2B862A48E0D6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2" creationId="{8337C30F-DAE3-46E9-96BC-0DC9D8177CC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3" creationId="{A92C417F-9EFB-4EA1-9976-11E4C28808D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4" creationId="{3A993A0A-E401-4D26-B771-E9506F45660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5" creationId="{AB2142BD-F5CD-467F-859C-1F2954122E15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6" creationId="{CF6DBEA4-F893-4FD8-9BE7-A7C74A8C89A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7" creationId="{062B7A52-544B-4229-AE5D-AD3B0CDAD56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8" creationId="{7E9E4707-2F47-4533-B572-5BC657DA933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62" creationId="{4570722B-20D0-4491-827A-6B66A856A13D}"/>
          </ac:spMkLst>
        </pc:spChg>
      </pc:sldChg>
      <pc:sldChg chg="delSp new del mod">
        <pc:chgData name="裴 熙隆" userId="d70ee545ee25833c" providerId="LiveId" clId="{8C35E1DC-3828-4A4A-AB15-791271A46D36}" dt="2026-01-05T13:11:21.286" v="163" actId="47"/>
        <pc:sldMkLst>
          <pc:docMk/>
          <pc:sldMk cId="981750354" sldId="265"/>
        </pc:sldMkLst>
        <pc:spChg chg="del">
          <ac:chgData name="裴 熙隆" userId="d70ee545ee25833c" providerId="LiveId" clId="{8C35E1DC-3828-4A4A-AB15-791271A46D36}" dt="2026-01-05T13:11:19.422" v="161" actId="478"/>
          <ac:spMkLst>
            <pc:docMk/>
            <pc:sldMk cId="981750354" sldId="265"/>
            <ac:spMk id="2" creationId="{E677F480-B694-4552-9622-CBB9FAD0B985}"/>
          </ac:spMkLst>
        </pc:spChg>
        <pc:spChg chg="del">
          <ac:chgData name="裴 熙隆" userId="d70ee545ee25833c" providerId="LiveId" clId="{8C35E1DC-3828-4A4A-AB15-791271A46D36}" dt="2026-01-05T13:11:20.543" v="162" actId="478"/>
          <ac:spMkLst>
            <pc:docMk/>
            <pc:sldMk cId="981750354" sldId="265"/>
            <ac:spMk id="3" creationId="{C6871289-E23F-4938-B1A1-5F43D0F9B58A}"/>
          </ac:spMkLst>
        </pc:spChg>
      </pc:sldChg>
      <pc:sldChg chg="add">
        <pc:chgData name="裴 熙隆" userId="d70ee545ee25833c" providerId="LiveId" clId="{8C35E1DC-3828-4A4A-AB15-791271A46D36}" dt="2026-01-05T13:11:22.763" v="164"/>
        <pc:sldMkLst>
          <pc:docMk/>
          <pc:sldMk cId="3894212280" sldId="265"/>
        </pc:sldMkLst>
      </pc:sldChg>
      <pc:sldChg chg="add">
        <pc:chgData name="裴 熙隆" userId="d70ee545ee25833c" providerId="LiveId" clId="{8C35E1DC-3828-4A4A-AB15-791271A46D36}" dt="2026-01-15T10:01:40.143" v="444"/>
        <pc:sldMkLst>
          <pc:docMk/>
          <pc:sldMk cId="2814210507" sldId="266"/>
        </pc:sldMkLst>
      </pc:sldChg>
      <pc:sldChg chg="add ord">
        <pc:chgData name="裴 熙隆" userId="d70ee545ee25833c" providerId="LiveId" clId="{8C35E1DC-3828-4A4A-AB15-791271A46D36}" dt="2026-01-26T14:19:57.720" v="561"/>
        <pc:sldMkLst>
          <pc:docMk/>
          <pc:sldMk cId="3291990337" sldId="267"/>
        </pc:sldMkLst>
      </pc:sldChg>
      <pc:sldMasterChg chg="modSldLayout">
        <pc:chgData name="裴 熙隆" userId="d70ee545ee25833c" providerId="LiveId" clId="{8C35E1DC-3828-4A4A-AB15-791271A46D36}" dt="2026-01-05T13:10:57.115" v="159"/>
        <pc:sldMasterMkLst>
          <pc:docMk/>
          <pc:sldMasterMk cId="1491704641" sldId="2147483648"/>
        </pc:sldMasterMkLst>
        <pc:sldLayoutChg chg="modSp">
          <pc:chgData name="裴 熙隆" userId="d70ee545ee25833c" providerId="LiveId" clId="{8C35E1DC-3828-4A4A-AB15-791271A46D36}" dt="2026-01-05T13:10:57.115" v="159"/>
          <pc:sldLayoutMkLst>
            <pc:docMk/>
            <pc:sldMasterMk cId="1491704641" sldId="2147483648"/>
            <pc:sldLayoutMk cId="2432093566" sldId="2147483649"/>
          </pc:sldLayoutMkLst>
          <pc:spChg chg="mod">
            <ac:chgData name="裴 熙隆" userId="d70ee545ee25833c" providerId="LiveId" clId="{8C35E1DC-3828-4A4A-AB15-791271A46D36}" dt="2026-01-05T13:10:57.115" v="159"/>
            <ac:spMkLst>
              <pc:docMk/>
              <pc:sldMasterMk cId="1491704641" sldId="2147483648"/>
              <pc:sldLayoutMk cId="2432093566" sldId="2147483649"/>
              <ac:spMk id="2" creationId="{EDB02432-48FC-49FE-B7CE-6F9A692E7AED}"/>
            </ac:spMkLst>
          </pc:spChg>
          <pc:spChg chg="mod">
            <ac:chgData name="裴 熙隆" userId="d70ee545ee25833c" providerId="LiveId" clId="{8C35E1DC-3828-4A4A-AB15-791271A46D36}" dt="2026-01-05T13:10:57.115" v="159"/>
            <ac:spMkLst>
              <pc:docMk/>
              <pc:sldMasterMk cId="1491704641" sldId="2147483648"/>
              <pc:sldLayoutMk cId="2432093566" sldId="2147483649"/>
              <ac:spMk id="3" creationId="{3714A6B5-E688-4BD6-9F7C-1EBA2490DC6B}"/>
            </ac:spMkLst>
          </pc:spChg>
        </pc:sldLayoutChg>
      </pc:sldMasterChg>
    </pc:docChg>
  </pc:docChgLst>
  <pc:docChgLst>
    <pc:chgData name="裴 熙隆" userId="d70ee545ee25833c" providerId="LiveId" clId="{F13A8ACA-B996-4D6D-B626-8AA1E841C286}"/>
    <pc:docChg chg="custSel modSld">
      <pc:chgData name="裴 熙隆" userId="d70ee545ee25833c" providerId="LiveId" clId="{F13A8ACA-B996-4D6D-B626-8AA1E841C286}" dt="2023-05-05T05:04:28.331" v="15" actId="22"/>
      <pc:docMkLst>
        <pc:docMk/>
      </pc:docMkLst>
      <pc:sldChg chg="addSp delSp modSp mod">
        <pc:chgData name="裴 熙隆" userId="d70ee545ee25833c" providerId="LiveId" clId="{F13A8ACA-B996-4D6D-B626-8AA1E841C286}" dt="2023-05-05T05:04:28.331" v="15" actId="22"/>
        <pc:sldMkLst>
          <pc:docMk/>
          <pc:sldMk cId="3588923400" sldId="256"/>
        </pc:sldMkLst>
      </pc:sldChg>
    </pc:docChg>
  </pc:docChgLst>
  <pc:docChgLst>
    <pc:chgData name="裴 熙隆" userId="d70ee545ee25833c" providerId="LiveId" clId="{548D3A1D-ED6C-401C-91AB-D1FB2E6810C0}"/>
    <pc:docChg chg="custSel delSld modSld">
      <pc:chgData name="裴 熙隆" userId="d70ee545ee25833c" providerId="LiveId" clId="{548D3A1D-ED6C-401C-91AB-D1FB2E6810C0}" dt="2023-07-09T12:30:28.527" v="4" actId="47"/>
      <pc:docMkLst>
        <pc:docMk/>
      </pc:docMkLst>
      <pc:sldChg chg="del">
        <pc:chgData name="裴 熙隆" userId="d70ee545ee25833c" providerId="LiveId" clId="{548D3A1D-ED6C-401C-91AB-D1FB2E6810C0}" dt="2023-07-09T12:30:28.527" v="4" actId="47"/>
        <pc:sldMkLst>
          <pc:docMk/>
          <pc:sldMk cId="3588923400" sldId="256"/>
        </pc:sldMkLst>
      </pc:sldChg>
      <pc:sldChg chg="delSp modSp mod">
        <pc:chgData name="裴 熙隆" userId="d70ee545ee25833c" providerId="LiveId" clId="{548D3A1D-ED6C-401C-91AB-D1FB2E6810C0}" dt="2023-07-09T12:30:17.837" v="3"/>
        <pc:sldMkLst>
          <pc:docMk/>
          <pc:sldMk cId="2108633778" sldId="257"/>
        </pc:sldMkLst>
      </pc:sldChg>
    </pc:docChg>
  </pc:docChgLst>
  <pc:docChgLst>
    <pc:chgData name="裴 熙隆" userId="d70ee545ee25833c" providerId="LiveId" clId="{80C28766-F07C-4017-999D-2F77460AB8FB}"/>
    <pc:docChg chg="undo custSel modSld">
      <pc:chgData name="裴 熙隆" userId="d70ee545ee25833c" providerId="LiveId" clId="{80C28766-F07C-4017-999D-2F77460AB8FB}" dt="2022-09-21T15:36:06.194" v="77" actId="207"/>
      <pc:docMkLst>
        <pc:docMk/>
      </pc:docMkLst>
      <pc:sldChg chg="addSp modSp mod">
        <pc:chgData name="裴 熙隆" userId="d70ee545ee25833c" providerId="LiveId" clId="{80C28766-F07C-4017-999D-2F77460AB8FB}" dt="2022-09-21T15:36:06.194" v="77" actId="207"/>
        <pc:sldMkLst>
          <pc:docMk/>
          <pc:sldMk cId="3588923400" sldId="256"/>
        </pc:sldMkLst>
      </pc:sldChg>
    </pc:docChg>
  </pc:docChgLst>
  <pc:docChgLst>
    <pc:chgData name="裴 熙隆" userId="d70ee545ee25833c" providerId="LiveId" clId="{376FFC22-6773-402E-98B7-63CFEF15CA79}"/>
    <pc:docChg chg="undo custSel addSld modSld">
      <pc:chgData name="裴 熙隆" userId="d70ee545ee25833c" providerId="LiveId" clId="{376FFC22-6773-402E-98B7-63CFEF15CA79}" dt="2025-09-12T08:15:44.271" v="124" actId="2711"/>
      <pc:docMkLst>
        <pc:docMk/>
      </pc:docMkLst>
      <pc:sldChg chg="modSp">
        <pc:chgData name="裴 熙隆" userId="d70ee545ee25833c" providerId="LiveId" clId="{376FFC22-6773-402E-98B7-63CFEF15CA79}" dt="2025-09-12T08:14:52.661" v="97" actId="20577"/>
        <pc:sldMkLst>
          <pc:docMk/>
          <pc:sldMk cId="2108633778" sldId="257"/>
        </pc:sldMkLst>
      </pc:sldChg>
      <pc:sldChg chg="modSp add mod">
        <pc:chgData name="裴 熙隆" userId="d70ee545ee25833c" providerId="LiveId" clId="{376FFC22-6773-402E-98B7-63CFEF15CA79}" dt="2025-09-12T08:15:44.271" v="124" actId="2711"/>
        <pc:sldMkLst>
          <pc:docMk/>
          <pc:sldMk cId="2986145847" sldId="261"/>
        </pc:sldMkLst>
      </pc:sldChg>
    </pc:docChg>
  </pc:docChgLst>
  <pc:docChgLst>
    <pc:chgData name="裴 熙隆" userId="d70ee545ee25833c" providerId="LiveId" clId="{9C2FC484-B88D-4BCC-8235-47800D733DC9}"/>
    <pc:docChg chg="modSld">
      <pc:chgData name="裴 熙隆" userId="d70ee545ee25833c" providerId="LiveId" clId="{9C2FC484-B88D-4BCC-8235-47800D733DC9}" dt="2025-12-21T03:34:50.477" v="59" actId="20577"/>
      <pc:docMkLst>
        <pc:docMk/>
      </pc:docMkLst>
      <pc:sldChg chg="modSp mod">
        <pc:chgData name="裴 熙隆" userId="d70ee545ee25833c" providerId="LiveId" clId="{9C2FC484-B88D-4BCC-8235-47800D733DC9}" dt="2025-12-21T03:34:50.477" v="59" actId="20577"/>
        <pc:sldMkLst>
          <pc:docMk/>
          <pc:sldMk cId="2108633778" sldId="257"/>
        </pc:sldMkLst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0" creationId="{A25F084B-8E2A-434F-89C1-FB8047CCA79E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22" creationId="{00B7ADEF-8C1E-4DCB-8009-9C6B3A6DBD8C}"/>
          </ac:spMkLst>
        </pc:spChg>
        <pc:spChg chg="mod">
          <ac:chgData name="裴 熙隆" userId="d70ee545ee25833c" providerId="LiveId" clId="{9C2FC484-B88D-4BCC-8235-47800D733DC9}" dt="2025-12-21T03:34:10.013" v="15" actId="20577"/>
          <ac:spMkLst>
            <pc:docMk/>
            <pc:sldMk cId="2108633778" sldId="257"/>
            <ac:spMk id="50" creationId="{6BDD76B2-2EF1-40D3-A62E-B4E27145D97A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53" creationId="{A115B632-18AD-49B0-86CC-1FA5AD2C9A01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11" creationId="{F2E2C323-3698-474F-874A-0B4C60472B5D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13" creationId="{DE554261-B034-4E33-ABEE-1AA94172FCE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15" creationId="{7466C8D5-C668-4FEC-9339-53D565A50B08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21" creationId="{4A29E2AF-4795-4FEC-82C2-2B38B66C9949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23" creationId="{468975CC-5899-499A-9214-38F003E7F6C7}"/>
          </ac:spMkLst>
        </pc:spChg>
        <pc:spChg chg="mod">
          <ac:chgData name="裴 熙隆" userId="d70ee545ee25833c" providerId="LiveId" clId="{9C2FC484-B88D-4BCC-8235-47800D733DC9}" dt="2025-12-21T03:34:27.882" v="21" actId="20577"/>
          <ac:spMkLst>
            <pc:docMk/>
            <pc:sldMk cId="2108633778" sldId="257"/>
            <ac:spMk id="125" creationId="{3E0D4D7C-75A7-42FA-B4CC-9680CA198ACE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27" creationId="{011AC10C-C38F-4F73-8956-EBE09635EF61}"/>
          </ac:spMkLst>
        </pc:spChg>
        <pc:spChg chg="mod">
          <ac:chgData name="裴 熙隆" userId="d70ee545ee25833c" providerId="LiveId" clId="{9C2FC484-B88D-4BCC-8235-47800D733DC9}" dt="2025-12-21T03:34:36.422" v="39" actId="20577"/>
          <ac:spMkLst>
            <pc:docMk/>
            <pc:sldMk cId="2108633778" sldId="257"/>
            <ac:spMk id="128" creationId="{403D12B4-5EAE-4B7C-9F66-F818A3ADEB9B}"/>
          </ac:spMkLst>
        </pc:spChg>
        <pc:spChg chg="mod">
          <ac:chgData name="裴 熙隆" userId="d70ee545ee25833c" providerId="LiveId" clId="{9C2FC484-B88D-4BCC-8235-47800D733DC9}" dt="2025-12-21T03:34:46.481" v="52" actId="114"/>
          <ac:spMkLst>
            <pc:docMk/>
            <pc:sldMk cId="2108633778" sldId="257"/>
            <ac:spMk id="129" creationId="{130B16B1-6AA8-47CB-AEB5-6224E964CE1B}"/>
          </ac:spMkLst>
        </pc:spChg>
        <pc:spChg chg="mod">
          <ac:chgData name="裴 熙隆" userId="d70ee545ee25833c" providerId="LiveId" clId="{9C2FC484-B88D-4BCC-8235-47800D733DC9}" dt="2025-12-21T03:34:50.477" v="59" actId="20577"/>
          <ac:spMkLst>
            <pc:docMk/>
            <pc:sldMk cId="2108633778" sldId="257"/>
            <ac:spMk id="132" creationId="{D479493B-86C9-478B-A655-1A20F964823C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6" creationId="{066A4A03-626A-4A11-8F80-BC8DC185A483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7" creationId="{EDD57F05-2E54-4DE2-8FBF-6F5270B53E60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8" creationId="{A40E3E78-8907-4A0A-A6EB-A10F63C3B5E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9" creationId="{BA346189-3A2C-4F4C-9EB7-56913EC7FF8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0" creationId="{4FE63F6D-9125-40C6-88CA-E9306CD5885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1" creationId="{9D7B99AA-CD59-4B9B-81DD-99A5407DA182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2" creationId="{C32B289C-89D8-49CA-862A-6624596674DE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3" creationId="{C47C87FC-51E6-4D15-8488-02A1565561BD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53" creationId="{402624E0-036F-4B0A-B018-283C4D34D224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61" creationId="{1B7E6E98-BE1E-4B64-8CC9-7D698C1B2CCF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62" creationId="{BE8794AD-4871-48D9-8908-E7A0F096154C}"/>
          </ac:spMkLst>
        </pc:spChg>
      </pc:sldChg>
    </pc:docChg>
  </pc:docChgLst>
  <pc:docChgLst>
    <pc:chgData name="裴 熙隆" userId="d70ee545ee25833c" providerId="LiveId" clId="{4A179F23-F5A5-496B-9471-D3CFEEFBDD7A}"/>
    <pc:docChg chg="undo custSel modSld">
      <pc:chgData name="裴 熙隆" userId="d70ee545ee25833c" providerId="LiveId" clId="{4A179F23-F5A5-496B-9471-D3CFEEFBDD7A}" dt="2023-03-15T08:46:51.955" v="291" actId="1076"/>
      <pc:docMkLst>
        <pc:docMk/>
      </pc:docMkLst>
      <pc:sldChg chg="addSp delSp modSp mod">
        <pc:chgData name="裴 熙隆" userId="d70ee545ee25833c" providerId="LiveId" clId="{4A179F23-F5A5-496B-9471-D3CFEEFBDD7A}" dt="2023-03-15T08:46:51.955" v="291" actId="1076"/>
        <pc:sldMkLst>
          <pc:docMk/>
          <pc:sldMk cId="358892340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1143000"/>
            <a:ext cx="8099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462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077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05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539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618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840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23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911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8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85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180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9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8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04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57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35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05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956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574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250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13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023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892E1304-814B-4C5E-8E58-7160CD7506C9}"/>
              </a:ext>
            </a:extLst>
          </p:cNvPr>
          <p:cNvSpPr/>
          <p:nvPr/>
        </p:nvSpPr>
        <p:spPr>
          <a:xfrm>
            <a:off x="6380955" y="599015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BCCFD8-C8FE-4885-8CEF-208BF5199A46}"/>
              </a:ext>
            </a:extLst>
          </p:cNvPr>
          <p:cNvSpPr txBox="1"/>
          <p:nvPr/>
        </p:nvSpPr>
        <p:spPr>
          <a:xfrm>
            <a:off x="11250295" y="5435710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AE5116E4-3500-4252-8F13-91EB2F3037B8}"/>
              </a:ext>
            </a:extLst>
          </p:cNvPr>
          <p:cNvSpPr/>
          <p:nvPr/>
        </p:nvSpPr>
        <p:spPr>
          <a:xfrm>
            <a:off x="9000329" y="670242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096BCA-4379-48EE-99DE-E10CEBEC0DD8}"/>
              </a:ext>
            </a:extLst>
          </p:cNvPr>
          <p:cNvSpPr txBox="1"/>
          <p:nvPr/>
        </p:nvSpPr>
        <p:spPr>
          <a:xfrm>
            <a:off x="9071768" y="694710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E3C2D16F-C996-4204-8201-FAC2FBA515D3}"/>
              </a:ext>
            </a:extLst>
          </p:cNvPr>
          <p:cNvSpPr/>
          <p:nvPr/>
        </p:nvSpPr>
        <p:spPr>
          <a:xfrm>
            <a:off x="6619082" y="1217931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23CD9412-16A4-4531-A8E1-711A0AA5CA59}"/>
              </a:ext>
            </a:extLst>
          </p:cNvPr>
          <p:cNvSpPr/>
          <p:nvPr/>
        </p:nvSpPr>
        <p:spPr>
          <a:xfrm>
            <a:off x="11240697" y="412205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0A0BC91E-0325-4C63-886F-2B862A48E0D6}"/>
              </a:ext>
            </a:extLst>
          </p:cNvPr>
          <p:cNvSpPr/>
          <p:nvPr/>
        </p:nvSpPr>
        <p:spPr>
          <a:xfrm>
            <a:off x="11143617" y="265533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8337C30F-DAE3-46E9-96BC-0DC9D8177CC7}"/>
              </a:ext>
            </a:extLst>
          </p:cNvPr>
          <p:cNvSpPr/>
          <p:nvPr/>
        </p:nvSpPr>
        <p:spPr>
          <a:xfrm>
            <a:off x="8004335" y="133953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92C417F-9EFB-4EA1-9976-11E4C28808D7}"/>
              </a:ext>
            </a:extLst>
          </p:cNvPr>
          <p:cNvSpPr/>
          <p:nvPr/>
        </p:nvSpPr>
        <p:spPr>
          <a:xfrm>
            <a:off x="6645267" y="2851549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A993A0A-E401-4D26-B771-E9506F456603}"/>
              </a:ext>
            </a:extLst>
          </p:cNvPr>
          <p:cNvSpPr/>
          <p:nvPr/>
        </p:nvSpPr>
        <p:spPr>
          <a:xfrm>
            <a:off x="6547645" y="352774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AB2142BD-F5CD-467F-859C-1F2954122E15}"/>
              </a:ext>
            </a:extLst>
          </p:cNvPr>
          <p:cNvSpPr/>
          <p:nvPr/>
        </p:nvSpPr>
        <p:spPr>
          <a:xfrm>
            <a:off x="7460773" y="5391628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F6DBEA4-F893-4FD8-9BE7-A7C74A8C89A7}"/>
              </a:ext>
            </a:extLst>
          </p:cNvPr>
          <p:cNvSpPr/>
          <p:nvPr/>
        </p:nvSpPr>
        <p:spPr>
          <a:xfrm>
            <a:off x="8928893" y="590899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62B7A52-544B-4229-AE5D-AD3B0CDAD563}"/>
              </a:ext>
            </a:extLst>
          </p:cNvPr>
          <p:cNvSpPr/>
          <p:nvPr/>
        </p:nvSpPr>
        <p:spPr>
          <a:xfrm>
            <a:off x="10048915" y="5625884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E9E4707-2F47-4533-B572-5BC657DA933B}"/>
              </a:ext>
            </a:extLst>
          </p:cNvPr>
          <p:cNvSpPr/>
          <p:nvPr/>
        </p:nvSpPr>
        <p:spPr>
          <a:xfrm>
            <a:off x="8916989" y="3515837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570722B-20D0-4491-827A-6B66A856A13D}"/>
              </a:ext>
            </a:extLst>
          </p:cNvPr>
          <p:cNvSpPr txBox="1"/>
          <p:nvPr/>
        </p:nvSpPr>
        <p:spPr>
          <a:xfrm>
            <a:off x="8465298" y="3587274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291990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不完整圆 1">
            <a:extLst>
              <a:ext uri="{FF2B5EF4-FFF2-40B4-BE49-F238E27FC236}">
                <a16:creationId xmlns:a16="http://schemas.microsoft.com/office/drawing/2014/main" id="{8F7DFD6A-3466-4BF9-890F-B1BCD21484FF}"/>
              </a:ext>
            </a:extLst>
          </p:cNvPr>
          <p:cNvSpPr/>
          <p:nvPr/>
        </p:nvSpPr>
        <p:spPr>
          <a:xfrm>
            <a:off x="12516062" y="1002134"/>
            <a:ext cx="4762800" cy="4762498"/>
          </a:xfrm>
          <a:prstGeom prst="pie">
            <a:avLst>
              <a:gd name="adj1" fmla="val 3981479"/>
              <a:gd name="adj2" fmla="val 1755772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30BCD8E-13E6-4185-B3AE-18E4A830E87B}"/>
              </a:ext>
            </a:extLst>
          </p:cNvPr>
          <p:cNvGrpSpPr/>
          <p:nvPr/>
        </p:nvGrpSpPr>
        <p:grpSpPr>
          <a:xfrm>
            <a:off x="385775" y="466351"/>
            <a:ext cx="5608161" cy="5381626"/>
            <a:chOff x="538955" y="416242"/>
            <a:chExt cx="5608161" cy="5381626"/>
          </a:xfrm>
        </p:grpSpPr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892E1304-814B-4C5E-8E58-7160CD7506C9}"/>
                </a:ext>
              </a:extLst>
            </p:cNvPr>
            <p:cNvSpPr/>
            <p:nvPr/>
          </p:nvSpPr>
          <p:spPr>
            <a:xfrm>
              <a:off x="538955" y="5736156"/>
              <a:ext cx="5238750" cy="11906"/>
            </a:xfrm>
            <a:custGeom>
              <a:avLst/>
              <a:gdLst>
                <a:gd name="connsiteX0" fmla="*/ 0 w 5238750"/>
                <a:gd name="connsiteY0" fmla="*/ 0 h 11906"/>
                <a:gd name="connsiteX1" fmla="*/ 5238750 w 5238750"/>
                <a:gd name="connsiteY1" fmla="*/ 0 h 1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0" h="11906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ln w="25400" cap="flat">
              <a:solidFill>
                <a:srgbClr val="000000"/>
              </a:solidFill>
              <a:prstDash val="solid"/>
              <a:miter/>
              <a:headEnd type="none" w="lg" len="lg"/>
              <a:tailEnd type="triangle" w="lg" len="lg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FBCCFD8-C8FE-4885-8CEF-208BF5199A46}"/>
                </a:ext>
              </a:extLst>
            </p:cNvPr>
            <p:cNvSpPr txBox="1"/>
            <p:nvPr/>
          </p:nvSpPr>
          <p:spPr>
            <a:xfrm>
              <a:off x="5408295" y="5181710"/>
              <a:ext cx="738821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Arial"/>
                  <a:rtl val="0"/>
                </a:rPr>
                <a:t>Re</a:t>
              </a: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AE5116E4-3500-4252-8F13-91EB2F3037B8}"/>
                </a:ext>
              </a:extLst>
            </p:cNvPr>
            <p:cNvSpPr/>
            <p:nvPr/>
          </p:nvSpPr>
          <p:spPr>
            <a:xfrm>
              <a:off x="3158329" y="416242"/>
              <a:ext cx="11906" cy="5238750"/>
            </a:xfrm>
            <a:custGeom>
              <a:avLst/>
              <a:gdLst>
                <a:gd name="connsiteX0" fmla="*/ 0 w 11906"/>
                <a:gd name="connsiteY0" fmla="*/ 0 h 5238750"/>
                <a:gd name="connsiteX1" fmla="*/ 0 w 11906"/>
                <a:gd name="connsiteY1" fmla="*/ 5238750 h 52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06" h="5238750">
                  <a:moveTo>
                    <a:pt x="0" y="0"/>
                  </a:moveTo>
                  <a:lnTo>
                    <a:pt x="0" y="5238750"/>
                  </a:lnTo>
                </a:path>
              </a:pathLst>
            </a:custGeom>
            <a:ln w="25400" cap="flat">
              <a:solidFill>
                <a:srgbClr val="000000"/>
              </a:solidFill>
              <a:prstDash val="solid"/>
              <a:miter/>
              <a:headEnd type="triangle" w="lg" len="lg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E096BCA-4379-48EE-99DE-E10CEBEC0DD8}"/>
                </a:ext>
              </a:extLst>
            </p:cNvPr>
            <p:cNvSpPr txBox="1"/>
            <p:nvPr/>
          </p:nvSpPr>
          <p:spPr>
            <a:xfrm>
              <a:off x="3229768" y="440710"/>
              <a:ext cx="726933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Arial"/>
                  <a:rtl val="0"/>
                </a:rPr>
                <a:t>Im</a:t>
              </a: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E3C2D16F-C996-4204-8201-FAC2FBA515D3}"/>
                </a:ext>
              </a:extLst>
            </p:cNvPr>
            <p:cNvSpPr/>
            <p:nvPr/>
          </p:nvSpPr>
          <p:spPr>
            <a:xfrm>
              <a:off x="777082" y="963931"/>
              <a:ext cx="4762500" cy="4762500"/>
            </a:xfrm>
            <a:custGeom>
              <a:avLst/>
              <a:gdLst>
                <a:gd name="connsiteX0" fmla="*/ 4762500 w 4762500"/>
                <a:gd name="connsiteY0" fmla="*/ 2381250 h 4762500"/>
                <a:gd name="connsiteX1" fmla="*/ 2381250 w 4762500"/>
                <a:gd name="connsiteY1" fmla="*/ 4762500 h 4762500"/>
                <a:gd name="connsiteX2" fmla="*/ 0 w 4762500"/>
                <a:gd name="connsiteY2" fmla="*/ 2381250 h 4762500"/>
                <a:gd name="connsiteX3" fmla="*/ 2381250 w 4762500"/>
                <a:gd name="connsiteY3" fmla="*/ 0 h 4762500"/>
                <a:gd name="connsiteX4" fmla="*/ 4762500 w 4762500"/>
                <a:gd name="connsiteY4" fmla="*/ 2381250 h 476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0" h="4762500">
                  <a:moveTo>
                    <a:pt x="4762500" y="2381250"/>
                  </a:moveTo>
                  <a:cubicBezTo>
                    <a:pt x="4762500" y="3696378"/>
                    <a:pt x="3696378" y="4762500"/>
                    <a:pt x="2381250" y="4762500"/>
                  </a:cubicBezTo>
                  <a:cubicBezTo>
                    <a:pt x="1066122" y="4762500"/>
                    <a:pt x="0" y="3696378"/>
                    <a:pt x="0" y="2381250"/>
                  </a:cubicBezTo>
                  <a:cubicBezTo>
                    <a:pt x="0" y="1066122"/>
                    <a:pt x="1066122" y="0"/>
                    <a:pt x="2381250" y="0"/>
                  </a:cubicBezTo>
                  <a:cubicBezTo>
                    <a:pt x="3696378" y="0"/>
                    <a:pt x="4762500" y="1066122"/>
                    <a:pt x="4762500" y="2381250"/>
                  </a:cubicBezTo>
                  <a:close/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23CD9412-16A4-4531-A8E1-711A0AA5CA59}"/>
                </a:ext>
              </a:extLst>
            </p:cNvPr>
            <p:cNvSpPr/>
            <p:nvPr/>
          </p:nvSpPr>
          <p:spPr>
            <a:xfrm>
              <a:off x="5468145" y="3273744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0A0BC91E-0325-4C63-886F-2B862A48E0D6}"/>
                </a:ext>
              </a:extLst>
            </p:cNvPr>
            <p:cNvSpPr/>
            <p:nvPr/>
          </p:nvSpPr>
          <p:spPr>
            <a:xfrm>
              <a:off x="4770439" y="1590201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7 w 142875"/>
                <a:gd name="connsiteY1" fmla="*/ 142875 h 142875"/>
                <a:gd name="connsiteX2" fmla="*/ 0 w 142875"/>
                <a:gd name="connsiteY2" fmla="*/ 71438 h 142875"/>
                <a:gd name="connsiteX3" fmla="*/ 71437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7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7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8337C30F-DAE3-46E9-96BC-0DC9D8177CC7}"/>
                </a:ext>
              </a:extLst>
            </p:cNvPr>
            <p:cNvSpPr/>
            <p:nvPr/>
          </p:nvSpPr>
          <p:spPr>
            <a:xfrm>
              <a:off x="3086895" y="892495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A92C417F-9EFB-4EA1-9976-11E4C28808D7}"/>
                </a:ext>
              </a:extLst>
            </p:cNvPr>
            <p:cNvSpPr/>
            <p:nvPr/>
          </p:nvSpPr>
          <p:spPr>
            <a:xfrm>
              <a:off x="1403351" y="1590201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3A993A0A-E401-4D26-B771-E9506F456603}"/>
                </a:ext>
              </a:extLst>
            </p:cNvPr>
            <p:cNvSpPr/>
            <p:nvPr/>
          </p:nvSpPr>
          <p:spPr>
            <a:xfrm>
              <a:off x="705645" y="3273744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AB2142BD-F5CD-467F-859C-1F2954122E15}"/>
                </a:ext>
              </a:extLst>
            </p:cNvPr>
            <p:cNvSpPr/>
            <p:nvPr/>
          </p:nvSpPr>
          <p:spPr>
            <a:xfrm>
              <a:off x="1403351" y="4957288"/>
              <a:ext cx="142875" cy="142875"/>
            </a:xfrm>
            <a:custGeom>
              <a:avLst/>
              <a:gdLst>
                <a:gd name="connsiteX0" fmla="*/ 142875 w 142875"/>
                <a:gd name="connsiteY0" fmla="*/ 71437 h 142875"/>
                <a:gd name="connsiteX1" fmla="*/ 71438 w 142875"/>
                <a:gd name="connsiteY1" fmla="*/ 142875 h 142875"/>
                <a:gd name="connsiteX2" fmla="*/ 0 w 142875"/>
                <a:gd name="connsiteY2" fmla="*/ 71437 h 142875"/>
                <a:gd name="connsiteX3" fmla="*/ 71438 w 142875"/>
                <a:gd name="connsiteY3" fmla="*/ 0 h 142875"/>
                <a:gd name="connsiteX4" fmla="*/ 142875 w 142875"/>
                <a:gd name="connsiteY4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7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7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7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CF6DBEA4-F893-4FD8-9BE7-A7C74A8C89A7}"/>
                </a:ext>
              </a:extLst>
            </p:cNvPr>
            <p:cNvSpPr/>
            <p:nvPr/>
          </p:nvSpPr>
          <p:spPr>
            <a:xfrm>
              <a:off x="3086893" y="5654993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062B7A52-544B-4229-AE5D-AD3B0CDAD563}"/>
                </a:ext>
              </a:extLst>
            </p:cNvPr>
            <p:cNvSpPr/>
            <p:nvPr/>
          </p:nvSpPr>
          <p:spPr>
            <a:xfrm>
              <a:off x="4770439" y="4957288"/>
              <a:ext cx="142875" cy="142875"/>
            </a:xfrm>
            <a:custGeom>
              <a:avLst/>
              <a:gdLst>
                <a:gd name="connsiteX0" fmla="*/ 142875 w 142875"/>
                <a:gd name="connsiteY0" fmla="*/ 71437 h 142875"/>
                <a:gd name="connsiteX1" fmla="*/ 71437 w 142875"/>
                <a:gd name="connsiteY1" fmla="*/ 142875 h 142875"/>
                <a:gd name="connsiteX2" fmla="*/ 0 w 142875"/>
                <a:gd name="connsiteY2" fmla="*/ 71437 h 142875"/>
                <a:gd name="connsiteX3" fmla="*/ 71437 w 142875"/>
                <a:gd name="connsiteY3" fmla="*/ 0 h 142875"/>
                <a:gd name="connsiteX4" fmla="*/ 142875 w 142875"/>
                <a:gd name="connsiteY4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7"/>
                  </a:moveTo>
                  <a:cubicBezTo>
                    <a:pt x="142875" y="110891"/>
                    <a:pt x="110891" y="142875"/>
                    <a:pt x="71437" y="142875"/>
                  </a:cubicBezTo>
                  <a:cubicBezTo>
                    <a:pt x="31984" y="142875"/>
                    <a:pt x="0" y="110891"/>
                    <a:pt x="0" y="71437"/>
                  </a:cubicBezTo>
                  <a:cubicBezTo>
                    <a:pt x="0" y="31984"/>
                    <a:pt x="31984" y="0"/>
                    <a:pt x="71437" y="0"/>
                  </a:cubicBezTo>
                  <a:cubicBezTo>
                    <a:pt x="110891" y="0"/>
                    <a:pt x="142875" y="31984"/>
                    <a:pt x="142875" y="71437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7E9E4707-2F47-4533-B572-5BC657DA933B}"/>
                </a:ext>
              </a:extLst>
            </p:cNvPr>
            <p:cNvSpPr/>
            <p:nvPr/>
          </p:nvSpPr>
          <p:spPr>
            <a:xfrm>
              <a:off x="3074989" y="3261837"/>
              <a:ext cx="166687" cy="166687"/>
            </a:xfrm>
            <a:custGeom>
              <a:avLst/>
              <a:gdLst>
                <a:gd name="connsiteX0" fmla="*/ 166688 w 166687"/>
                <a:gd name="connsiteY0" fmla="*/ 83344 h 166687"/>
                <a:gd name="connsiteX1" fmla="*/ 83344 w 166687"/>
                <a:gd name="connsiteY1" fmla="*/ 166688 h 166687"/>
                <a:gd name="connsiteX2" fmla="*/ 0 w 166687"/>
                <a:gd name="connsiteY2" fmla="*/ 83344 h 166687"/>
                <a:gd name="connsiteX3" fmla="*/ 83344 w 166687"/>
                <a:gd name="connsiteY3" fmla="*/ 0 h 166687"/>
                <a:gd name="connsiteX4" fmla="*/ 166688 w 166687"/>
                <a:gd name="connsiteY4" fmla="*/ 83344 h 16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7" h="166687">
                  <a:moveTo>
                    <a:pt x="166688" y="83344"/>
                  </a:moveTo>
                  <a:cubicBezTo>
                    <a:pt x="166688" y="129373"/>
                    <a:pt x="129373" y="166688"/>
                    <a:pt x="83344" y="166688"/>
                  </a:cubicBezTo>
                  <a:cubicBezTo>
                    <a:pt x="37314" y="166688"/>
                    <a:pt x="0" y="129373"/>
                    <a:pt x="0" y="83344"/>
                  </a:cubicBezTo>
                  <a:cubicBezTo>
                    <a:pt x="0" y="37314"/>
                    <a:pt x="37314" y="0"/>
                    <a:pt x="83344" y="0"/>
                  </a:cubicBezTo>
                  <a:cubicBezTo>
                    <a:pt x="129373" y="0"/>
                    <a:pt x="166688" y="37314"/>
                    <a:pt x="166688" y="8334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1906" cap="flat">
              <a:solidFill>
                <a:schemeClr val="tx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chemeClr val="accent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570722B-20D0-4491-827A-6B66A856A13D}"/>
                </a:ext>
              </a:extLst>
            </p:cNvPr>
            <p:cNvSpPr txBox="1"/>
            <p:nvPr/>
          </p:nvSpPr>
          <p:spPr>
            <a:xfrm>
              <a:off x="2623298" y="3333274"/>
              <a:ext cx="618376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zh-CN" sz="2800" i="1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Arial"/>
                  <a:rtl val="0"/>
                </a:rPr>
                <a:t>O</a:t>
              </a:r>
              <a:endParaRPr lang="zh-CN" altLang="en-US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endParaRPr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B2D84B5E-4B59-43A8-80CD-861D194AB85D}"/>
              </a:ext>
            </a:extLst>
          </p:cNvPr>
          <p:cNvGrpSpPr/>
          <p:nvPr/>
        </p:nvGrpSpPr>
        <p:grpSpPr>
          <a:xfrm>
            <a:off x="6337958" y="466351"/>
            <a:ext cx="5608161" cy="5381626"/>
            <a:chOff x="6380955" y="670242"/>
            <a:chExt cx="5608161" cy="5381626"/>
          </a:xfrm>
        </p:grpSpPr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4DCD953E-9050-4A1C-B2E2-9CA837A8EFF8}"/>
                </a:ext>
              </a:extLst>
            </p:cNvPr>
            <p:cNvSpPr/>
            <p:nvPr/>
          </p:nvSpPr>
          <p:spPr>
            <a:xfrm>
              <a:off x="6380955" y="5990156"/>
              <a:ext cx="5238750" cy="11906"/>
            </a:xfrm>
            <a:custGeom>
              <a:avLst/>
              <a:gdLst>
                <a:gd name="connsiteX0" fmla="*/ 0 w 5238750"/>
                <a:gd name="connsiteY0" fmla="*/ 0 h 11906"/>
                <a:gd name="connsiteX1" fmla="*/ 5238750 w 5238750"/>
                <a:gd name="connsiteY1" fmla="*/ 0 h 1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0" h="11906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ln w="25400" cap="flat">
              <a:solidFill>
                <a:srgbClr val="000000"/>
              </a:solidFill>
              <a:prstDash val="solid"/>
              <a:miter/>
              <a:headEnd type="none" w="lg" len="lg"/>
              <a:tailEnd type="triangle" w="lg" len="lg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31A8FC46-8092-4F38-AC10-AC17665D787A}"/>
                </a:ext>
              </a:extLst>
            </p:cNvPr>
            <p:cNvSpPr txBox="1"/>
            <p:nvPr/>
          </p:nvSpPr>
          <p:spPr>
            <a:xfrm>
              <a:off x="11250295" y="5435710"/>
              <a:ext cx="738821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Arial"/>
                  <a:rtl val="0"/>
                </a:rPr>
                <a:t>Re</a:t>
              </a:r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6AD5A01A-C9AA-491C-AAAC-9B6A37D196E0}"/>
                </a:ext>
              </a:extLst>
            </p:cNvPr>
            <p:cNvSpPr/>
            <p:nvPr/>
          </p:nvSpPr>
          <p:spPr>
            <a:xfrm>
              <a:off x="9000329" y="670242"/>
              <a:ext cx="11906" cy="5238750"/>
            </a:xfrm>
            <a:custGeom>
              <a:avLst/>
              <a:gdLst>
                <a:gd name="connsiteX0" fmla="*/ 0 w 11906"/>
                <a:gd name="connsiteY0" fmla="*/ 0 h 5238750"/>
                <a:gd name="connsiteX1" fmla="*/ 0 w 11906"/>
                <a:gd name="connsiteY1" fmla="*/ 5238750 h 52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06" h="5238750">
                  <a:moveTo>
                    <a:pt x="0" y="0"/>
                  </a:moveTo>
                  <a:lnTo>
                    <a:pt x="0" y="5238750"/>
                  </a:lnTo>
                </a:path>
              </a:pathLst>
            </a:custGeom>
            <a:ln w="25400" cap="flat">
              <a:solidFill>
                <a:srgbClr val="000000"/>
              </a:solidFill>
              <a:prstDash val="solid"/>
              <a:miter/>
              <a:headEnd type="triangle" w="lg" len="lg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DC78E948-A14F-4CE4-B303-ABE0FB89ACC4}"/>
                </a:ext>
              </a:extLst>
            </p:cNvPr>
            <p:cNvSpPr txBox="1"/>
            <p:nvPr/>
          </p:nvSpPr>
          <p:spPr>
            <a:xfrm>
              <a:off x="9071768" y="694710"/>
              <a:ext cx="726933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Arial"/>
                  <a:rtl val="0"/>
                </a:rPr>
                <a:t>Im</a:t>
              </a:r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958B2AEB-07CB-48C0-B750-47624563037C}"/>
                </a:ext>
              </a:extLst>
            </p:cNvPr>
            <p:cNvSpPr/>
            <p:nvPr/>
          </p:nvSpPr>
          <p:spPr>
            <a:xfrm>
              <a:off x="6619082" y="1217931"/>
              <a:ext cx="4762500" cy="4762500"/>
            </a:xfrm>
            <a:custGeom>
              <a:avLst/>
              <a:gdLst>
                <a:gd name="connsiteX0" fmla="*/ 4762500 w 4762500"/>
                <a:gd name="connsiteY0" fmla="*/ 2381250 h 4762500"/>
                <a:gd name="connsiteX1" fmla="*/ 2381250 w 4762500"/>
                <a:gd name="connsiteY1" fmla="*/ 4762500 h 4762500"/>
                <a:gd name="connsiteX2" fmla="*/ 0 w 4762500"/>
                <a:gd name="connsiteY2" fmla="*/ 2381250 h 4762500"/>
                <a:gd name="connsiteX3" fmla="*/ 2381250 w 4762500"/>
                <a:gd name="connsiteY3" fmla="*/ 0 h 4762500"/>
                <a:gd name="connsiteX4" fmla="*/ 4762500 w 4762500"/>
                <a:gd name="connsiteY4" fmla="*/ 2381250 h 476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0" h="4762500">
                  <a:moveTo>
                    <a:pt x="4762500" y="2381250"/>
                  </a:moveTo>
                  <a:cubicBezTo>
                    <a:pt x="4762500" y="3696378"/>
                    <a:pt x="3696378" y="4762500"/>
                    <a:pt x="2381250" y="4762500"/>
                  </a:cubicBezTo>
                  <a:cubicBezTo>
                    <a:pt x="1066122" y="4762500"/>
                    <a:pt x="0" y="3696378"/>
                    <a:pt x="0" y="2381250"/>
                  </a:cubicBezTo>
                  <a:cubicBezTo>
                    <a:pt x="0" y="1066122"/>
                    <a:pt x="1066122" y="0"/>
                    <a:pt x="2381250" y="0"/>
                  </a:cubicBezTo>
                  <a:cubicBezTo>
                    <a:pt x="3696378" y="0"/>
                    <a:pt x="4762500" y="1066122"/>
                    <a:pt x="4762500" y="2381250"/>
                  </a:cubicBezTo>
                  <a:close/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BC59534F-C7DD-4D36-A3D5-583913FC3E42}"/>
                </a:ext>
              </a:extLst>
            </p:cNvPr>
            <p:cNvSpPr/>
            <p:nvPr/>
          </p:nvSpPr>
          <p:spPr>
            <a:xfrm>
              <a:off x="11240697" y="4122057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66057FA5-D018-416B-9063-A34BAEE26DC7}"/>
                </a:ext>
              </a:extLst>
            </p:cNvPr>
            <p:cNvSpPr/>
            <p:nvPr/>
          </p:nvSpPr>
          <p:spPr>
            <a:xfrm>
              <a:off x="11143617" y="2655334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7 w 142875"/>
                <a:gd name="connsiteY1" fmla="*/ 142875 h 142875"/>
                <a:gd name="connsiteX2" fmla="*/ 0 w 142875"/>
                <a:gd name="connsiteY2" fmla="*/ 71438 h 142875"/>
                <a:gd name="connsiteX3" fmla="*/ 71437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7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7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25458BED-DF70-4EAB-B700-2FF611FCA73D}"/>
                </a:ext>
              </a:extLst>
            </p:cNvPr>
            <p:cNvSpPr/>
            <p:nvPr/>
          </p:nvSpPr>
          <p:spPr>
            <a:xfrm>
              <a:off x="8004335" y="1339535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86D16C80-DF76-4D54-AB26-3BABFAE81F94}"/>
                </a:ext>
              </a:extLst>
            </p:cNvPr>
            <p:cNvSpPr/>
            <p:nvPr/>
          </p:nvSpPr>
          <p:spPr>
            <a:xfrm>
              <a:off x="6645267" y="2851549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8C1E543D-A86D-4148-9A5F-88A8456F6C91}"/>
                </a:ext>
              </a:extLst>
            </p:cNvPr>
            <p:cNvSpPr/>
            <p:nvPr/>
          </p:nvSpPr>
          <p:spPr>
            <a:xfrm>
              <a:off x="6547645" y="3527744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624F9CB0-4B70-4B33-86A7-365011EDD341}"/>
                </a:ext>
              </a:extLst>
            </p:cNvPr>
            <p:cNvSpPr/>
            <p:nvPr/>
          </p:nvSpPr>
          <p:spPr>
            <a:xfrm>
              <a:off x="7460773" y="5391628"/>
              <a:ext cx="142875" cy="142875"/>
            </a:xfrm>
            <a:custGeom>
              <a:avLst/>
              <a:gdLst>
                <a:gd name="connsiteX0" fmla="*/ 142875 w 142875"/>
                <a:gd name="connsiteY0" fmla="*/ 71437 h 142875"/>
                <a:gd name="connsiteX1" fmla="*/ 71438 w 142875"/>
                <a:gd name="connsiteY1" fmla="*/ 142875 h 142875"/>
                <a:gd name="connsiteX2" fmla="*/ 0 w 142875"/>
                <a:gd name="connsiteY2" fmla="*/ 71437 h 142875"/>
                <a:gd name="connsiteX3" fmla="*/ 71438 w 142875"/>
                <a:gd name="connsiteY3" fmla="*/ 0 h 142875"/>
                <a:gd name="connsiteX4" fmla="*/ 142875 w 142875"/>
                <a:gd name="connsiteY4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7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7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7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DA78F125-FB24-4105-931E-1225233AACB8}"/>
                </a:ext>
              </a:extLst>
            </p:cNvPr>
            <p:cNvSpPr/>
            <p:nvPr/>
          </p:nvSpPr>
          <p:spPr>
            <a:xfrm>
              <a:off x="8928893" y="5908993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28F50DD6-8FF1-42FB-B6E0-051B9B7FD3AB}"/>
                </a:ext>
              </a:extLst>
            </p:cNvPr>
            <p:cNvSpPr/>
            <p:nvPr/>
          </p:nvSpPr>
          <p:spPr>
            <a:xfrm>
              <a:off x="10048915" y="5625884"/>
              <a:ext cx="142875" cy="142875"/>
            </a:xfrm>
            <a:custGeom>
              <a:avLst/>
              <a:gdLst>
                <a:gd name="connsiteX0" fmla="*/ 142875 w 142875"/>
                <a:gd name="connsiteY0" fmla="*/ 71437 h 142875"/>
                <a:gd name="connsiteX1" fmla="*/ 71437 w 142875"/>
                <a:gd name="connsiteY1" fmla="*/ 142875 h 142875"/>
                <a:gd name="connsiteX2" fmla="*/ 0 w 142875"/>
                <a:gd name="connsiteY2" fmla="*/ 71437 h 142875"/>
                <a:gd name="connsiteX3" fmla="*/ 71437 w 142875"/>
                <a:gd name="connsiteY3" fmla="*/ 0 h 142875"/>
                <a:gd name="connsiteX4" fmla="*/ 142875 w 142875"/>
                <a:gd name="connsiteY4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7"/>
                  </a:moveTo>
                  <a:cubicBezTo>
                    <a:pt x="142875" y="110891"/>
                    <a:pt x="110891" y="142875"/>
                    <a:pt x="71437" y="142875"/>
                  </a:cubicBezTo>
                  <a:cubicBezTo>
                    <a:pt x="31984" y="142875"/>
                    <a:pt x="0" y="110891"/>
                    <a:pt x="0" y="71437"/>
                  </a:cubicBezTo>
                  <a:cubicBezTo>
                    <a:pt x="0" y="31984"/>
                    <a:pt x="31984" y="0"/>
                    <a:pt x="71437" y="0"/>
                  </a:cubicBezTo>
                  <a:cubicBezTo>
                    <a:pt x="110891" y="0"/>
                    <a:pt x="142875" y="31984"/>
                    <a:pt x="142875" y="71437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99DA7E91-05C8-4C57-A84B-003E07C68AA9}"/>
                </a:ext>
              </a:extLst>
            </p:cNvPr>
            <p:cNvSpPr/>
            <p:nvPr/>
          </p:nvSpPr>
          <p:spPr>
            <a:xfrm>
              <a:off x="8916989" y="3515837"/>
              <a:ext cx="166687" cy="166687"/>
            </a:xfrm>
            <a:custGeom>
              <a:avLst/>
              <a:gdLst>
                <a:gd name="connsiteX0" fmla="*/ 166688 w 166687"/>
                <a:gd name="connsiteY0" fmla="*/ 83344 h 166687"/>
                <a:gd name="connsiteX1" fmla="*/ 83344 w 166687"/>
                <a:gd name="connsiteY1" fmla="*/ 166688 h 166687"/>
                <a:gd name="connsiteX2" fmla="*/ 0 w 166687"/>
                <a:gd name="connsiteY2" fmla="*/ 83344 h 166687"/>
                <a:gd name="connsiteX3" fmla="*/ 83344 w 166687"/>
                <a:gd name="connsiteY3" fmla="*/ 0 h 166687"/>
                <a:gd name="connsiteX4" fmla="*/ 166688 w 166687"/>
                <a:gd name="connsiteY4" fmla="*/ 83344 h 16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7" h="166687">
                  <a:moveTo>
                    <a:pt x="166688" y="83344"/>
                  </a:moveTo>
                  <a:cubicBezTo>
                    <a:pt x="166688" y="129373"/>
                    <a:pt x="129373" y="166688"/>
                    <a:pt x="83344" y="166688"/>
                  </a:cubicBezTo>
                  <a:cubicBezTo>
                    <a:pt x="37314" y="166688"/>
                    <a:pt x="0" y="129373"/>
                    <a:pt x="0" y="83344"/>
                  </a:cubicBezTo>
                  <a:cubicBezTo>
                    <a:pt x="0" y="37314"/>
                    <a:pt x="37314" y="0"/>
                    <a:pt x="83344" y="0"/>
                  </a:cubicBezTo>
                  <a:cubicBezTo>
                    <a:pt x="129373" y="0"/>
                    <a:pt x="166688" y="37314"/>
                    <a:pt x="166688" y="8334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1906" cap="flat">
              <a:solidFill>
                <a:schemeClr val="tx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chemeClr val="accent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3DA91A52-7059-4197-8D2A-4B4CEC44D16A}"/>
                </a:ext>
              </a:extLst>
            </p:cNvPr>
            <p:cNvSpPr txBox="1"/>
            <p:nvPr/>
          </p:nvSpPr>
          <p:spPr>
            <a:xfrm>
              <a:off x="8465298" y="3587274"/>
              <a:ext cx="618376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zh-CN" sz="2800" i="1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Arial"/>
                  <a:rtl val="0"/>
                </a:rPr>
                <a:t>O</a:t>
              </a:r>
              <a:endParaRPr lang="zh-CN" altLang="en-US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endParaRPr>
            </a:p>
          </p:txBody>
        </p:sp>
      </p:grp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3AB9C6B7-E459-4EF4-95E8-4B4F73193EA6}"/>
              </a:ext>
            </a:extLst>
          </p:cNvPr>
          <p:cNvSpPr/>
          <p:nvPr/>
        </p:nvSpPr>
        <p:spPr>
          <a:xfrm>
            <a:off x="12290140" y="5786265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A9E3E363-32EB-429B-BC4F-5202E85D9181}"/>
              </a:ext>
            </a:extLst>
          </p:cNvPr>
          <p:cNvSpPr txBox="1"/>
          <p:nvPr/>
        </p:nvSpPr>
        <p:spPr>
          <a:xfrm>
            <a:off x="17159480" y="5231819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7EBBF2AE-24F0-46E3-98B3-B669E051EAD1}"/>
              </a:ext>
            </a:extLst>
          </p:cNvPr>
          <p:cNvSpPr/>
          <p:nvPr/>
        </p:nvSpPr>
        <p:spPr>
          <a:xfrm>
            <a:off x="14909514" y="466351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4A11677-ED7A-406C-8A8F-CE8B497FE4DF}"/>
              </a:ext>
            </a:extLst>
          </p:cNvPr>
          <p:cNvSpPr txBox="1"/>
          <p:nvPr/>
        </p:nvSpPr>
        <p:spPr>
          <a:xfrm>
            <a:off x="14980953" y="490819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A0B3EAC8-51DD-4B79-8538-FB58A6D7019C}"/>
              </a:ext>
            </a:extLst>
          </p:cNvPr>
          <p:cNvSpPr/>
          <p:nvPr/>
        </p:nvSpPr>
        <p:spPr>
          <a:xfrm>
            <a:off x="12528267" y="1014040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B155D1A8-267C-4503-A1AC-0B51C4AC12DF}"/>
              </a:ext>
            </a:extLst>
          </p:cNvPr>
          <p:cNvSpPr/>
          <p:nvPr/>
        </p:nvSpPr>
        <p:spPr>
          <a:xfrm>
            <a:off x="14838080" y="94260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F370BEDF-D165-4F45-9EA3-358BAA4F024C}"/>
              </a:ext>
            </a:extLst>
          </p:cNvPr>
          <p:cNvSpPr/>
          <p:nvPr/>
        </p:nvSpPr>
        <p:spPr>
          <a:xfrm>
            <a:off x="14838078" y="570510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F31962C0-E1C5-436C-BDEE-ACB4ECB6E26D}"/>
              </a:ext>
            </a:extLst>
          </p:cNvPr>
          <p:cNvSpPr/>
          <p:nvPr/>
        </p:nvSpPr>
        <p:spPr>
          <a:xfrm>
            <a:off x="14826174" y="3311946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2C825A4-B946-44CA-BB9B-B31EC7B75D61}"/>
              </a:ext>
            </a:extLst>
          </p:cNvPr>
          <p:cNvSpPr txBox="1"/>
          <p:nvPr/>
        </p:nvSpPr>
        <p:spPr>
          <a:xfrm>
            <a:off x="14374483" y="3383383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30D682A0-B427-4072-9418-0BC6B509321B}"/>
              </a:ext>
            </a:extLst>
          </p:cNvPr>
          <p:cNvSpPr/>
          <p:nvPr/>
        </p:nvSpPr>
        <p:spPr>
          <a:xfrm>
            <a:off x="15754701" y="113645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7F471578-BF1A-46C1-BCF0-4664BAB985E8}"/>
              </a:ext>
            </a:extLst>
          </p:cNvPr>
          <p:cNvSpPr/>
          <p:nvPr/>
        </p:nvSpPr>
        <p:spPr>
          <a:xfrm>
            <a:off x="15770813" y="551438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3A4100D-A31B-4CE7-AB91-9D5855D4D5F9}"/>
              </a:ext>
            </a:extLst>
          </p:cNvPr>
          <p:cNvSpPr txBox="1"/>
          <p:nvPr/>
        </p:nvSpPr>
        <p:spPr>
          <a:xfrm>
            <a:off x="0" y="5983558"/>
            <a:ext cx="18000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</a:t>
            </a:r>
            <a:r>
              <a:rPr lang="en-US" altLang="zh-CN" sz="320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a) </a:t>
            </a:r>
            <a:r>
              <a:rPr lang="zh-CN" altLang="en-US" sz="320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均匀</a:t>
            </a:r>
            <a:r>
              <a:rPr lang="zh-CN" altLang="en-US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离散相移                                 </a:t>
            </a:r>
            <a:r>
              <a:rPr lang="en-US" altLang="zh-CN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(b) </a:t>
            </a:r>
            <a:r>
              <a:rPr lang="zh-CN" altLang="en-US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非均匀相移                              </a:t>
            </a:r>
            <a:r>
              <a:rPr lang="en-US" altLang="zh-CN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(c) </a:t>
            </a:r>
            <a:r>
              <a:rPr lang="zh-CN" altLang="en-US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移相能力受限</a:t>
            </a: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03D1C409-84FB-47D7-B37F-A2C231E6937E}"/>
              </a:ext>
            </a:extLst>
          </p:cNvPr>
          <p:cNvGrpSpPr/>
          <p:nvPr/>
        </p:nvGrpSpPr>
        <p:grpSpPr>
          <a:xfrm rot="10800000">
            <a:off x="12432618" y="1122977"/>
            <a:ext cx="1607504" cy="4520811"/>
            <a:chOff x="15754701" y="1136450"/>
            <a:chExt cx="1607504" cy="4520811"/>
          </a:xfrm>
        </p:grpSpPr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24AFF593-BA9B-43D6-91C3-E44E2988FBBE}"/>
                </a:ext>
              </a:extLst>
            </p:cNvPr>
            <p:cNvSpPr/>
            <p:nvPr/>
          </p:nvSpPr>
          <p:spPr>
            <a:xfrm>
              <a:off x="17219330" y="3323853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6536C77D-ECF0-462E-A582-E0081E87C7F0}"/>
                </a:ext>
              </a:extLst>
            </p:cNvPr>
            <p:cNvSpPr/>
            <p:nvPr/>
          </p:nvSpPr>
          <p:spPr>
            <a:xfrm>
              <a:off x="16521624" y="1640310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7 w 142875"/>
                <a:gd name="connsiteY1" fmla="*/ 142875 h 142875"/>
                <a:gd name="connsiteX2" fmla="*/ 0 w 142875"/>
                <a:gd name="connsiteY2" fmla="*/ 71438 h 142875"/>
                <a:gd name="connsiteX3" fmla="*/ 71437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7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7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491231D4-F497-4F22-A727-BCBB9D3E764B}"/>
                </a:ext>
              </a:extLst>
            </p:cNvPr>
            <p:cNvSpPr/>
            <p:nvPr/>
          </p:nvSpPr>
          <p:spPr>
            <a:xfrm>
              <a:off x="15754701" y="1136450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2FFD004B-7468-4F58-AB53-89EBE77A0DED}"/>
                </a:ext>
              </a:extLst>
            </p:cNvPr>
            <p:cNvSpPr/>
            <p:nvPr/>
          </p:nvSpPr>
          <p:spPr>
            <a:xfrm>
              <a:off x="17048829" y="4231029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C4F4BF23-FCDE-40D5-A2EC-0CA9153429CD}"/>
                </a:ext>
              </a:extLst>
            </p:cNvPr>
            <p:cNvSpPr/>
            <p:nvPr/>
          </p:nvSpPr>
          <p:spPr>
            <a:xfrm>
              <a:off x="17025969" y="2394499"/>
              <a:ext cx="142875" cy="142875"/>
            </a:xfrm>
            <a:custGeom>
              <a:avLst/>
              <a:gdLst>
                <a:gd name="connsiteX0" fmla="*/ 142875 w 142875"/>
                <a:gd name="connsiteY0" fmla="*/ 71437 h 142875"/>
                <a:gd name="connsiteX1" fmla="*/ 71438 w 142875"/>
                <a:gd name="connsiteY1" fmla="*/ 142875 h 142875"/>
                <a:gd name="connsiteX2" fmla="*/ 0 w 142875"/>
                <a:gd name="connsiteY2" fmla="*/ 71437 h 142875"/>
                <a:gd name="connsiteX3" fmla="*/ 71438 w 142875"/>
                <a:gd name="connsiteY3" fmla="*/ 0 h 142875"/>
                <a:gd name="connsiteX4" fmla="*/ 142875 w 142875"/>
                <a:gd name="connsiteY4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7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7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7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F5B2F3AF-D307-4AEE-9C10-1CBAA2AC1054}"/>
                </a:ext>
              </a:extLst>
            </p:cNvPr>
            <p:cNvSpPr/>
            <p:nvPr/>
          </p:nvSpPr>
          <p:spPr>
            <a:xfrm>
              <a:off x="16521624" y="5007397"/>
              <a:ext cx="142875" cy="142875"/>
            </a:xfrm>
            <a:custGeom>
              <a:avLst/>
              <a:gdLst>
                <a:gd name="connsiteX0" fmla="*/ 142875 w 142875"/>
                <a:gd name="connsiteY0" fmla="*/ 71437 h 142875"/>
                <a:gd name="connsiteX1" fmla="*/ 71437 w 142875"/>
                <a:gd name="connsiteY1" fmla="*/ 142875 h 142875"/>
                <a:gd name="connsiteX2" fmla="*/ 0 w 142875"/>
                <a:gd name="connsiteY2" fmla="*/ 71437 h 142875"/>
                <a:gd name="connsiteX3" fmla="*/ 71437 w 142875"/>
                <a:gd name="connsiteY3" fmla="*/ 0 h 142875"/>
                <a:gd name="connsiteX4" fmla="*/ 142875 w 142875"/>
                <a:gd name="connsiteY4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7"/>
                  </a:moveTo>
                  <a:cubicBezTo>
                    <a:pt x="142875" y="110891"/>
                    <a:pt x="110891" y="142875"/>
                    <a:pt x="71437" y="142875"/>
                  </a:cubicBezTo>
                  <a:cubicBezTo>
                    <a:pt x="31984" y="142875"/>
                    <a:pt x="0" y="110891"/>
                    <a:pt x="0" y="71437"/>
                  </a:cubicBezTo>
                  <a:cubicBezTo>
                    <a:pt x="0" y="31984"/>
                    <a:pt x="31984" y="0"/>
                    <a:pt x="71437" y="0"/>
                  </a:cubicBezTo>
                  <a:cubicBezTo>
                    <a:pt x="110891" y="0"/>
                    <a:pt x="142875" y="31984"/>
                    <a:pt x="142875" y="71437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36ECD9D7-CDDF-4DD6-9466-E1B4E175AD2E}"/>
                </a:ext>
              </a:extLst>
            </p:cNvPr>
            <p:cNvSpPr/>
            <p:nvPr/>
          </p:nvSpPr>
          <p:spPr>
            <a:xfrm>
              <a:off x="15770813" y="5514386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0387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892E1304-814B-4C5E-8E58-7160CD7506C9}"/>
              </a:ext>
            </a:extLst>
          </p:cNvPr>
          <p:cNvSpPr/>
          <p:nvPr/>
        </p:nvSpPr>
        <p:spPr>
          <a:xfrm>
            <a:off x="6380955" y="599015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BCCFD8-C8FE-4885-8CEF-208BF5199A46}"/>
              </a:ext>
            </a:extLst>
          </p:cNvPr>
          <p:cNvSpPr txBox="1"/>
          <p:nvPr/>
        </p:nvSpPr>
        <p:spPr>
          <a:xfrm>
            <a:off x="11250295" y="5435710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AE5116E4-3500-4252-8F13-91EB2F3037B8}"/>
              </a:ext>
            </a:extLst>
          </p:cNvPr>
          <p:cNvSpPr/>
          <p:nvPr/>
        </p:nvSpPr>
        <p:spPr>
          <a:xfrm>
            <a:off x="9000329" y="670242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096BCA-4379-48EE-99DE-E10CEBEC0DD8}"/>
              </a:ext>
            </a:extLst>
          </p:cNvPr>
          <p:cNvSpPr txBox="1"/>
          <p:nvPr/>
        </p:nvSpPr>
        <p:spPr>
          <a:xfrm>
            <a:off x="9071768" y="694710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E3C2D16F-C996-4204-8201-FAC2FBA515D3}"/>
              </a:ext>
            </a:extLst>
          </p:cNvPr>
          <p:cNvSpPr/>
          <p:nvPr/>
        </p:nvSpPr>
        <p:spPr>
          <a:xfrm>
            <a:off x="6619082" y="1217931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23CD9412-16A4-4531-A8E1-711A0AA5CA59}"/>
              </a:ext>
            </a:extLst>
          </p:cNvPr>
          <p:cNvSpPr/>
          <p:nvPr/>
        </p:nvSpPr>
        <p:spPr>
          <a:xfrm>
            <a:off x="11310145" y="352774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0A0BC91E-0325-4C63-886F-2B862A48E0D6}"/>
              </a:ext>
            </a:extLst>
          </p:cNvPr>
          <p:cNvSpPr/>
          <p:nvPr/>
        </p:nvSpPr>
        <p:spPr>
          <a:xfrm>
            <a:off x="10612439" y="184420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8337C30F-DAE3-46E9-96BC-0DC9D8177CC7}"/>
              </a:ext>
            </a:extLst>
          </p:cNvPr>
          <p:cNvSpPr/>
          <p:nvPr/>
        </p:nvSpPr>
        <p:spPr>
          <a:xfrm>
            <a:off x="8928895" y="114649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92C417F-9EFB-4EA1-9976-11E4C28808D7}"/>
              </a:ext>
            </a:extLst>
          </p:cNvPr>
          <p:cNvSpPr/>
          <p:nvPr/>
        </p:nvSpPr>
        <p:spPr>
          <a:xfrm>
            <a:off x="7245351" y="184420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A993A0A-E401-4D26-B771-E9506F456603}"/>
              </a:ext>
            </a:extLst>
          </p:cNvPr>
          <p:cNvSpPr/>
          <p:nvPr/>
        </p:nvSpPr>
        <p:spPr>
          <a:xfrm>
            <a:off x="6547645" y="352774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AB2142BD-F5CD-467F-859C-1F2954122E15}"/>
              </a:ext>
            </a:extLst>
          </p:cNvPr>
          <p:cNvSpPr/>
          <p:nvPr/>
        </p:nvSpPr>
        <p:spPr>
          <a:xfrm>
            <a:off x="7245351" y="5211288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F6DBEA4-F893-4FD8-9BE7-A7C74A8C89A7}"/>
              </a:ext>
            </a:extLst>
          </p:cNvPr>
          <p:cNvSpPr/>
          <p:nvPr/>
        </p:nvSpPr>
        <p:spPr>
          <a:xfrm>
            <a:off x="8928893" y="590899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62B7A52-544B-4229-AE5D-AD3B0CDAD563}"/>
              </a:ext>
            </a:extLst>
          </p:cNvPr>
          <p:cNvSpPr/>
          <p:nvPr/>
        </p:nvSpPr>
        <p:spPr>
          <a:xfrm>
            <a:off x="10612439" y="5211288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E9E4707-2F47-4533-B572-5BC657DA933B}"/>
              </a:ext>
            </a:extLst>
          </p:cNvPr>
          <p:cNvSpPr/>
          <p:nvPr/>
        </p:nvSpPr>
        <p:spPr>
          <a:xfrm>
            <a:off x="8916989" y="3515837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570722B-20D0-4491-827A-6B66A856A13D}"/>
              </a:ext>
            </a:extLst>
          </p:cNvPr>
          <p:cNvSpPr txBox="1"/>
          <p:nvPr/>
        </p:nvSpPr>
        <p:spPr>
          <a:xfrm>
            <a:off x="8465298" y="3587274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894212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892E1304-814B-4C5E-8E58-7160CD7506C9}"/>
              </a:ext>
            </a:extLst>
          </p:cNvPr>
          <p:cNvSpPr/>
          <p:nvPr/>
        </p:nvSpPr>
        <p:spPr>
          <a:xfrm>
            <a:off x="6380955" y="599015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BCCFD8-C8FE-4885-8CEF-208BF5199A46}"/>
              </a:ext>
            </a:extLst>
          </p:cNvPr>
          <p:cNvSpPr txBox="1"/>
          <p:nvPr/>
        </p:nvSpPr>
        <p:spPr>
          <a:xfrm>
            <a:off x="11250295" y="5435710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AE5116E4-3500-4252-8F13-91EB2F3037B8}"/>
              </a:ext>
            </a:extLst>
          </p:cNvPr>
          <p:cNvSpPr/>
          <p:nvPr/>
        </p:nvSpPr>
        <p:spPr>
          <a:xfrm>
            <a:off x="9000329" y="670242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096BCA-4379-48EE-99DE-E10CEBEC0DD8}"/>
              </a:ext>
            </a:extLst>
          </p:cNvPr>
          <p:cNvSpPr txBox="1"/>
          <p:nvPr/>
        </p:nvSpPr>
        <p:spPr>
          <a:xfrm>
            <a:off x="9071768" y="694710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E3C2D16F-C996-4204-8201-FAC2FBA515D3}"/>
              </a:ext>
            </a:extLst>
          </p:cNvPr>
          <p:cNvSpPr/>
          <p:nvPr/>
        </p:nvSpPr>
        <p:spPr>
          <a:xfrm>
            <a:off x="6619082" y="1217931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23CD9412-16A4-4531-A8E1-711A0AA5CA59}"/>
              </a:ext>
            </a:extLst>
          </p:cNvPr>
          <p:cNvSpPr/>
          <p:nvPr/>
        </p:nvSpPr>
        <p:spPr>
          <a:xfrm>
            <a:off x="11310145" y="352774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0A0BC91E-0325-4C63-886F-2B862A48E0D6}"/>
              </a:ext>
            </a:extLst>
          </p:cNvPr>
          <p:cNvSpPr/>
          <p:nvPr/>
        </p:nvSpPr>
        <p:spPr>
          <a:xfrm>
            <a:off x="10612439" y="184420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8337C30F-DAE3-46E9-96BC-0DC9D8177CC7}"/>
              </a:ext>
            </a:extLst>
          </p:cNvPr>
          <p:cNvSpPr/>
          <p:nvPr/>
        </p:nvSpPr>
        <p:spPr>
          <a:xfrm>
            <a:off x="8928895" y="114649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92C417F-9EFB-4EA1-9976-11E4C28808D7}"/>
              </a:ext>
            </a:extLst>
          </p:cNvPr>
          <p:cNvSpPr/>
          <p:nvPr/>
        </p:nvSpPr>
        <p:spPr>
          <a:xfrm>
            <a:off x="7245351" y="184420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A993A0A-E401-4D26-B771-E9506F456603}"/>
              </a:ext>
            </a:extLst>
          </p:cNvPr>
          <p:cNvSpPr/>
          <p:nvPr/>
        </p:nvSpPr>
        <p:spPr>
          <a:xfrm>
            <a:off x="6547645" y="352774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AB2142BD-F5CD-467F-859C-1F2954122E15}"/>
              </a:ext>
            </a:extLst>
          </p:cNvPr>
          <p:cNvSpPr/>
          <p:nvPr/>
        </p:nvSpPr>
        <p:spPr>
          <a:xfrm>
            <a:off x="7245351" y="5211288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F6DBEA4-F893-4FD8-9BE7-A7C74A8C89A7}"/>
              </a:ext>
            </a:extLst>
          </p:cNvPr>
          <p:cNvSpPr/>
          <p:nvPr/>
        </p:nvSpPr>
        <p:spPr>
          <a:xfrm>
            <a:off x="8928893" y="590899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62B7A52-544B-4229-AE5D-AD3B0CDAD563}"/>
              </a:ext>
            </a:extLst>
          </p:cNvPr>
          <p:cNvSpPr/>
          <p:nvPr/>
        </p:nvSpPr>
        <p:spPr>
          <a:xfrm>
            <a:off x="10612439" y="5211288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E9E4707-2F47-4533-B572-5BC657DA933B}"/>
              </a:ext>
            </a:extLst>
          </p:cNvPr>
          <p:cNvSpPr/>
          <p:nvPr/>
        </p:nvSpPr>
        <p:spPr>
          <a:xfrm>
            <a:off x="8916989" y="3515837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570722B-20D0-4491-827A-6B66A856A13D}"/>
              </a:ext>
            </a:extLst>
          </p:cNvPr>
          <p:cNvSpPr txBox="1"/>
          <p:nvPr/>
        </p:nvSpPr>
        <p:spPr>
          <a:xfrm>
            <a:off x="8465298" y="3587274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814210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892E1304-814B-4C5E-8E58-7160CD7506C9}"/>
              </a:ext>
            </a:extLst>
          </p:cNvPr>
          <p:cNvSpPr/>
          <p:nvPr/>
        </p:nvSpPr>
        <p:spPr>
          <a:xfrm>
            <a:off x="6380955" y="599015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BCCFD8-C8FE-4885-8CEF-208BF5199A46}"/>
              </a:ext>
            </a:extLst>
          </p:cNvPr>
          <p:cNvSpPr txBox="1"/>
          <p:nvPr/>
        </p:nvSpPr>
        <p:spPr>
          <a:xfrm>
            <a:off x="11250295" y="5435710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AE5116E4-3500-4252-8F13-91EB2F3037B8}"/>
              </a:ext>
            </a:extLst>
          </p:cNvPr>
          <p:cNvSpPr/>
          <p:nvPr/>
        </p:nvSpPr>
        <p:spPr>
          <a:xfrm>
            <a:off x="9000329" y="670242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096BCA-4379-48EE-99DE-E10CEBEC0DD8}"/>
              </a:ext>
            </a:extLst>
          </p:cNvPr>
          <p:cNvSpPr txBox="1"/>
          <p:nvPr/>
        </p:nvSpPr>
        <p:spPr>
          <a:xfrm>
            <a:off x="9071768" y="694710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E3C2D16F-C996-4204-8201-FAC2FBA515D3}"/>
              </a:ext>
            </a:extLst>
          </p:cNvPr>
          <p:cNvSpPr/>
          <p:nvPr/>
        </p:nvSpPr>
        <p:spPr>
          <a:xfrm>
            <a:off x="6619082" y="1217931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23CD9412-16A4-4531-A8E1-711A0AA5CA59}"/>
              </a:ext>
            </a:extLst>
          </p:cNvPr>
          <p:cNvSpPr/>
          <p:nvPr/>
        </p:nvSpPr>
        <p:spPr>
          <a:xfrm>
            <a:off x="11240697" y="412205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0A0BC91E-0325-4C63-886F-2B862A48E0D6}"/>
              </a:ext>
            </a:extLst>
          </p:cNvPr>
          <p:cNvSpPr/>
          <p:nvPr/>
        </p:nvSpPr>
        <p:spPr>
          <a:xfrm>
            <a:off x="11143617" y="265533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8337C30F-DAE3-46E9-96BC-0DC9D8177CC7}"/>
              </a:ext>
            </a:extLst>
          </p:cNvPr>
          <p:cNvSpPr/>
          <p:nvPr/>
        </p:nvSpPr>
        <p:spPr>
          <a:xfrm>
            <a:off x="8004335" y="133953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92C417F-9EFB-4EA1-9976-11E4C28808D7}"/>
              </a:ext>
            </a:extLst>
          </p:cNvPr>
          <p:cNvSpPr/>
          <p:nvPr/>
        </p:nvSpPr>
        <p:spPr>
          <a:xfrm>
            <a:off x="6645267" y="2851549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A993A0A-E401-4D26-B771-E9506F456603}"/>
              </a:ext>
            </a:extLst>
          </p:cNvPr>
          <p:cNvSpPr/>
          <p:nvPr/>
        </p:nvSpPr>
        <p:spPr>
          <a:xfrm>
            <a:off x="6547645" y="352774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AB2142BD-F5CD-467F-859C-1F2954122E15}"/>
              </a:ext>
            </a:extLst>
          </p:cNvPr>
          <p:cNvSpPr/>
          <p:nvPr/>
        </p:nvSpPr>
        <p:spPr>
          <a:xfrm>
            <a:off x="7460773" y="5391628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F6DBEA4-F893-4FD8-9BE7-A7C74A8C89A7}"/>
              </a:ext>
            </a:extLst>
          </p:cNvPr>
          <p:cNvSpPr/>
          <p:nvPr/>
        </p:nvSpPr>
        <p:spPr>
          <a:xfrm>
            <a:off x="8928893" y="590899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62B7A52-544B-4229-AE5D-AD3B0CDAD563}"/>
              </a:ext>
            </a:extLst>
          </p:cNvPr>
          <p:cNvSpPr/>
          <p:nvPr/>
        </p:nvSpPr>
        <p:spPr>
          <a:xfrm>
            <a:off x="10048915" y="5625884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E9E4707-2F47-4533-B572-5BC657DA933B}"/>
              </a:ext>
            </a:extLst>
          </p:cNvPr>
          <p:cNvSpPr/>
          <p:nvPr/>
        </p:nvSpPr>
        <p:spPr>
          <a:xfrm>
            <a:off x="8916989" y="3515837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570722B-20D0-4491-827A-6B66A856A13D}"/>
              </a:ext>
            </a:extLst>
          </p:cNvPr>
          <p:cNvSpPr txBox="1"/>
          <p:nvPr/>
        </p:nvSpPr>
        <p:spPr>
          <a:xfrm>
            <a:off x="8465298" y="3587274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29350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892E1304-814B-4C5E-8E58-7160CD7506C9}"/>
              </a:ext>
            </a:extLst>
          </p:cNvPr>
          <p:cNvSpPr/>
          <p:nvPr/>
        </p:nvSpPr>
        <p:spPr>
          <a:xfrm>
            <a:off x="6380955" y="599015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BCCFD8-C8FE-4885-8CEF-208BF5199A46}"/>
              </a:ext>
            </a:extLst>
          </p:cNvPr>
          <p:cNvSpPr txBox="1"/>
          <p:nvPr/>
        </p:nvSpPr>
        <p:spPr>
          <a:xfrm>
            <a:off x="11250295" y="5435710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AE5116E4-3500-4252-8F13-91EB2F3037B8}"/>
              </a:ext>
            </a:extLst>
          </p:cNvPr>
          <p:cNvSpPr/>
          <p:nvPr/>
        </p:nvSpPr>
        <p:spPr>
          <a:xfrm>
            <a:off x="9000329" y="670242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096BCA-4379-48EE-99DE-E10CEBEC0DD8}"/>
              </a:ext>
            </a:extLst>
          </p:cNvPr>
          <p:cNvSpPr txBox="1"/>
          <p:nvPr/>
        </p:nvSpPr>
        <p:spPr>
          <a:xfrm>
            <a:off x="9071768" y="694710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E3C2D16F-C996-4204-8201-FAC2FBA515D3}"/>
              </a:ext>
            </a:extLst>
          </p:cNvPr>
          <p:cNvSpPr/>
          <p:nvPr/>
        </p:nvSpPr>
        <p:spPr>
          <a:xfrm>
            <a:off x="6619082" y="1217931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23CD9412-16A4-4531-A8E1-711A0AA5CA59}"/>
              </a:ext>
            </a:extLst>
          </p:cNvPr>
          <p:cNvSpPr/>
          <p:nvPr/>
        </p:nvSpPr>
        <p:spPr>
          <a:xfrm>
            <a:off x="11310145" y="352774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0A0BC91E-0325-4C63-886F-2B862A48E0D6}"/>
              </a:ext>
            </a:extLst>
          </p:cNvPr>
          <p:cNvSpPr/>
          <p:nvPr/>
        </p:nvSpPr>
        <p:spPr>
          <a:xfrm>
            <a:off x="10612439" y="184420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8337C30F-DAE3-46E9-96BC-0DC9D8177CC7}"/>
              </a:ext>
            </a:extLst>
          </p:cNvPr>
          <p:cNvSpPr/>
          <p:nvPr/>
        </p:nvSpPr>
        <p:spPr>
          <a:xfrm>
            <a:off x="8928895" y="114649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92C417F-9EFB-4EA1-9976-11E4C28808D7}"/>
              </a:ext>
            </a:extLst>
          </p:cNvPr>
          <p:cNvSpPr/>
          <p:nvPr/>
        </p:nvSpPr>
        <p:spPr>
          <a:xfrm>
            <a:off x="9845516" y="134034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A993A0A-E401-4D26-B771-E9506F456603}"/>
              </a:ext>
            </a:extLst>
          </p:cNvPr>
          <p:cNvSpPr/>
          <p:nvPr/>
        </p:nvSpPr>
        <p:spPr>
          <a:xfrm>
            <a:off x="11139644" y="443492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AB2142BD-F5CD-467F-859C-1F2954122E15}"/>
              </a:ext>
            </a:extLst>
          </p:cNvPr>
          <p:cNvSpPr/>
          <p:nvPr/>
        </p:nvSpPr>
        <p:spPr>
          <a:xfrm>
            <a:off x="11116784" y="2598390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F6DBEA4-F893-4FD8-9BE7-A7C74A8C89A7}"/>
              </a:ext>
            </a:extLst>
          </p:cNvPr>
          <p:cNvSpPr/>
          <p:nvPr/>
        </p:nvSpPr>
        <p:spPr>
          <a:xfrm>
            <a:off x="8928893" y="590899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62B7A52-544B-4229-AE5D-AD3B0CDAD563}"/>
              </a:ext>
            </a:extLst>
          </p:cNvPr>
          <p:cNvSpPr/>
          <p:nvPr/>
        </p:nvSpPr>
        <p:spPr>
          <a:xfrm>
            <a:off x="10612439" y="5211288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E9E4707-2F47-4533-B572-5BC657DA933B}"/>
              </a:ext>
            </a:extLst>
          </p:cNvPr>
          <p:cNvSpPr/>
          <p:nvPr/>
        </p:nvSpPr>
        <p:spPr>
          <a:xfrm>
            <a:off x="8916989" y="3515837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570722B-20D0-4491-827A-6B66A856A13D}"/>
              </a:ext>
            </a:extLst>
          </p:cNvPr>
          <p:cNvSpPr txBox="1"/>
          <p:nvPr/>
        </p:nvSpPr>
        <p:spPr>
          <a:xfrm>
            <a:off x="8465298" y="3587274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22EF692D-A8F1-4B8C-8A3D-98E5A542ADF2}"/>
              </a:ext>
            </a:extLst>
          </p:cNvPr>
          <p:cNvSpPr/>
          <p:nvPr/>
        </p:nvSpPr>
        <p:spPr>
          <a:xfrm>
            <a:off x="9861628" y="571827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915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0626465-BA73-4118-9A58-8033B0A679ED}"/>
              </a:ext>
            </a:extLst>
          </p:cNvPr>
          <p:cNvCxnSpPr>
            <a:cxnSpLocks/>
          </p:cNvCxnSpPr>
          <p:nvPr/>
        </p:nvCxnSpPr>
        <p:spPr>
          <a:xfrm flipV="1">
            <a:off x="7907405" y="2092962"/>
            <a:ext cx="0" cy="18324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F573D05-11A5-422E-A777-7839BDF56D13}"/>
              </a:ext>
            </a:extLst>
          </p:cNvPr>
          <p:cNvCxnSpPr>
            <a:cxnSpLocks/>
          </p:cNvCxnSpPr>
          <p:nvPr/>
        </p:nvCxnSpPr>
        <p:spPr>
          <a:xfrm flipH="1">
            <a:off x="7110572" y="3925391"/>
            <a:ext cx="796834" cy="12638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DBB2C401-396D-4ED4-BD93-C24E3161AC2D}"/>
              </a:ext>
            </a:extLst>
          </p:cNvPr>
          <p:cNvCxnSpPr>
            <a:cxnSpLocks/>
          </p:cNvCxnSpPr>
          <p:nvPr/>
        </p:nvCxnSpPr>
        <p:spPr>
          <a:xfrm>
            <a:off x="7907405" y="3925389"/>
            <a:ext cx="39776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2E2C323-3698-474F-874A-0B4C60472B5D}"/>
              </a:ext>
            </a:extLst>
          </p:cNvPr>
          <p:cNvSpPr txBox="1"/>
          <p:nvPr/>
        </p:nvSpPr>
        <p:spPr>
          <a:xfrm>
            <a:off x="11758965" y="383167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x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E554261-B034-4E33-ABEE-1AA94172FCEB}"/>
              </a:ext>
            </a:extLst>
          </p:cNvPr>
          <p:cNvSpPr txBox="1"/>
          <p:nvPr/>
        </p:nvSpPr>
        <p:spPr>
          <a:xfrm>
            <a:off x="7602513" y="1809222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z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466C8D5-C668-4FEC-9339-53D565A50B08}"/>
              </a:ext>
            </a:extLst>
          </p:cNvPr>
          <p:cNvSpPr txBox="1"/>
          <p:nvPr/>
        </p:nvSpPr>
        <p:spPr>
          <a:xfrm>
            <a:off x="6816271" y="4752144"/>
            <a:ext cx="32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y</a:t>
            </a:r>
          </a:p>
        </p:txBody>
      </p:sp>
      <p:sp>
        <p:nvSpPr>
          <p:cNvPr id="10" name="圆柱体 9">
            <a:extLst>
              <a:ext uri="{FF2B5EF4-FFF2-40B4-BE49-F238E27FC236}">
                <a16:creationId xmlns:a16="http://schemas.microsoft.com/office/drawing/2014/main" id="{A25F084B-8E2A-434F-89C1-FB8047CCA79E}"/>
              </a:ext>
            </a:extLst>
          </p:cNvPr>
          <p:cNvSpPr/>
          <p:nvPr/>
        </p:nvSpPr>
        <p:spPr>
          <a:xfrm rot="5400000">
            <a:off x="9696175" y="848272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E2CDE52-8CA1-4BE1-AC84-481CB89B83ED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7085327" y="2661560"/>
            <a:ext cx="822078" cy="126383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圆柱体 120">
            <a:extLst>
              <a:ext uri="{FF2B5EF4-FFF2-40B4-BE49-F238E27FC236}">
                <a16:creationId xmlns:a16="http://schemas.microsoft.com/office/drawing/2014/main" id="{4A29E2AF-4795-4FEC-82C2-2B38B66C9949}"/>
              </a:ext>
            </a:extLst>
          </p:cNvPr>
          <p:cNvSpPr/>
          <p:nvPr/>
        </p:nvSpPr>
        <p:spPr>
          <a:xfrm rot="5400000">
            <a:off x="9451197" y="1219036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3" name="圆柱体 122">
            <a:extLst>
              <a:ext uri="{FF2B5EF4-FFF2-40B4-BE49-F238E27FC236}">
                <a16:creationId xmlns:a16="http://schemas.microsoft.com/office/drawing/2014/main" id="{468975CC-5899-499A-9214-38F003E7F6C7}"/>
              </a:ext>
            </a:extLst>
          </p:cNvPr>
          <p:cNvSpPr/>
          <p:nvPr/>
        </p:nvSpPr>
        <p:spPr>
          <a:xfrm rot="5400000">
            <a:off x="9036685" y="1850949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E0D4D7C-75A7-42FA-B4CC-9680CA198ACE}"/>
              </a:ext>
            </a:extLst>
          </p:cNvPr>
          <p:cNvSpPr txBox="1"/>
          <p:nvPr/>
        </p:nvSpPr>
        <p:spPr>
          <a:xfrm>
            <a:off x="10728185" y="2318438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波导</a:t>
            </a:r>
            <a:r>
              <a: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011AC10C-C38F-4F73-8956-EBE09635EF61}"/>
              </a:ext>
            </a:extLst>
          </p:cNvPr>
          <p:cNvSpPr txBox="1"/>
          <p:nvPr/>
        </p:nvSpPr>
        <p:spPr>
          <a:xfrm>
            <a:off x="9015271" y="31322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……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03D12B4-5EAE-4B7C-9F66-F818A3ADEB9B}"/>
              </a:ext>
            </a:extLst>
          </p:cNvPr>
          <p:cNvSpPr txBox="1"/>
          <p:nvPr/>
        </p:nvSpPr>
        <p:spPr>
          <a:xfrm>
            <a:off x="10485921" y="2729013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波导</a:t>
            </a:r>
            <a:r>
              <a: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30B16B1-6AA8-47CB-AEB5-6224E964CE1B}"/>
              </a:ext>
            </a:extLst>
          </p:cNvPr>
          <p:cNvSpPr txBox="1"/>
          <p:nvPr/>
        </p:nvSpPr>
        <p:spPr>
          <a:xfrm>
            <a:off x="9969649" y="3340358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波导</a:t>
            </a:r>
            <a:r>
              <a:rPr lang="en-US" altLang="zh-CN" sz="14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M</a:t>
            </a:r>
          </a:p>
        </p:txBody>
      </p:sp>
      <p:pic>
        <p:nvPicPr>
          <p:cNvPr id="20" name="图形 19" descr="智能手机 纯色填充">
            <a:extLst>
              <a:ext uri="{FF2B5EF4-FFF2-40B4-BE49-F238E27FC236}">
                <a16:creationId xmlns:a16="http://schemas.microsoft.com/office/drawing/2014/main" id="{659AB4F9-C06C-49C5-AFDB-5468058CF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4861" y="4354686"/>
            <a:ext cx="271252" cy="271252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D479493B-86C9-478B-A655-1A20F964823C}"/>
              </a:ext>
            </a:extLst>
          </p:cNvPr>
          <p:cNvSpPr txBox="1"/>
          <p:nvPr/>
        </p:nvSpPr>
        <p:spPr>
          <a:xfrm>
            <a:off x="9553534" y="460803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用户</a:t>
            </a:r>
            <a:endParaRPr lang="en-US" altLang="zh-CN" sz="14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00B7ADEF-8C1E-4DCB-8009-9C6B3A6DBD8C}"/>
              </a:ext>
            </a:extLst>
          </p:cNvPr>
          <p:cNvSpPr/>
          <p:nvPr/>
        </p:nvSpPr>
        <p:spPr>
          <a:xfrm>
            <a:off x="8312850" y="255329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066A4A03-626A-4A11-8F80-BC8DC185A483}"/>
              </a:ext>
            </a:extLst>
          </p:cNvPr>
          <p:cNvSpPr/>
          <p:nvPr/>
        </p:nvSpPr>
        <p:spPr>
          <a:xfrm>
            <a:off x="9297800" y="2553295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1174" y="73814"/>
                          <a:pt x="28804" y="41761"/>
                          <a:pt x="44653" y="0"/>
                        </a:cubicBezTo>
                        <a:cubicBezTo>
                          <a:pt x="62960" y="53870"/>
                          <a:pt x="66915" y="58132"/>
                          <a:pt x="89305" y="108722"/>
                        </a:cubicBezTo>
                        <a:cubicBezTo>
                          <a:pt x="73542" y="134272"/>
                          <a:pt x="59937" y="192234"/>
                          <a:pt x="44653" y="217443"/>
                        </a:cubicBezTo>
                        <a:cubicBezTo>
                          <a:pt x="21647" y="172737"/>
                          <a:pt x="21334" y="159789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5816" y="62185"/>
                          <a:pt x="29997" y="29338"/>
                          <a:pt x="44653" y="0"/>
                        </a:cubicBezTo>
                        <a:cubicBezTo>
                          <a:pt x="59082" y="45716"/>
                          <a:pt x="65955" y="61431"/>
                          <a:pt x="89305" y="108722"/>
                        </a:cubicBezTo>
                        <a:cubicBezTo>
                          <a:pt x="80270" y="138267"/>
                          <a:pt x="61179" y="166906"/>
                          <a:pt x="44653" y="217443"/>
                        </a:cubicBezTo>
                        <a:cubicBezTo>
                          <a:pt x="26923" y="167351"/>
                          <a:pt x="20981" y="162460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EDD57F05-2E54-4DE2-8FBF-6F5270B53E60}"/>
              </a:ext>
            </a:extLst>
          </p:cNvPr>
          <p:cNvSpPr/>
          <p:nvPr/>
        </p:nvSpPr>
        <p:spPr>
          <a:xfrm>
            <a:off x="10514079" y="2553295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670402538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8218" y="71747"/>
                          <a:pt x="34695" y="32157"/>
                          <a:pt x="44653" y="0"/>
                        </a:cubicBezTo>
                        <a:cubicBezTo>
                          <a:pt x="65298" y="49793"/>
                          <a:pt x="74487" y="65285"/>
                          <a:pt x="89305" y="108722"/>
                        </a:cubicBezTo>
                        <a:cubicBezTo>
                          <a:pt x="75307" y="139204"/>
                          <a:pt x="64656" y="183698"/>
                          <a:pt x="44653" y="217443"/>
                        </a:cubicBezTo>
                        <a:cubicBezTo>
                          <a:pt x="29967" y="180022"/>
                          <a:pt x="11512" y="139840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5579" y="82473"/>
                          <a:pt x="29486" y="32294"/>
                          <a:pt x="44653" y="0"/>
                        </a:cubicBezTo>
                        <a:cubicBezTo>
                          <a:pt x="57558" y="20662"/>
                          <a:pt x="77078" y="71608"/>
                          <a:pt x="89305" y="108722"/>
                        </a:cubicBezTo>
                        <a:cubicBezTo>
                          <a:pt x="69749" y="141167"/>
                          <a:pt x="58481" y="179630"/>
                          <a:pt x="44653" y="217443"/>
                        </a:cubicBezTo>
                        <a:cubicBezTo>
                          <a:pt x="28652" y="178100"/>
                          <a:pt x="18464" y="161457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A40E3E78-8907-4A0A-A6EB-A10F63C3B5EB}"/>
              </a:ext>
            </a:extLst>
          </p:cNvPr>
          <p:cNvSpPr/>
          <p:nvPr/>
        </p:nvSpPr>
        <p:spPr>
          <a:xfrm>
            <a:off x="8390119" y="2918128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BA346189-3A2C-4F4C-9EB7-56913EC7FF8B}"/>
              </a:ext>
            </a:extLst>
          </p:cNvPr>
          <p:cNvSpPr/>
          <p:nvPr/>
        </p:nvSpPr>
        <p:spPr>
          <a:xfrm>
            <a:off x="9121437" y="2921467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999097943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4572" y="84670"/>
                          <a:pt x="37979" y="27651"/>
                          <a:pt x="44653" y="0"/>
                        </a:cubicBezTo>
                        <a:cubicBezTo>
                          <a:pt x="69799" y="53106"/>
                          <a:pt x="76782" y="84403"/>
                          <a:pt x="89305" y="108722"/>
                        </a:cubicBezTo>
                        <a:cubicBezTo>
                          <a:pt x="83256" y="133761"/>
                          <a:pt x="55954" y="191201"/>
                          <a:pt x="44653" y="217443"/>
                        </a:cubicBezTo>
                        <a:cubicBezTo>
                          <a:pt x="24114" y="172174"/>
                          <a:pt x="12377" y="148751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21629" y="70634"/>
                          <a:pt x="24154" y="49405"/>
                          <a:pt x="44653" y="0"/>
                        </a:cubicBezTo>
                        <a:cubicBezTo>
                          <a:pt x="61632" y="41893"/>
                          <a:pt x="77290" y="87990"/>
                          <a:pt x="89305" y="108722"/>
                        </a:cubicBezTo>
                        <a:cubicBezTo>
                          <a:pt x="65746" y="161152"/>
                          <a:pt x="55604" y="195279"/>
                          <a:pt x="44653" y="217443"/>
                        </a:cubicBezTo>
                        <a:cubicBezTo>
                          <a:pt x="19066" y="166787"/>
                          <a:pt x="11892" y="138095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4FE63F6D-9125-40C6-88CA-E9306CD5885B}"/>
              </a:ext>
            </a:extLst>
          </p:cNvPr>
          <p:cNvSpPr/>
          <p:nvPr/>
        </p:nvSpPr>
        <p:spPr>
          <a:xfrm>
            <a:off x="9988732" y="2917318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927782525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7907" y="79521"/>
                          <a:pt x="28584" y="23798"/>
                          <a:pt x="44653" y="0"/>
                        </a:cubicBezTo>
                        <a:cubicBezTo>
                          <a:pt x="65297" y="53657"/>
                          <a:pt x="82896" y="83867"/>
                          <a:pt x="89305" y="108722"/>
                        </a:cubicBezTo>
                        <a:cubicBezTo>
                          <a:pt x="71290" y="137263"/>
                          <a:pt x="61443" y="185816"/>
                          <a:pt x="44653" y="217443"/>
                        </a:cubicBezTo>
                        <a:cubicBezTo>
                          <a:pt x="27280" y="182965"/>
                          <a:pt x="16566" y="137115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5389" y="85135"/>
                          <a:pt x="29189" y="41359"/>
                          <a:pt x="44653" y="0"/>
                        </a:cubicBezTo>
                        <a:cubicBezTo>
                          <a:pt x="64672" y="40637"/>
                          <a:pt x="80449" y="80077"/>
                          <a:pt x="89305" y="108722"/>
                        </a:cubicBezTo>
                        <a:cubicBezTo>
                          <a:pt x="68743" y="144273"/>
                          <a:pt x="55484" y="189147"/>
                          <a:pt x="44653" y="217443"/>
                        </a:cubicBezTo>
                        <a:cubicBezTo>
                          <a:pt x="26929" y="181151"/>
                          <a:pt x="17254" y="152770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D7B99AA-CD59-4B9B-81DD-99A5407DA182}"/>
              </a:ext>
            </a:extLst>
          </p:cNvPr>
          <p:cNvSpPr/>
          <p:nvPr/>
        </p:nvSpPr>
        <p:spPr>
          <a:xfrm>
            <a:off x="8256524" y="3554646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C32B289C-89D8-49CA-862A-6624596674DE}"/>
              </a:ext>
            </a:extLst>
          </p:cNvPr>
          <p:cNvSpPr/>
          <p:nvPr/>
        </p:nvSpPr>
        <p:spPr>
          <a:xfrm>
            <a:off x="8999515" y="3558794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3155858161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2812" y="64115"/>
                          <a:pt x="34282" y="27256"/>
                          <a:pt x="44653" y="0"/>
                        </a:cubicBezTo>
                        <a:cubicBezTo>
                          <a:pt x="57214" y="21932"/>
                          <a:pt x="82743" y="81100"/>
                          <a:pt x="89305" y="108722"/>
                        </a:cubicBezTo>
                        <a:cubicBezTo>
                          <a:pt x="68725" y="151418"/>
                          <a:pt x="56031" y="189022"/>
                          <a:pt x="44653" y="217443"/>
                        </a:cubicBezTo>
                        <a:cubicBezTo>
                          <a:pt x="27005" y="187615"/>
                          <a:pt x="15096" y="131780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3152" y="87265"/>
                          <a:pt x="27858" y="51465"/>
                          <a:pt x="44653" y="0"/>
                        </a:cubicBezTo>
                        <a:cubicBezTo>
                          <a:pt x="53800" y="29158"/>
                          <a:pt x="72031" y="68321"/>
                          <a:pt x="89305" y="108722"/>
                        </a:cubicBezTo>
                        <a:cubicBezTo>
                          <a:pt x="74909" y="133080"/>
                          <a:pt x="61704" y="161408"/>
                          <a:pt x="44653" y="217443"/>
                        </a:cubicBezTo>
                        <a:cubicBezTo>
                          <a:pt x="28396" y="184997"/>
                          <a:pt x="8878" y="133984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47C87FC-51E6-4D15-8488-02A1565561BD}"/>
              </a:ext>
            </a:extLst>
          </p:cNvPr>
          <p:cNvSpPr/>
          <p:nvPr/>
        </p:nvSpPr>
        <p:spPr>
          <a:xfrm>
            <a:off x="9866810" y="3554646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151745165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5636" y="57446"/>
                          <a:pt x="27402" y="30593"/>
                          <a:pt x="44653" y="0"/>
                        </a:cubicBezTo>
                        <a:cubicBezTo>
                          <a:pt x="59249" y="37598"/>
                          <a:pt x="70258" y="66333"/>
                          <a:pt x="89305" y="108722"/>
                        </a:cubicBezTo>
                        <a:cubicBezTo>
                          <a:pt x="73511" y="137195"/>
                          <a:pt x="68687" y="170736"/>
                          <a:pt x="44653" y="217443"/>
                        </a:cubicBezTo>
                        <a:cubicBezTo>
                          <a:pt x="25415" y="179540"/>
                          <a:pt x="13342" y="138432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8943" y="62628"/>
                          <a:pt x="28725" y="52740"/>
                          <a:pt x="44653" y="0"/>
                        </a:cubicBezTo>
                        <a:cubicBezTo>
                          <a:pt x="50315" y="29162"/>
                          <a:pt x="79199" y="83007"/>
                          <a:pt x="89305" y="108722"/>
                        </a:cubicBezTo>
                        <a:cubicBezTo>
                          <a:pt x="67017" y="149983"/>
                          <a:pt x="68002" y="169585"/>
                          <a:pt x="44653" y="217443"/>
                        </a:cubicBezTo>
                        <a:cubicBezTo>
                          <a:pt x="32802" y="181413"/>
                          <a:pt x="19774" y="144213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66E8AE3A-63C3-4142-96AC-8B2F30F7D9D0}"/>
              </a:ext>
            </a:extLst>
          </p:cNvPr>
          <p:cNvCxnSpPr>
            <a:cxnSpLocks/>
            <a:stCxn id="10" idx="3"/>
            <a:endCxn id="33" idx="3"/>
          </p:cNvCxnSpPr>
          <p:nvPr/>
        </p:nvCxnSpPr>
        <p:spPr>
          <a:xfrm rot="10800000" flipV="1">
            <a:off x="7205513" y="2661560"/>
            <a:ext cx="701895" cy="448911"/>
          </a:xfrm>
          <a:prstGeom prst="curvedConnector3">
            <a:avLst>
              <a:gd name="adj1" fmla="val 6438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 descr="数据库 纯色填充">
            <a:extLst>
              <a:ext uri="{FF2B5EF4-FFF2-40B4-BE49-F238E27FC236}">
                <a16:creationId xmlns:a16="http://schemas.microsoft.com/office/drawing/2014/main" id="{66F97F53-F9F9-4A07-A711-03EDA6F76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8330" y="2866880"/>
            <a:ext cx="487180" cy="487180"/>
          </a:xfrm>
          <a:prstGeom prst="rect">
            <a:avLst/>
          </a:prstGeom>
        </p:spPr>
      </p:pic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04C7A379-E57B-450D-BA65-0381B65272AC}"/>
              </a:ext>
            </a:extLst>
          </p:cNvPr>
          <p:cNvCxnSpPr>
            <a:cxnSpLocks/>
            <a:stCxn id="121" idx="3"/>
            <a:endCxn id="33" idx="3"/>
          </p:cNvCxnSpPr>
          <p:nvPr/>
        </p:nvCxnSpPr>
        <p:spPr>
          <a:xfrm rot="10800000" flipV="1">
            <a:off x="7205513" y="3032324"/>
            <a:ext cx="456917" cy="78147"/>
          </a:xfrm>
          <a:prstGeom prst="curvedConnector3">
            <a:avLst>
              <a:gd name="adj1" fmla="val 40766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曲线 148">
            <a:extLst>
              <a:ext uri="{FF2B5EF4-FFF2-40B4-BE49-F238E27FC236}">
                <a16:creationId xmlns:a16="http://schemas.microsoft.com/office/drawing/2014/main" id="{B139D756-9F3D-41C3-8E92-7A464B015AC4}"/>
              </a:ext>
            </a:extLst>
          </p:cNvPr>
          <p:cNvCxnSpPr>
            <a:cxnSpLocks/>
            <a:stCxn id="123" idx="3"/>
            <a:endCxn id="33" idx="3"/>
          </p:cNvCxnSpPr>
          <p:nvPr/>
        </p:nvCxnSpPr>
        <p:spPr>
          <a:xfrm rot="10800000">
            <a:off x="7205513" y="3110473"/>
            <a:ext cx="42405" cy="553765"/>
          </a:xfrm>
          <a:prstGeom prst="curvedConnector3">
            <a:avLst>
              <a:gd name="adj1" fmla="val -110921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02624E0-036F-4B0A-B018-283C4D34D224}"/>
              </a:ext>
            </a:extLst>
          </p:cNvPr>
          <p:cNvSpPr txBox="1"/>
          <p:nvPr/>
        </p:nvSpPr>
        <p:spPr>
          <a:xfrm>
            <a:off x="6754937" y="328994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基站</a:t>
            </a:r>
            <a:endParaRPr lang="en-US" altLang="zh-CN" sz="14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4CD0ABCD-EF5E-47B3-8BD0-FE360F1DD1F7}"/>
              </a:ext>
            </a:extLst>
          </p:cNvPr>
          <p:cNvCxnSpPr>
            <a:cxnSpLocks/>
          </p:cNvCxnSpPr>
          <p:nvPr/>
        </p:nvCxnSpPr>
        <p:spPr>
          <a:xfrm flipH="1">
            <a:off x="7205514" y="5039176"/>
            <a:ext cx="3609060" cy="1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E3AB8513-8017-4C18-AB2A-678623407DAB}"/>
              </a:ext>
            </a:extLst>
          </p:cNvPr>
          <p:cNvCxnSpPr>
            <a:cxnSpLocks/>
          </p:cNvCxnSpPr>
          <p:nvPr/>
        </p:nvCxnSpPr>
        <p:spPr>
          <a:xfrm flipH="1">
            <a:off x="10814576" y="3924296"/>
            <a:ext cx="707415" cy="111095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1B7E6E98-BE1E-4B64-8CC9-7D698C1B2CCF}"/>
              </a:ext>
            </a:extLst>
          </p:cNvPr>
          <p:cNvSpPr txBox="1"/>
          <p:nvPr/>
        </p:nvSpPr>
        <p:spPr>
          <a:xfrm>
            <a:off x="8846794" y="4997011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L</a:t>
            </a:r>
            <a:r>
              <a:rPr lang="en-US" altLang="zh-CN" sz="1400" i="1" baseline="-25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x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BE8794AD-4871-48D9-8908-E7A0F096154C}"/>
              </a:ext>
            </a:extLst>
          </p:cNvPr>
          <p:cNvSpPr txBox="1"/>
          <p:nvPr/>
        </p:nvSpPr>
        <p:spPr>
          <a:xfrm>
            <a:off x="11250363" y="4325886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L</a:t>
            </a:r>
            <a:r>
              <a:rPr lang="en-US" altLang="zh-CN" sz="1400" i="1" baseline="-25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y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5A82A1C-D356-4B76-B9C4-BFDC68E28DC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1519449" y="2661561"/>
            <a:ext cx="14533" cy="125881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115B632-18AD-49B0-86CC-1FA5AD2C9A01}"/>
              </a:ext>
            </a:extLst>
          </p:cNvPr>
          <p:cNvSpPr txBox="1"/>
          <p:nvPr/>
        </p:nvSpPr>
        <p:spPr>
          <a:xfrm>
            <a:off x="11486754" y="3070387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 err="1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L</a:t>
            </a:r>
            <a:r>
              <a:rPr lang="en-US" altLang="zh-CN" sz="1400" i="1" baseline="-25000" dirty="0" err="1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z</a:t>
            </a:r>
            <a:endParaRPr lang="en-US" altLang="zh-CN" sz="1400" i="1" baseline="-250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42CD69C-C388-4523-9189-D12A0734967B}"/>
              </a:ext>
            </a:extLst>
          </p:cNvPr>
          <p:cNvCxnSpPr>
            <a:cxnSpLocks/>
          </p:cNvCxnSpPr>
          <p:nvPr/>
        </p:nvCxnSpPr>
        <p:spPr>
          <a:xfrm>
            <a:off x="8491402" y="2553294"/>
            <a:ext cx="731579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C98E931-A788-4F40-86AD-8A81E41C67FE}"/>
              </a:ext>
            </a:extLst>
          </p:cNvPr>
          <p:cNvCxnSpPr>
            <a:cxnSpLocks/>
          </p:cNvCxnSpPr>
          <p:nvPr/>
        </p:nvCxnSpPr>
        <p:spPr>
          <a:xfrm>
            <a:off x="9551820" y="2553294"/>
            <a:ext cx="808587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6BDD76B2-2EF1-40D3-A62E-B4E27145D97A}"/>
              </a:ext>
            </a:extLst>
          </p:cNvPr>
          <p:cNvSpPr txBox="1"/>
          <p:nvPr/>
        </p:nvSpPr>
        <p:spPr>
          <a:xfrm>
            <a:off x="8862826" y="2290959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PA</a:t>
            </a:r>
            <a:r>
              <a:rPr lang="zh-CN" altLang="en-US" sz="1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移动</a:t>
            </a:r>
            <a:endParaRPr lang="en-US" altLang="zh-CN" sz="12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8633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0626465-BA73-4118-9A58-8033B0A679ED}"/>
              </a:ext>
            </a:extLst>
          </p:cNvPr>
          <p:cNvCxnSpPr>
            <a:cxnSpLocks/>
          </p:cNvCxnSpPr>
          <p:nvPr/>
        </p:nvCxnSpPr>
        <p:spPr>
          <a:xfrm flipV="1">
            <a:off x="7907405" y="2092962"/>
            <a:ext cx="0" cy="18324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F573D05-11A5-422E-A777-7839BDF56D13}"/>
              </a:ext>
            </a:extLst>
          </p:cNvPr>
          <p:cNvCxnSpPr>
            <a:cxnSpLocks/>
          </p:cNvCxnSpPr>
          <p:nvPr/>
        </p:nvCxnSpPr>
        <p:spPr>
          <a:xfrm flipH="1">
            <a:off x="7110572" y="3925391"/>
            <a:ext cx="796834" cy="12638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DBB2C401-396D-4ED4-BD93-C24E3161AC2D}"/>
              </a:ext>
            </a:extLst>
          </p:cNvPr>
          <p:cNvCxnSpPr>
            <a:cxnSpLocks/>
          </p:cNvCxnSpPr>
          <p:nvPr/>
        </p:nvCxnSpPr>
        <p:spPr>
          <a:xfrm>
            <a:off x="7907405" y="3925389"/>
            <a:ext cx="39776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2E2C323-3698-474F-874A-0B4C60472B5D}"/>
              </a:ext>
            </a:extLst>
          </p:cNvPr>
          <p:cNvSpPr txBox="1"/>
          <p:nvPr/>
        </p:nvSpPr>
        <p:spPr>
          <a:xfrm>
            <a:off x="11758965" y="383167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x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E554261-B034-4E33-ABEE-1AA94172FCEB}"/>
              </a:ext>
            </a:extLst>
          </p:cNvPr>
          <p:cNvSpPr txBox="1"/>
          <p:nvPr/>
        </p:nvSpPr>
        <p:spPr>
          <a:xfrm>
            <a:off x="7602513" y="1809222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z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466C8D5-C668-4FEC-9339-53D565A50B08}"/>
              </a:ext>
            </a:extLst>
          </p:cNvPr>
          <p:cNvSpPr txBox="1"/>
          <p:nvPr/>
        </p:nvSpPr>
        <p:spPr>
          <a:xfrm>
            <a:off x="6816271" y="4752144"/>
            <a:ext cx="32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y</a:t>
            </a:r>
          </a:p>
        </p:txBody>
      </p:sp>
      <p:sp>
        <p:nvSpPr>
          <p:cNvPr id="10" name="圆柱体 9">
            <a:extLst>
              <a:ext uri="{FF2B5EF4-FFF2-40B4-BE49-F238E27FC236}">
                <a16:creationId xmlns:a16="http://schemas.microsoft.com/office/drawing/2014/main" id="{A25F084B-8E2A-434F-89C1-FB8047CCA79E}"/>
              </a:ext>
            </a:extLst>
          </p:cNvPr>
          <p:cNvSpPr/>
          <p:nvPr/>
        </p:nvSpPr>
        <p:spPr>
          <a:xfrm rot="5400000">
            <a:off x="9696175" y="848272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E2CDE52-8CA1-4BE1-AC84-481CB89B83ED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7085327" y="2661560"/>
            <a:ext cx="822078" cy="126383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圆柱体 120">
            <a:extLst>
              <a:ext uri="{FF2B5EF4-FFF2-40B4-BE49-F238E27FC236}">
                <a16:creationId xmlns:a16="http://schemas.microsoft.com/office/drawing/2014/main" id="{4A29E2AF-4795-4FEC-82C2-2B38B66C9949}"/>
              </a:ext>
            </a:extLst>
          </p:cNvPr>
          <p:cNvSpPr/>
          <p:nvPr/>
        </p:nvSpPr>
        <p:spPr>
          <a:xfrm rot="5400000">
            <a:off x="9451197" y="1219036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圆柱体 122">
            <a:extLst>
              <a:ext uri="{FF2B5EF4-FFF2-40B4-BE49-F238E27FC236}">
                <a16:creationId xmlns:a16="http://schemas.microsoft.com/office/drawing/2014/main" id="{468975CC-5899-499A-9214-38F003E7F6C7}"/>
              </a:ext>
            </a:extLst>
          </p:cNvPr>
          <p:cNvSpPr/>
          <p:nvPr/>
        </p:nvSpPr>
        <p:spPr>
          <a:xfrm rot="5400000">
            <a:off x="9036685" y="1850949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E0D4D7C-75A7-42FA-B4CC-9680CA198ACE}"/>
              </a:ext>
            </a:extLst>
          </p:cNvPr>
          <p:cNvSpPr txBox="1"/>
          <p:nvPr/>
        </p:nvSpPr>
        <p:spPr>
          <a:xfrm>
            <a:off x="10728184" y="2318438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1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011AC10C-C38F-4F73-8956-EBE09635EF61}"/>
              </a:ext>
            </a:extLst>
          </p:cNvPr>
          <p:cNvSpPr txBox="1"/>
          <p:nvPr/>
        </p:nvSpPr>
        <p:spPr>
          <a:xfrm>
            <a:off x="9015271" y="31322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……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03D12B4-5EAE-4B7C-9F66-F818A3ADEB9B}"/>
              </a:ext>
            </a:extLst>
          </p:cNvPr>
          <p:cNvSpPr txBox="1"/>
          <p:nvPr/>
        </p:nvSpPr>
        <p:spPr>
          <a:xfrm>
            <a:off x="10485919" y="2729013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2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30B16B1-6AA8-47CB-AEB5-6224E964CE1B}"/>
              </a:ext>
            </a:extLst>
          </p:cNvPr>
          <p:cNvSpPr txBox="1"/>
          <p:nvPr/>
        </p:nvSpPr>
        <p:spPr>
          <a:xfrm>
            <a:off x="9969650" y="3340358"/>
            <a:ext cx="1183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</a:t>
            </a:r>
            <a:r>
              <a:rPr lang="en-US" altLang="zh-CN" sz="1400" i="1" dirty="0"/>
              <a:t>M</a:t>
            </a:r>
          </a:p>
        </p:txBody>
      </p:sp>
      <p:pic>
        <p:nvPicPr>
          <p:cNvPr id="20" name="图形 19" descr="智能手机 纯色填充">
            <a:extLst>
              <a:ext uri="{FF2B5EF4-FFF2-40B4-BE49-F238E27FC236}">
                <a16:creationId xmlns:a16="http://schemas.microsoft.com/office/drawing/2014/main" id="{659AB4F9-C06C-49C5-AFDB-5468058CF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2491" y="4083712"/>
            <a:ext cx="271252" cy="271252"/>
          </a:xfrm>
          <a:prstGeom prst="rect">
            <a:avLst/>
          </a:prstGeom>
        </p:spPr>
      </p:pic>
      <p:pic>
        <p:nvPicPr>
          <p:cNvPr id="130" name="图形 129" descr="智能手机 纯色填充">
            <a:extLst>
              <a:ext uri="{FF2B5EF4-FFF2-40B4-BE49-F238E27FC236}">
                <a16:creationId xmlns:a16="http://schemas.microsoft.com/office/drawing/2014/main" id="{2F719659-7ECC-4855-9D55-8D1B61CFA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09115" y="4482554"/>
            <a:ext cx="271252" cy="271252"/>
          </a:xfrm>
          <a:prstGeom prst="rect">
            <a:avLst/>
          </a:prstGeom>
        </p:spPr>
      </p:pic>
      <p:pic>
        <p:nvPicPr>
          <p:cNvPr id="131" name="图形 130" descr="智能手机 纯色填充">
            <a:extLst>
              <a:ext uri="{FF2B5EF4-FFF2-40B4-BE49-F238E27FC236}">
                <a16:creationId xmlns:a16="http://schemas.microsoft.com/office/drawing/2014/main" id="{525BBE09-0265-4355-9CF0-A7FA62D99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50112" y="4024174"/>
            <a:ext cx="271252" cy="271252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D479493B-86C9-478B-A655-1A20F964823C}"/>
              </a:ext>
            </a:extLst>
          </p:cNvPr>
          <p:cNvSpPr txBox="1"/>
          <p:nvPr/>
        </p:nvSpPr>
        <p:spPr>
          <a:xfrm>
            <a:off x="8091665" y="4331689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1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6773FF4-56C1-4080-BECF-97952A67265C}"/>
              </a:ext>
            </a:extLst>
          </p:cNvPr>
          <p:cNvSpPr txBox="1"/>
          <p:nvPr/>
        </p:nvSpPr>
        <p:spPr>
          <a:xfrm>
            <a:off x="8915165" y="4689234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2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C25D86C-E6FD-4608-8A34-EE375FA1CDA7}"/>
              </a:ext>
            </a:extLst>
          </p:cNvPr>
          <p:cNvSpPr txBox="1"/>
          <p:nvPr/>
        </p:nvSpPr>
        <p:spPr>
          <a:xfrm>
            <a:off x="10173808" y="4295428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</a:t>
            </a:r>
            <a:r>
              <a:rPr lang="en-US" altLang="zh-CN" sz="1400" i="1" dirty="0"/>
              <a:t>K</a:t>
            </a:r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00B7ADEF-8C1E-4DCB-8009-9C6B3A6DBD8C}"/>
              </a:ext>
            </a:extLst>
          </p:cNvPr>
          <p:cNvSpPr/>
          <p:nvPr/>
        </p:nvSpPr>
        <p:spPr>
          <a:xfrm>
            <a:off x="8312850" y="255329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20D260D-58A7-4645-B1A6-9380BAD65B7F}"/>
              </a:ext>
            </a:extLst>
          </p:cNvPr>
          <p:cNvSpPr txBox="1"/>
          <p:nvPr/>
        </p:nvSpPr>
        <p:spPr>
          <a:xfrm>
            <a:off x="9569292" y="439015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/>
              <a:t>……</a:t>
            </a:r>
          </a:p>
        </p:txBody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066A4A03-626A-4A11-8F80-BC8DC185A483}"/>
              </a:ext>
            </a:extLst>
          </p:cNvPr>
          <p:cNvSpPr/>
          <p:nvPr/>
        </p:nvSpPr>
        <p:spPr>
          <a:xfrm>
            <a:off x="9297800" y="255329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EDD57F05-2E54-4DE2-8FBF-6F5270B53E60}"/>
              </a:ext>
            </a:extLst>
          </p:cNvPr>
          <p:cNvSpPr/>
          <p:nvPr/>
        </p:nvSpPr>
        <p:spPr>
          <a:xfrm>
            <a:off x="10514079" y="255329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A40E3E78-8907-4A0A-A6EB-A10F63C3B5EB}"/>
              </a:ext>
            </a:extLst>
          </p:cNvPr>
          <p:cNvSpPr/>
          <p:nvPr/>
        </p:nvSpPr>
        <p:spPr>
          <a:xfrm>
            <a:off x="8390119" y="2918128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BA346189-3A2C-4F4C-9EB7-56913EC7FF8B}"/>
              </a:ext>
            </a:extLst>
          </p:cNvPr>
          <p:cNvSpPr/>
          <p:nvPr/>
        </p:nvSpPr>
        <p:spPr>
          <a:xfrm>
            <a:off x="9121437" y="2921467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4FE63F6D-9125-40C6-88CA-E9306CD5885B}"/>
              </a:ext>
            </a:extLst>
          </p:cNvPr>
          <p:cNvSpPr/>
          <p:nvPr/>
        </p:nvSpPr>
        <p:spPr>
          <a:xfrm>
            <a:off x="9988732" y="2917318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D7B99AA-CD59-4B9B-81DD-99A5407DA182}"/>
              </a:ext>
            </a:extLst>
          </p:cNvPr>
          <p:cNvSpPr/>
          <p:nvPr/>
        </p:nvSpPr>
        <p:spPr>
          <a:xfrm>
            <a:off x="8256524" y="3554646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C32B289C-89D8-49CA-862A-6624596674DE}"/>
              </a:ext>
            </a:extLst>
          </p:cNvPr>
          <p:cNvSpPr/>
          <p:nvPr/>
        </p:nvSpPr>
        <p:spPr>
          <a:xfrm>
            <a:off x="8999515" y="35587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47C87FC-51E6-4D15-8488-02A1565561BD}"/>
              </a:ext>
            </a:extLst>
          </p:cNvPr>
          <p:cNvSpPr/>
          <p:nvPr/>
        </p:nvSpPr>
        <p:spPr>
          <a:xfrm>
            <a:off x="9866810" y="3554646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76DD8C9B-8A0B-4241-9106-BEEE20E69902}"/>
              </a:ext>
            </a:extLst>
          </p:cNvPr>
          <p:cNvCxnSpPr>
            <a:cxnSpLocks/>
            <a:stCxn id="147" idx="1"/>
          </p:cNvCxnSpPr>
          <p:nvPr/>
        </p:nvCxnSpPr>
        <p:spPr>
          <a:xfrm flipH="1">
            <a:off x="8430007" y="2382844"/>
            <a:ext cx="422884" cy="174256"/>
          </a:xfrm>
          <a:prstGeom prst="straightConnector1">
            <a:avLst/>
          </a:prstGeom>
          <a:ln w="952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C3DA7675-1F1A-44E3-A5AC-0F631F1F32A5}"/>
              </a:ext>
            </a:extLst>
          </p:cNvPr>
          <p:cNvCxnSpPr>
            <a:cxnSpLocks/>
            <a:stCxn id="147" idx="3"/>
          </p:cNvCxnSpPr>
          <p:nvPr/>
        </p:nvCxnSpPr>
        <p:spPr>
          <a:xfrm>
            <a:off x="9485950" y="2382845"/>
            <a:ext cx="988803" cy="183323"/>
          </a:xfrm>
          <a:prstGeom prst="straightConnector1">
            <a:avLst/>
          </a:prstGeom>
          <a:ln w="952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本框 146">
            <a:extLst>
              <a:ext uri="{FF2B5EF4-FFF2-40B4-BE49-F238E27FC236}">
                <a16:creationId xmlns:a16="http://schemas.microsoft.com/office/drawing/2014/main" id="{8C2E040C-2847-44B3-9628-B7CF15024B43}"/>
              </a:ext>
            </a:extLst>
          </p:cNvPr>
          <p:cNvSpPr txBox="1"/>
          <p:nvPr/>
        </p:nvSpPr>
        <p:spPr>
          <a:xfrm>
            <a:off x="8852891" y="2228956"/>
            <a:ext cx="633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N </a:t>
            </a:r>
            <a:r>
              <a:rPr lang="en-US" altLang="zh-CN" sz="1400" dirty="0"/>
              <a:t>PAs</a:t>
            </a:r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66E8AE3A-63C3-4142-96AC-8B2F30F7D9D0}"/>
              </a:ext>
            </a:extLst>
          </p:cNvPr>
          <p:cNvCxnSpPr>
            <a:cxnSpLocks/>
            <a:stCxn id="10" idx="3"/>
            <a:endCxn id="33" idx="3"/>
          </p:cNvCxnSpPr>
          <p:nvPr/>
        </p:nvCxnSpPr>
        <p:spPr>
          <a:xfrm rot="10800000" flipV="1">
            <a:off x="7205513" y="2661560"/>
            <a:ext cx="701895" cy="448911"/>
          </a:xfrm>
          <a:prstGeom prst="curvedConnector3">
            <a:avLst>
              <a:gd name="adj1" fmla="val 6438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 descr="数据库 纯色填充">
            <a:extLst>
              <a:ext uri="{FF2B5EF4-FFF2-40B4-BE49-F238E27FC236}">
                <a16:creationId xmlns:a16="http://schemas.microsoft.com/office/drawing/2014/main" id="{66F97F53-F9F9-4A07-A711-03EDA6F76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8330" y="2866880"/>
            <a:ext cx="487180" cy="487180"/>
          </a:xfrm>
          <a:prstGeom prst="rect">
            <a:avLst/>
          </a:prstGeom>
        </p:spPr>
      </p:pic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04C7A379-E57B-450D-BA65-0381B65272AC}"/>
              </a:ext>
            </a:extLst>
          </p:cNvPr>
          <p:cNvCxnSpPr>
            <a:cxnSpLocks/>
            <a:stCxn id="121" idx="3"/>
            <a:endCxn id="33" idx="3"/>
          </p:cNvCxnSpPr>
          <p:nvPr/>
        </p:nvCxnSpPr>
        <p:spPr>
          <a:xfrm rot="10800000" flipV="1">
            <a:off x="7205513" y="3032324"/>
            <a:ext cx="456917" cy="78147"/>
          </a:xfrm>
          <a:prstGeom prst="curvedConnector3">
            <a:avLst>
              <a:gd name="adj1" fmla="val 40766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曲线 148">
            <a:extLst>
              <a:ext uri="{FF2B5EF4-FFF2-40B4-BE49-F238E27FC236}">
                <a16:creationId xmlns:a16="http://schemas.microsoft.com/office/drawing/2014/main" id="{B139D756-9F3D-41C3-8E92-7A464B015AC4}"/>
              </a:ext>
            </a:extLst>
          </p:cNvPr>
          <p:cNvCxnSpPr>
            <a:cxnSpLocks/>
            <a:stCxn id="123" idx="3"/>
            <a:endCxn id="33" idx="3"/>
          </p:cNvCxnSpPr>
          <p:nvPr/>
        </p:nvCxnSpPr>
        <p:spPr>
          <a:xfrm rot="10800000">
            <a:off x="7205513" y="3110473"/>
            <a:ext cx="42405" cy="553765"/>
          </a:xfrm>
          <a:prstGeom prst="curvedConnector3">
            <a:avLst>
              <a:gd name="adj1" fmla="val -110921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02624E0-036F-4B0A-B018-283C4D34D224}"/>
              </a:ext>
            </a:extLst>
          </p:cNvPr>
          <p:cNvSpPr txBox="1"/>
          <p:nvPr/>
        </p:nvSpPr>
        <p:spPr>
          <a:xfrm>
            <a:off x="6754936" y="3289946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BS</a:t>
            </a: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4CD0ABCD-EF5E-47B3-8BD0-FE360F1DD1F7}"/>
              </a:ext>
            </a:extLst>
          </p:cNvPr>
          <p:cNvCxnSpPr>
            <a:cxnSpLocks/>
          </p:cNvCxnSpPr>
          <p:nvPr/>
        </p:nvCxnSpPr>
        <p:spPr>
          <a:xfrm flipH="1">
            <a:off x="7205514" y="5039176"/>
            <a:ext cx="3609060" cy="1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E3AB8513-8017-4C18-AB2A-678623407DAB}"/>
              </a:ext>
            </a:extLst>
          </p:cNvPr>
          <p:cNvCxnSpPr>
            <a:cxnSpLocks/>
          </p:cNvCxnSpPr>
          <p:nvPr/>
        </p:nvCxnSpPr>
        <p:spPr>
          <a:xfrm flipH="1">
            <a:off x="10814576" y="3924296"/>
            <a:ext cx="707415" cy="111095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1B7E6E98-BE1E-4B64-8CC9-7D698C1B2CCF}"/>
              </a:ext>
            </a:extLst>
          </p:cNvPr>
          <p:cNvSpPr txBox="1"/>
          <p:nvPr/>
        </p:nvSpPr>
        <p:spPr>
          <a:xfrm>
            <a:off x="8846794" y="4997011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x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BE8794AD-4871-48D9-8908-E7A0F096154C}"/>
              </a:ext>
            </a:extLst>
          </p:cNvPr>
          <p:cNvSpPr txBox="1"/>
          <p:nvPr/>
        </p:nvSpPr>
        <p:spPr>
          <a:xfrm>
            <a:off x="11250365" y="4325886"/>
            <a:ext cx="331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y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5A82A1C-D356-4B76-B9C4-BFDC68E28DC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1519449" y="2661561"/>
            <a:ext cx="14533" cy="125881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115B632-18AD-49B0-86CC-1FA5AD2C9A01}"/>
              </a:ext>
            </a:extLst>
          </p:cNvPr>
          <p:cNvSpPr txBox="1"/>
          <p:nvPr/>
        </p:nvSpPr>
        <p:spPr>
          <a:xfrm>
            <a:off x="11486754" y="3070387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 err="1"/>
              <a:t>L</a:t>
            </a:r>
            <a:r>
              <a:rPr lang="en-US" altLang="zh-CN" sz="1400" i="1" baseline="-25000" dirty="0" err="1"/>
              <a:t>z</a:t>
            </a:r>
            <a:endParaRPr lang="en-US" altLang="zh-CN" sz="1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940007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4E1F77C-1E8C-4B9F-A613-90EC7ECFD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271" y="693064"/>
            <a:ext cx="9573961" cy="5106113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6FE8D1F2-13F9-6AEA-EF4B-F81818FE6D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7842" y="3246120"/>
            <a:ext cx="487181" cy="48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010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7792</TotalTime>
  <Words>94</Words>
  <Application>Microsoft Office PowerPoint</Application>
  <PresentationFormat>自定义</PresentationFormat>
  <Paragraphs>63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TimesSimSun</vt:lpstr>
      <vt:lpstr>等线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21</cp:revision>
  <dcterms:created xsi:type="dcterms:W3CDTF">2022-09-20T11:32:03Z</dcterms:created>
  <dcterms:modified xsi:type="dcterms:W3CDTF">2026-01-26T14:20:08Z</dcterms:modified>
</cp:coreProperties>
</file>