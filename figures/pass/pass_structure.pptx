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62" r:id="rId3"/>
    <p:sldId id="261" r:id="rId4"/>
    <p:sldId id="260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64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裴 熙隆" userId="d70ee545ee25833c" providerId="LiveId" clId="{A007F192-D46D-44AA-A64F-C81B902BC4EE}"/>
    <pc:docChg chg="undo custSel addSld delSld modSld sldOrd addSection delSection">
      <pc:chgData name="裴 熙隆" userId="d70ee545ee25833c" providerId="LiveId" clId="{A007F192-D46D-44AA-A64F-C81B902BC4EE}" dt="2024-10-22T07:28:16.622" v="610" actId="1076"/>
      <pc:docMkLst>
        <pc:docMk/>
      </pc:docMkLst>
      <pc:sldChg chg="addSp delSp modSp mod setBg">
        <pc:chgData name="裴 熙隆" userId="d70ee545ee25833c" providerId="LiveId" clId="{A007F192-D46D-44AA-A64F-C81B902BC4EE}" dt="2024-10-22T07:28:16.622" v="610" actId="1076"/>
        <pc:sldMkLst>
          <pc:docMk/>
          <pc:sldMk cId="2108633778" sldId="257"/>
        </pc:sldMkLst>
      </pc:sldChg>
      <pc:sldChg chg="add del">
        <pc:chgData name="裴 熙隆" userId="d70ee545ee25833c" providerId="LiveId" clId="{A007F192-D46D-44AA-A64F-C81B902BC4EE}" dt="2024-10-22T06:50:31.034" v="517" actId="47"/>
        <pc:sldMkLst>
          <pc:docMk/>
          <pc:sldMk cId="234447123" sldId="258"/>
        </pc:sldMkLst>
      </pc:sldChg>
      <pc:sldChg chg="new del ord">
        <pc:chgData name="裴 熙隆" userId="d70ee545ee25833c" providerId="LiveId" clId="{A007F192-D46D-44AA-A64F-C81B902BC4EE}" dt="2024-10-19T04:54:27.863" v="74" actId="47"/>
        <pc:sldMkLst>
          <pc:docMk/>
          <pc:sldMk cId="1877859825" sldId="259"/>
        </pc:sldMkLst>
      </pc:sldChg>
      <pc:sldChg chg="addSp delSp modSp add mod">
        <pc:chgData name="裴 熙隆" userId="d70ee545ee25833c" providerId="LiveId" clId="{A007F192-D46D-44AA-A64F-C81B902BC4EE}" dt="2024-10-22T07:15:03.919" v="520" actId="1076"/>
        <pc:sldMkLst>
          <pc:docMk/>
          <pc:sldMk cId="1599201057" sldId="260"/>
        </pc:sldMkLst>
      </pc:sldChg>
    </pc:docChg>
  </pc:docChgLst>
  <pc:docChgLst>
    <pc:chgData name="裴 熙隆" userId="d70ee545ee25833c" providerId="LiveId" clId="{48AB33A3-B273-4B88-A8FC-DA2E2C5F7BBA}"/>
    <pc:docChg chg="undo custSel addSld modSld">
      <pc:chgData name="裴 熙隆" userId="d70ee545ee25833c" providerId="LiveId" clId="{48AB33A3-B273-4B88-A8FC-DA2E2C5F7BBA}" dt="2022-09-22T08:56:05.152" v="208" actId="1076"/>
      <pc:docMkLst>
        <pc:docMk/>
      </pc:docMkLst>
      <pc:sldChg chg="addSp delSp modSp new mod">
        <pc:chgData name="裴 熙隆" userId="d70ee545ee25833c" providerId="LiveId" clId="{48AB33A3-B273-4B88-A8FC-DA2E2C5F7BBA}" dt="2022-09-22T08:56:05.152" v="208" actId="1076"/>
        <pc:sldMkLst>
          <pc:docMk/>
          <pc:sldMk cId="3588923400" sldId="256"/>
        </pc:sldMkLst>
      </pc:sldChg>
      <pc:sldMasterChg chg="addSldLayout">
        <pc:chgData name="裴 熙隆" userId="d70ee545ee25833c" providerId="LiveId" clId="{48AB33A3-B273-4B88-A8FC-DA2E2C5F7BBA}" dt="2022-09-20T11:32:04.970" v="0" actId="680"/>
        <pc:sldMasterMkLst>
          <pc:docMk/>
          <pc:sldMasterMk cId="1491704641" sldId="2147483648"/>
        </pc:sldMasterMkLst>
        <pc:sldLayoutChg chg="add">
          <pc:chgData name="裴 熙隆" userId="d70ee545ee25833c" providerId="LiveId" clId="{48AB33A3-B273-4B88-A8FC-DA2E2C5F7BBA}" dt="2022-09-20T11:32:04.970" v="0" actId="680"/>
          <pc:sldLayoutMkLst>
            <pc:docMk/>
            <pc:sldMasterMk cId="1491704641" sldId="2147483648"/>
            <pc:sldLayoutMk cId="2432093566" sldId="2147483649"/>
          </pc:sldLayoutMkLst>
        </pc:sldLayoutChg>
      </pc:sldMasterChg>
    </pc:docChg>
  </pc:docChgLst>
  <pc:docChgLst>
    <pc:chgData name="Rabbit AI" userId="d70ee545ee25833c" providerId="LiveId" clId="{8AEE6C01-8D16-45E4-B595-8E2846456CE4}"/>
    <pc:docChg chg="undo redo custSel modSld">
      <pc:chgData name="Rabbit AI" userId="d70ee545ee25833c" providerId="LiveId" clId="{8AEE6C01-8D16-45E4-B595-8E2846456CE4}" dt="2025-10-09T16:09:46.814" v="29" actId="1076"/>
      <pc:docMkLst>
        <pc:docMk/>
      </pc:docMkLst>
      <pc:sldChg chg="addSp delSp modSp mod">
        <pc:chgData name="Rabbit AI" userId="d70ee545ee25833c" providerId="LiveId" clId="{8AEE6C01-8D16-45E4-B595-8E2846456CE4}" dt="2025-10-09T16:09:42.663" v="27" actId="21"/>
        <pc:sldMkLst>
          <pc:docMk/>
          <pc:sldMk cId="2108633778" sldId="257"/>
        </pc:sldMkLst>
        <pc:picChg chg="add del mod">
          <ac:chgData name="Rabbit AI" userId="d70ee545ee25833c" providerId="LiveId" clId="{8AEE6C01-8D16-45E4-B595-8E2846456CE4}" dt="2025-10-09T16:09:42.663" v="27" actId="21"/>
          <ac:picMkLst>
            <pc:docMk/>
            <pc:sldMk cId="2108633778" sldId="257"/>
            <ac:picMk id="4" creationId="{6FE8D1F2-13F9-6AEA-EF4B-F81818FE6D89}"/>
          </ac:picMkLst>
        </pc:picChg>
      </pc:sldChg>
      <pc:sldChg chg="addSp modSp mod">
        <pc:chgData name="Rabbit AI" userId="d70ee545ee25833c" providerId="LiveId" clId="{8AEE6C01-8D16-45E4-B595-8E2846456CE4}" dt="2025-10-09T16:09:46.814" v="29" actId="1076"/>
        <pc:sldMkLst>
          <pc:docMk/>
          <pc:sldMk cId="1599201057" sldId="260"/>
        </pc:sldMkLst>
        <pc:picChg chg="add mod">
          <ac:chgData name="Rabbit AI" userId="d70ee545ee25833c" providerId="LiveId" clId="{8AEE6C01-8D16-45E4-B595-8E2846456CE4}" dt="2025-10-09T16:09:46.814" v="29" actId="1076"/>
          <ac:picMkLst>
            <pc:docMk/>
            <pc:sldMk cId="1599201057" sldId="260"/>
            <ac:picMk id="4" creationId="{6FE8D1F2-13F9-6AEA-EF4B-F81818FE6D89}"/>
          </ac:picMkLst>
        </pc:picChg>
      </pc:sldChg>
    </pc:docChg>
  </pc:docChgLst>
  <pc:docChgLst>
    <pc:chgData name="裴 熙隆" userId="d70ee545ee25833c" providerId="LiveId" clId="{76162C0B-6691-4478-B9BA-E45C71923043}"/>
    <pc:docChg chg="undo custSel addSld modSld sldOrd">
      <pc:chgData name="裴 熙隆" userId="d70ee545ee25833c" providerId="LiveId" clId="{76162C0B-6691-4478-B9BA-E45C71923043}" dt="2023-05-30T15:23:39.683" v="414" actId="1076"/>
      <pc:docMkLst>
        <pc:docMk/>
      </pc:docMkLst>
      <pc:sldChg chg="addSp modSp mod">
        <pc:chgData name="裴 熙隆" userId="d70ee545ee25833c" providerId="LiveId" clId="{76162C0B-6691-4478-B9BA-E45C71923043}" dt="2023-05-30T04:01:32.404" v="13" actId="1076"/>
        <pc:sldMkLst>
          <pc:docMk/>
          <pc:sldMk cId="3588923400" sldId="256"/>
        </pc:sldMkLst>
      </pc:sldChg>
      <pc:sldChg chg="addSp delSp modSp new mod ord">
        <pc:chgData name="裴 熙隆" userId="d70ee545ee25833c" providerId="LiveId" clId="{76162C0B-6691-4478-B9BA-E45C71923043}" dt="2023-05-30T15:23:39.683" v="414" actId="1076"/>
        <pc:sldMkLst>
          <pc:docMk/>
          <pc:sldMk cId="2108633778" sldId="257"/>
        </pc:sldMkLst>
      </pc:sldChg>
    </pc:docChg>
  </pc:docChgLst>
  <pc:docChgLst>
    <pc:chgData name="裴 熙隆" userId="d70ee545ee25833c" providerId="LiveId" clId="{F13A8ACA-B996-4D6D-B626-8AA1E841C286}"/>
    <pc:docChg chg="custSel modSld">
      <pc:chgData name="裴 熙隆" userId="d70ee545ee25833c" providerId="LiveId" clId="{F13A8ACA-B996-4D6D-B626-8AA1E841C286}" dt="2023-05-05T05:04:28.331" v="15" actId="22"/>
      <pc:docMkLst>
        <pc:docMk/>
      </pc:docMkLst>
      <pc:sldChg chg="addSp delSp modSp mod">
        <pc:chgData name="裴 熙隆" userId="d70ee545ee25833c" providerId="LiveId" clId="{F13A8ACA-B996-4D6D-B626-8AA1E841C286}" dt="2023-05-05T05:04:28.331" v="15" actId="22"/>
        <pc:sldMkLst>
          <pc:docMk/>
          <pc:sldMk cId="3588923400" sldId="256"/>
        </pc:sldMkLst>
      </pc:sldChg>
    </pc:docChg>
  </pc:docChgLst>
  <pc:docChgLst>
    <pc:chgData name="裴 熙隆" userId="d70ee545ee25833c" providerId="LiveId" clId="{B684D470-22EE-4533-B0FB-03780E6D1B0B}"/>
    <pc:docChg chg="undo redo custSel addSld delSld modSld">
      <pc:chgData name="裴 熙隆" userId="d70ee545ee25833c" providerId="LiveId" clId="{B684D470-22EE-4533-B0FB-03780E6D1B0B}" dt="2025-10-19T06:59:10.936" v="727" actId="1076"/>
      <pc:docMkLst>
        <pc:docMk/>
      </pc:docMkLst>
      <pc:sldChg chg="addSp delSp modSp mod setBg">
        <pc:chgData name="裴 熙隆" userId="d70ee545ee25833c" providerId="LiveId" clId="{B684D470-22EE-4533-B0FB-03780E6D1B0B}" dt="2025-10-19T06:59:10.936" v="727" actId="1076"/>
        <pc:sldMkLst>
          <pc:docMk/>
          <pc:sldMk cId="2108633778" sldId="257"/>
        </pc:sldMkLst>
        <pc:spChg chg="add del mod">
          <ac:chgData name="裴 熙隆" userId="d70ee545ee25833c" providerId="LiveId" clId="{B684D470-22EE-4533-B0FB-03780E6D1B0B}" dt="2025-10-09T06:53:50.333" v="40" actId="478"/>
          <ac:spMkLst>
            <pc:docMk/>
            <pc:sldMk cId="2108633778" sldId="257"/>
            <ac:spMk id="9" creationId="{F3C744FE-7AD8-469F-8C11-AB928EC818B7}"/>
          </ac:spMkLst>
        </pc:spChg>
        <pc:spChg chg="add mod">
          <ac:chgData name="裴 熙隆" userId="d70ee545ee25833c" providerId="LiveId" clId="{B684D470-22EE-4533-B0FB-03780E6D1B0B}" dt="2025-10-09T07:04:41.714" v="286" actId="1076"/>
          <ac:spMkLst>
            <pc:docMk/>
            <pc:sldMk cId="2108633778" sldId="257"/>
            <ac:spMk id="10" creationId="{A25F084B-8E2A-434F-89C1-FB8047CCA79E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18" creationId="{4C3091FE-5DF0-4DE9-8386-233E5AC3E10B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19" creationId="{ADDD9DC1-9EDD-4764-8E9D-F31D2CB2280B}"/>
          </ac:spMkLst>
        </pc:spChg>
        <pc:spChg chg="add mod">
          <ac:chgData name="裴 熙隆" userId="d70ee545ee25833c" providerId="LiveId" clId="{B684D470-22EE-4533-B0FB-03780E6D1B0B}" dt="2025-10-09T07:12:28.891" v="332" actId="207"/>
          <ac:spMkLst>
            <pc:docMk/>
            <pc:sldMk cId="2108633778" sldId="257"/>
            <ac:spMk id="22" creationId="{00B7ADEF-8C1E-4DCB-8009-9C6B3A6DBD8C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24" creationId="{EA9A7F84-37B1-4725-A503-0A3D54F7B58F}"/>
          </ac:spMkLst>
        </pc:spChg>
        <pc:spChg chg="add del">
          <ac:chgData name="裴 熙隆" userId="d70ee545ee25833c" providerId="LiveId" clId="{B684D470-22EE-4533-B0FB-03780E6D1B0B}" dt="2025-10-09T07:17:21.990" v="396" actId="478"/>
          <ac:spMkLst>
            <pc:docMk/>
            <pc:sldMk cId="2108633778" sldId="257"/>
            <ac:spMk id="28" creationId="{00316E6F-ED93-4154-838B-C7411D5CC871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32" creationId="{000B614E-C216-4FDE-9151-E497CF2EC65F}"/>
          </ac:spMkLst>
        </pc:spChg>
        <pc:spChg chg="add mod">
          <ac:chgData name="裴 熙隆" userId="d70ee545ee25833c" providerId="LiveId" clId="{B684D470-22EE-4533-B0FB-03780E6D1B0B}" dt="2025-10-14T04:15:23.020" v="714" actId="1076"/>
          <ac:spMkLst>
            <pc:docMk/>
            <pc:sldMk cId="2108633778" sldId="257"/>
            <ac:spMk id="50" creationId="{6BDD76B2-2EF1-40D3-A62E-B4E27145D97A}"/>
          </ac:spMkLst>
        </pc:spChg>
        <pc:spChg chg="add mod">
          <ac:chgData name="裴 熙隆" userId="d70ee545ee25833c" providerId="LiveId" clId="{B684D470-22EE-4533-B0FB-03780E6D1B0B}" dt="2025-10-11T02:23:07.306" v="509" actId="20577"/>
          <ac:spMkLst>
            <pc:docMk/>
            <pc:sldMk cId="2108633778" sldId="257"/>
            <ac:spMk id="53" creationId="{A115B632-18AD-49B0-86CC-1FA5AD2C9A01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103" creationId="{B1A0F76A-BED6-4893-9884-27D53E25C7EA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105" creationId="{78DC2618-0341-4682-8590-C9A8B882DE6C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106" creationId="{B6A3833E-4D38-4F75-84A0-F43E9665700D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107" creationId="{DB7ECC85-3835-4311-80F8-0E1AB2016876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108" creationId="{7CA44C1D-3C3D-4682-993B-597CE6CA9804}"/>
          </ac:spMkLst>
        </pc:spChg>
        <pc:spChg chg="add mod">
          <ac:chgData name="裴 熙隆" userId="d70ee545ee25833c" providerId="LiveId" clId="{B684D470-22EE-4533-B0FB-03780E6D1B0B}" dt="2025-10-11T02:43:35.069" v="510" actId="1076"/>
          <ac:spMkLst>
            <pc:docMk/>
            <pc:sldMk cId="2108633778" sldId="257"/>
            <ac:spMk id="111" creationId="{F2E2C323-3698-474F-874A-0B4C60472B5D}"/>
          </ac:spMkLst>
        </pc:spChg>
        <pc:spChg chg="add mod">
          <ac:chgData name="裴 熙隆" userId="d70ee545ee25833c" providerId="LiveId" clId="{B684D470-22EE-4533-B0FB-03780E6D1B0B}" dt="2025-10-09T07:16:43.699" v="394" actId="403"/>
          <ac:spMkLst>
            <pc:docMk/>
            <pc:sldMk cId="2108633778" sldId="257"/>
            <ac:spMk id="113" creationId="{DE554261-B034-4E33-ABEE-1AA94172FCEB}"/>
          </ac:spMkLst>
        </pc:spChg>
        <pc:spChg chg="add mod">
          <ac:chgData name="裴 熙隆" userId="d70ee545ee25833c" providerId="LiveId" clId="{B684D470-22EE-4533-B0FB-03780E6D1B0B}" dt="2025-10-09T07:16:43.699" v="394" actId="403"/>
          <ac:spMkLst>
            <pc:docMk/>
            <pc:sldMk cId="2108633778" sldId="257"/>
            <ac:spMk id="115" creationId="{7466C8D5-C668-4FEC-9339-53D565A50B08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116" creationId="{182F2F87-8C86-4608-B213-7DF6440D6B64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118" creationId="{8BD2366A-94B8-4FF6-A084-9340A07D5ACC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119" creationId="{8591C077-F58E-445E-A75C-199EAD7D3B5A}"/>
          </ac:spMkLst>
        </pc:spChg>
        <pc:spChg chg="add mod">
          <ac:chgData name="裴 熙隆" userId="d70ee545ee25833c" providerId="LiveId" clId="{B684D470-22EE-4533-B0FB-03780E6D1B0B}" dt="2025-10-09T07:04:41.714" v="286" actId="1076"/>
          <ac:spMkLst>
            <pc:docMk/>
            <pc:sldMk cId="2108633778" sldId="257"/>
            <ac:spMk id="121" creationId="{4A29E2AF-4795-4FEC-82C2-2B38B66C9949}"/>
          </ac:spMkLst>
        </pc:spChg>
        <pc:spChg chg="add mod">
          <ac:chgData name="裴 熙隆" userId="d70ee545ee25833c" providerId="LiveId" clId="{B684D470-22EE-4533-B0FB-03780E6D1B0B}" dt="2025-10-09T07:04:41.714" v="286" actId="1076"/>
          <ac:spMkLst>
            <pc:docMk/>
            <pc:sldMk cId="2108633778" sldId="257"/>
            <ac:spMk id="123" creationId="{468975CC-5899-499A-9214-38F003E7F6C7}"/>
          </ac:spMkLst>
        </pc:spChg>
        <pc:spChg chg="add mod">
          <ac:chgData name="裴 熙隆" userId="d70ee545ee25833c" providerId="LiveId" clId="{B684D470-22EE-4533-B0FB-03780E6D1B0B}" dt="2025-10-09T07:29:42.108" v="409" actId="1076"/>
          <ac:spMkLst>
            <pc:docMk/>
            <pc:sldMk cId="2108633778" sldId="257"/>
            <ac:spMk id="125" creationId="{3E0D4D7C-75A7-42FA-B4CC-9680CA198ACE}"/>
          </ac:spMkLst>
        </pc:spChg>
        <pc:spChg chg="add mod">
          <ac:chgData name="裴 熙隆" userId="d70ee545ee25833c" providerId="LiveId" clId="{B684D470-22EE-4533-B0FB-03780E6D1B0B}" dt="2025-10-09T07:30:10.930" v="415" actId="1076"/>
          <ac:spMkLst>
            <pc:docMk/>
            <pc:sldMk cId="2108633778" sldId="257"/>
            <ac:spMk id="127" creationId="{011AC10C-C38F-4F73-8956-EBE09635EF61}"/>
          </ac:spMkLst>
        </pc:spChg>
        <pc:spChg chg="add mod">
          <ac:chgData name="裴 熙隆" userId="d70ee545ee25833c" providerId="LiveId" clId="{B684D470-22EE-4533-B0FB-03780E6D1B0B}" dt="2025-10-09T07:29:39.603" v="408" actId="1076"/>
          <ac:spMkLst>
            <pc:docMk/>
            <pc:sldMk cId="2108633778" sldId="257"/>
            <ac:spMk id="128" creationId="{403D12B4-5EAE-4B7C-9F66-F818A3ADEB9B}"/>
          </ac:spMkLst>
        </pc:spChg>
        <pc:spChg chg="add mod">
          <ac:chgData name="裴 熙隆" userId="d70ee545ee25833c" providerId="LiveId" clId="{B684D470-22EE-4533-B0FB-03780E6D1B0B}" dt="2025-10-09T07:29:35.494" v="407" actId="1076"/>
          <ac:spMkLst>
            <pc:docMk/>
            <pc:sldMk cId="2108633778" sldId="257"/>
            <ac:spMk id="129" creationId="{130B16B1-6AA8-47CB-AEB5-6224E964CE1B}"/>
          </ac:spMkLst>
        </pc:spChg>
        <pc:spChg chg="add mod">
          <ac:chgData name="裴 熙隆" userId="d70ee545ee25833c" providerId="LiveId" clId="{B684D470-22EE-4533-B0FB-03780E6D1B0B}" dt="2025-10-19T06:59:10.936" v="727" actId="1076"/>
          <ac:spMkLst>
            <pc:docMk/>
            <pc:sldMk cId="2108633778" sldId="257"/>
            <ac:spMk id="132" creationId="{D479493B-86C9-478B-A655-1A20F964823C}"/>
          </ac:spMkLst>
        </pc:spChg>
        <pc:spChg chg="add del mod">
          <ac:chgData name="裴 熙隆" userId="d70ee545ee25833c" providerId="LiveId" clId="{B684D470-22EE-4533-B0FB-03780E6D1B0B}" dt="2025-10-19T06:58:49.490" v="718" actId="478"/>
          <ac:spMkLst>
            <pc:docMk/>
            <pc:sldMk cId="2108633778" sldId="257"/>
            <ac:spMk id="133" creationId="{96773FF4-56C1-4080-BECF-97952A67265C}"/>
          </ac:spMkLst>
        </pc:spChg>
        <pc:spChg chg="add del mod">
          <ac:chgData name="裴 熙隆" userId="d70ee545ee25833c" providerId="LiveId" clId="{B684D470-22EE-4533-B0FB-03780E6D1B0B}" dt="2025-10-19T06:58:51.329" v="720" actId="478"/>
          <ac:spMkLst>
            <pc:docMk/>
            <pc:sldMk cId="2108633778" sldId="257"/>
            <ac:spMk id="134" creationId="{1C25D86C-E6FD-4608-8A34-EE375FA1CDA7}"/>
          </ac:spMkLst>
        </pc:spChg>
        <pc:spChg chg="add del mod">
          <ac:chgData name="裴 熙隆" userId="d70ee545ee25833c" providerId="LiveId" clId="{B684D470-22EE-4533-B0FB-03780E6D1B0B}" dt="2025-10-19T06:58:50.764" v="719" actId="478"/>
          <ac:spMkLst>
            <pc:docMk/>
            <pc:sldMk cId="2108633778" sldId="257"/>
            <ac:spMk id="135" creationId="{020D260D-58A7-4645-B1A6-9380BAD65B7F}"/>
          </ac:spMkLst>
        </pc:spChg>
        <pc:spChg chg="add mod">
          <ac:chgData name="裴 熙隆" userId="d70ee545ee25833c" providerId="LiveId" clId="{B684D470-22EE-4533-B0FB-03780E6D1B0B}" dt="2025-10-14T04:12:58.493" v="681" actId="207"/>
          <ac:spMkLst>
            <pc:docMk/>
            <pc:sldMk cId="2108633778" sldId="257"/>
            <ac:spMk id="136" creationId="{066A4A03-626A-4A11-8F80-BC8DC185A483}"/>
          </ac:spMkLst>
        </pc:spChg>
        <pc:spChg chg="add mod">
          <ac:chgData name="裴 熙隆" userId="d70ee545ee25833c" providerId="LiveId" clId="{B684D470-22EE-4533-B0FB-03780E6D1B0B}" dt="2025-10-14T04:12:58.493" v="681" actId="207"/>
          <ac:spMkLst>
            <pc:docMk/>
            <pc:sldMk cId="2108633778" sldId="257"/>
            <ac:spMk id="137" creationId="{EDD57F05-2E54-4DE2-8FBF-6F5270B53E60}"/>
          </ac:spMkLst>
        </pc:spChg>
        <pc:spChg chg="add mod">
          <ac:chgData name="裴 熙隆" userId="d70ee545ee25833c" providerId="LiveId" clId="{B684D470-22EE-4533-B0FB-03780E6D1B0B}" dt="2025-10-09T07:13:12.017" v="339" actId="1076"/>
          <ac:spMkLst>
            <pc:docMk/>
            <pc:sldMk cId="2108633778" sldId="257"/>
            <ac:spMk id="138" creationId="{A40E3E78-8907-4A0A-A6EB-A10F63C3B5EB}"/>
          </ac:spMkLst>
        </pc:spChg>
        <pc:spChg chg="add mod">
          <ac:chgData name="裴 熙隆" userId="d70ee545ee25833c" providerId="LiveId" clId="{B684D470-22EE-4533-B0FB-03780E6D1B0B}" dt="2025-10-14T04:12:58.493" v="681" actId="207"/>
          <ac:spMkLst>
            <pc:docMk/>
            <pc:sldMk cId="2108633778" sldId="257"/>
            <ac:spMk id="139" creationId="{BA346189-3A2C-4F4C-9EB7-56913EC7FF8B}"/>
          </ac:spMkLst>
        </pc:spChg>
        <pc:spChg chg="add mod">
          <ac:chgData name="裴 熙隆" userId="d70ee545ee25833c" providerId="LiveId" clId="{B684D470-22EE-4533-B0FB-03780E6D1B0B}" dt="2025-10-14T04:12:58.493" v="681" actId="207"/>
          <ac:spMkLst>
            <pc:docMk/>
            <pc:sldMk cId="2108633778" sldId="257"/>
            <ac:spMk id="140" creationId="{4FE63F6D-9125-40C6-88CA-E9306CD5885B}"/>
          </ac:spMkLst>
        </pc:spChg>
        <pc:spChg chg="add mod">
          <ac:chgData name="裴 熙隆" userId="d70ee545ee25833c" providerId="LiveId" clId="{B684D470-22EE-4533-B0FB-03780E6D1B0B}" dt="2025-10-09T07:14:02.974" v="349" actId="1076"/>
          <ac:spMkLst>
            <pc:docMk/>
            <pc:sldMk cId="2108633778" sldId="257"/>
            <ac:spMk id="141" creationId="{9D7B99AA-CD59-4B9B-81DD-99A5407DA182}"/>
          </ac:spMkLst>
        </pc:spChg>
        <pc:spChg chg="add mod">
          <ac:chgData name="裴 熙隆" userId="d70ee545ee25833c" providerId="LiveId" clId="{B684D470-22EE-4533-B0FB-03780E6D1B0B}" dt="2025-10-14T04:12:58.493" v="681" actId="207"/>
          <ac:spMkLst>
            <pc:docMk/>
            <pc:sldMk cId="2108633778" sldId="257"/>
            <ac:spMk id="142" creationId="{C32B289C-89D8-49CA-862A-6624596674DE}"/>
          </ac:spMkLst>
        </pc:spChg>
        <pc:spChg chg="add mod">
          <ac:chgData name="裴 熙隆" userId="d70ee545ee25833c" providerId="LiveId" clId="{B684D470-22EE-4533-B0FB-03780E6D1B0B}" dt="2025-10-14T04:12:58.493" v="681" actId="207"/>
          <ac:spMkLst>
            <pc:docMk/>
            <pc:sldMk cId="2108633778" sldId="257"/>
            <ac:spMk id="143" creationId="{C47C87FC-51E6-4D15-8488-02A1565561BD}"/>
          </ac:spMkLst>
        </pc:spChg>
        <pc:spChg chg="add del mod">
          <ac:chgData name="裴 熙隆" userId="d70ee545ee25833c" providerId="LiveId" clId="{B684D470-22EE-4533-B0FB-03780E6D1B0B}" dt="2025-10-14T04:11:00.014" v="512" actId="478"/>
          <ac:spMkLst>
            <pc:docMk/>
            <pc:sldMk cId="2108633778" sldId="257"/>
            <ac:spMk id="147" creationId="{8C2E040C-2847-44B3-9628-B7CF15024B43}"/>
          </ac:spMkLst>
        </pc:spChg>
        <pc:spChg chg="add mod">
          <ac:chgData name="裴 熙隆" userId="d70ee545ee25833c" providerId="LiveId" clId="{B684D470-22EE-4533-B0FB-03780E6D1B0B}" dt="2025-10-09T07:31:35.031" v="438" actId="1076"/>
          <ac:spMkLst>
            <pc:docMk/>
            <pc:sldMk cId="2108633778" sldId="257"/>
            <ac:spMk id="153" creationId="{402624E0-036F-4B0A-B018-283C4D34D224}"/>
          </ac:spMkLst>
        </pc:spChg>
        <pc:spChg chg="add mod">
          <ac:chgData name="裴 熙隆" userId="d70ee545ee25833c" providerId="LiveId" clId="{B684D470-22EE-4533-B0FB-03780E6D1B0B}" dt="2025-10-09T07:54:09.471" v="487" actId="1076"/>
          <ac:spMkLst>
            <pc:docMk/>
            <pc:sldMk cId="2108633778" sldId="257"/>
            <ac:spMk id="161" creationId="{1B7E6E98-BE1E-4B64-8CC9-7D698C1B2CCF}"/>
          </ac:spMkLst>
        </pc:spChg>
        <pc:spChg chg="add mod">
          <ac:chgData name="裴 熙隆" userId="d70ee545ee25833c" providerId="LiveId" clId="{B684D470-22EE-4533-B0FB-03780E6D1B0B}" dt="2025-10-09T07:54:18.061" v="491" actId="20577"/>
          <ac:spMkLst>
            <pc:docMk/>
            <pc:sldMk cId="2108633778" sldId="257"/>
            <ac:spMk id="162" creationId="{BE8794AD-4871-48D9-8908-E7A0F096154C}"/>
          </ac:spMkLst>
        </pc:spChg>
        <pc:spChg chg="del">
          <ac:chgData name="裴 熙隆" userId="d70ee545ee25833c" providerId="LiveId" clId="{B684D470-22EE-4533-B0FB-03780E6D1B0B}" dt="2025-10-09T06:45:04.740" v="1" actId="478"/>
          <ac:spMkLst>
            <pc:docMk/>
            <pc:sldMk cId="2108633778" sldId="257"/>
            <ac:spMk id="1024" creationId="{F81DFA02-8E7D-4F31-A53C-6CA5A92C53FC}"/>
          </ac:spMkLst>
        </pc:spChg>
        <pc:grpChg chg="del">
          <ac:chgData name="裴 熙隆" userId="d70ee545ee25833c" providerId="LiveId" clId="{B684D470-22EE-4533-B0FB-03780E6D1B0B}" dt="2025-10-09T06:45:04.740" v="1" actId="478"/>
          <ac:grpSpMkLst>
            <pc:docMk/>
            <pc:sldMk cId="2108633778" sldId="257"/>
            <ac:grpSpMk id="35" creationId="{C97DAFDE-101B-4532-A2DB-7DEAD85CD02E}"/>
          </ac:grpSpMkLst>
        </pc:grpChg>
        <pc:grpChg chg="del">
          <ac:chgData name="裴 熙隆" userId="d70ee545ee25833c" providerId="LiveId" clId="{B684D470-22EE-4533-B0FB-03780E6D1B0B}" dt="2025-10-09T06:45:04.740" v="1" actId="478"/>
          <ac:grpSpMkLst>
            <pc:docMk/>
            <pc:sldMk cId="2108633778" sldId="257"/>
            <ac:grpSpMk id="55" creationId="{E2A2948A-E4B8-4828-A7AF-6F89A0B71F45}"/>
          </ac:grpSpMkLst>
        </pc:grpChg>
        <pc:grpChg chg="del">
          <ac:chgData name="裴 熙隆" userId="d70ee545ee25833c" providerId="LiveId" clId="{B684D470-22EE-4533-B0FB-03780E6D1B0B}" dt="2025-10-09T06:45:04.740" v="1" actId="478"/>
          <ac:grpSpMkLst>
            <pc:docMk/>
            <pc:sldMk cId="2108633778" sldId="257"/>
            <ac:grpSpMk id="67" creationId="{C1C6BE6F-2D28-49C3-A9C2-AD60E0388661}"/>
          </ac:grpSpMkLst>
        </pc:grpChg>
        <pc:grpChg chg="del">
          <ac:chgData name="裴 熙隆" userId="d70ee545ee25833c" providerId="LiveId" clId="{B684D470-22EE-4533-B0FB-03780E6D1B0B}" dt="2025-10-09T06:45:04.740" v="1" actId="478"/>
          <ac:grpSpMkLst>
            <pc:docMk/>
            <pc:sldMk cId="2108633778" sldId="257"/>
            <ac:grpSpMk id="79" creationId="{52DC67CB-6BB1-4430-81F5-176E94263314}"/>
          </ac:grpSpMkLst>
        </pc:grpChg>
        <pc:grpChg chg="del">
          <ac:chgData name="裴 熙隆" userId="d70ee545ee25833c" providerId="LiveId" clId="{B684D470-22EE-4533-B0FB-03780E6D1B0B}" dt="2025-10-09T06:45:04.740" v="1" actId="478"/>
          <ac:grpSpMkLst>
            <pc:docMk/>
            <pc:sldMk cId="2108633778" sldId="257"/>
            <ac:grpSpMk id="91" creationId="{9C0F8401-5A23-46E0-8E7B-DCBE6E5E9D91}"/>
          </ac:grpSpMkLst>
        </pc:grpChg>
        <pc:picChg chg="add mod">
          <ac:chgData name="裴 熙隆" userId="d70ee545ee25833c" providerId="LiveId" clId="{B684D470-22EE-4533-B0FB-03780E6D1B0B}" dt="2025-10-19T06:59:05.386" v="726" actId="1076"/>
          <ac:picMkLst>
            <pc:docMk/>
            <pc:sldMk cId="2108633778" sldId="257"/>
            <ac:picMk id="20" creationId="{659AB4F9-C06C-49C5-AFDB-5468058CF636}"/>
          </ac:picMkLst>
        </pc:picChg>
        <pc:picChg chg="add mod">
          <ac:chgData name="裴 熙隆" userId="d70ee545ee25833c" providerId="LiveId" clId="{B684D470-22EE-4533-B0FB-03780E6D1B0B}" dt="2025-10-09T07:30:47.443" v="426" actId="1076"/>
          <ac:picMkLst>
            <pc:docMk/>
            <pc:sldMk cId="2108633778" sldId="257"/>
            <ac:picMk id="33" creationId="{66F97F53-F9F9-4A07-A711-03EDA6F7680F}"/>
          </ac:picMkLst>
        </pc:picChg>
        <pc:picChg chg="add del mod">
          <ac:chgData name="裴 熙隆" userId="d70ee545ee25833c" providerId="LiveId" clId="{B684D470-22EE-4533-B0FB-03780E6D1B0B}" dt="2025-10-19T06:58:47.205" v="716" actId="478"/>
          <ac:picMkLst>
            <pc:docMk/>
            <pc:sldMk cId="2108633778" sldId="257"/>
            <ac:picMk id="130" creationId="{2F719659-7ECC-4855-9D55-8D1B61CFAEA5}"/>
          </ac:picMkLst>
        </pc:picChg>
        <pc:picChg chg="add del mod">
          <ac:chgData name="裴 熙隆" userId="d70ee545ee25833c" providerId="LiveId" clId="{B684D470-22EE-4533-B0FB-03780E6D1B0B}" dt="2025-10-19T06:58:51.730" v="721" actId="478"/>
          <ac:picMkLst>
            <pc:docMk/>
            <pc:sldMk cId="2108633778" sldId="257"/>
            <ac:picMk id="131" creationId="{525BBE09-0265-4355-9CF0-A7FA62D99596}"/>
          </ac:picMkLst>
        </pc:picChg>
        <pc:cxnChg chg="add mod">
          <ac:chgData name="裴 熙隆" userId="d70ee545ee25833c" providerId="LiveId" clId="{B684D470-22EE-4533-B0FB-03780E6D1B0B}" dt="2025-10-09T07:04:49.474" v="287" actId="14100"/>
          <ac:cxnSpMkLst>
            <pc:docMk/>
            <pc:sldMk cId="2108633778" sldId="257"/>
            <ac:cxnSpMk id="3" creationId="{90626465-BA73-4118-9A58-8033B0A679ED}"/>
          </ac:cxnSpMkLst>
        </pc:cxnChg>
        <pc:cxnChg chg="add mod">
          <ac:chgData name="裴 熙隆" userId="d70ee545ee25833c" providerId="LiveId" clId="{B684D470-22EE-4533-B0FB-03780E6D1B0B}" dt="2025-10-09T07:31:13.519" v="430" actId="14100"/>
          <ac:cxnSpMkLst>
            <pc:docMk/>
            <pc:sldMk cId="2108633778" sldId="257"/>
            <ac:cxnSpMk id="30" creationId="{66E8AE3A-63C3-4142-96AC-8B2F30F7D9D0}"/>
          </ac:cxnSpMkLst>
        </pc:cxnChg>
        <pc:cxnChg chg="add mod">
          <ac:chgData name="裴 熙隆" userId="d70ee545ee25833c" providerId="LiveId" clId="{B684D470-22EE-4533-B0FB-03780E6D1B0B}" dt="2025-10-11T02:22:15.646" v="499" actId="14100"/>
          <ac:cxnSpMkLst>
            <pc:docMk/>
            <pc:sldMk cId="2108633778" sldId="257"/>
            <ac:cxnSpMk id="44" creationId="{25A82A1C-D356-4B76-B9C4-BFDC68E28DCB}"/>
          </ac:cxnSpMkLst>
        </pc:cxnChg>
        <pc:cxnChg chg="add mod">
          <ac:chgData name="裴 熙隆" userId="d70ee545ee25833c" providerId="LiveId" clId="{B684D470-22EE-4533-B0FB-03780E6D1B0B}" dt="2025-10-14T04:14:13.194" v="692" actId="1076"/>
          <ac:cxnSpMkLst>
            <pc:docMk/>
            <pc:sldMk cId="2108633778" sldId="257"/>
            <ac:cxnSpMk id="46" creationId="{142CD69C-C388-4523-9189-D12A0734967B}"/>
          </ac:cxnSpMkLst>
        </pc:cxnChg>
        <pc:cxnChg chg="add mod">
          <ac:chgData name="裴 熙隆" userId="d70ee545ee25833c" providerId="LiveId" clId="{B684D470-22EE-4533-B0FB-03780E6D1B0B}" dt="2025-10-14T04:14:23.300" v="694" actId="1076"/>
          <ac:cxnSpMkLst>
            <pc:docMk/>
            <pc:sldMk cId="2108633778" sldId="257"/>
            <ac:cxnSpMk id="48" creationId="{6C98E931-A788-4F40-86AD-8A81E41C67FE}"/>
          </ac:cxnSpMkLst>
        </pc:cxnChg>
        <pc:cxnChg chg="add mod">
          <ac:chgData name="裴 熙隆" userId="d70ee545ee25833c" providerId="LiveId" clId="{B684D470-22EE-4533-B0FB-03780E6D1B0B}" dt="2025-10-09T06:50:12.956" v="18" actId="692"/>
          <ac:cxnSpMkLst>
            <pc:docMk/>
            <pc:sldMk cId="2108633778" sldId="257"/>
            <ac:cxnSpMk id="104" creationId="{8F573D05-11A5-422E-A777-7839BDF56D13}"/>
          </ac:cxnSpMkLst>
        </pc:cxnChg>
        <pc:cxnChg chg="add mod">
          <ac:chgData name="裴 熙隆" userId="d70ee545ee25833c" providerId="LiveId" clId="{B684D470-22EE-4533-B0FB-03780E6D1B0B}" dt="2025-10-09T06:50:12.956" v="18" actId="692"/>
          <ac:cxnSpMkLst>
            <pc:docMk/>
            <pc:sldMk cId="2108633778" sldId="257"/>
            <ac:cxnSpMk id="109" creationId="{DBB2C401-396D-4ED4-BD93-C24E3161AC2D}"/>
          </ac:cxnSpMkLst>
        </pc:cxnChg>
        <pc:cxnChg chg="del mod">
          <ac:chgData name="裴 熙隆" userId="d70ee545ee25833c" providerId="LiveId" clId="{B684D470-22EE-4533-B0FB-03780E6D1B0B}" dt="2025-10-09T06:45:04.740" v="1" actId="478"/>
          <ac:cxnSpMkLst>
            <pc:docMk/>
            <pc:sldMk cId="2108633778" sldId="257"/>
            <ac:cxnSpMk id="110" creationId="{3144A46D-7C1C-4084-ACA7-2D3AF19F0667}"/>
          </ac:cxnSpMkLst>
        </pc:cxnChg>
        <pc:cxnChg chg="del mod">
          <ac:chgData name="裴 熙隆" userId="d70ee545ee25833c" providerId="LiveId" clId="{B684D470-22EE-4533-B0FB-03780E6D1B0B}" dt="2025-10-09T06:45:04.740" v="1" actId="478"/>
          <ac:cxnSpMkLst>
            <pc:docMk/>
            <pc:sldMk cId="2108633778" sldId="257"/>
            <ac:cxnSpMk id="112" creationId="{B92E800C-16FA-4BDE-9146-E7A173CE7FE7}"/>
          </ac:cxnSpMkLst>
        </pc:cxnChg>
        <pc:cxnChg chg="del mod">
          <ac:chgData name="裴 熙隆" userId="d70ee545ee25833c" providerId="LiveId" clId="{B684D470-22EE-4533-B0FB-03780E6D1B0B}" dt="2025-10-09T06:45:04.740" v="1" actId="478"/>
          <ac:cxnSpMkLst>
            <pc:docMk/>
            <pc:sldMk cId="2108633778" sldId="257"/>
            <ac:cxnSpMk id="114" creationId="{49E2401D-E1DE-4898-8A99-035A85CC7169}"/>
          </ac:cxnSpMkLst>
        </pc:cxnChg>
        <pc:cxnChg chg="add mod">
          <ac:chgData name="裴 熙隆" userId="d70ee545ee25833c" providerId="LiveId" clId="{B684D470-22EE-4533-B0FB-03780E6D1B0B}" dt="2025-10-09T07:04:41.714" v="286" actId="1076"/>
          <ac:cxnSpMkLst>
            <pc:docMk/>
            <pc:sldMk cId="2108633778" sldId="257"/>
            <ac:cxnSpMk id="117" creationId="{EE2CDE52-8CA1-4BE1-AC84-481CB89B83ED}"/>
          </ac:cxnSpMkLst>
        </pc:cxnChg>
        <pc:cxnChg chg="del mod">
          <ac:chgData name="裴 熙隆" userId="d70ee545ee25833c" providerId="LiveId" clId="{B684D470-22EE-4533-B0FB-03780E6D1B0B}" dt="2025-10-09T06:45:04.740" v="1" actId="478"/>
          <ac:cxnSpMkLst>
            <pc:docMk/>
            <pc:sldMk cId="2108633778" sldId="257"/>
            <ac:cxnSpMk id="120" creationId="{947590C7-2F82-4025-B8DD-CB21686CF90E}"/>
          </ac:cxnSpMkLst>
        </pc:cxnChg>
        <pc:cxnChg chg="del mod">
          <ac:chgData name="裴 熙隆" userId="d70ee545ee25833c" providerId="LiveId" clId="{B684D470-22EE-4533-B0FB-03780E6D1B0B}" dt="2025-10-09T06:45:04.740" v="1" actId="478"/>
          <ac:cxnSpMkLst>
            <pc:docMk/>
            <pc:sldMk cId="2108633778" sldId="257"/>
            <ac:cxnSpMk id="122" creationId="{2F1E4540-D1AF-4FB9-8D05-BA719CCFBB44}"/>
          </ac:cxnSpMkLst>
        </pc:cxnChg>
        <pc:cxnChg chg="del mod">
          <ac:chgData name="裴 熙隆" userId="d70ee545ee25833c" providerId="LiveId" clId="{B684D470-22EE-4533-B0FB-03780E6D1B0B}" dt="2025-10-09T06:45:04.740" v="1" actId="478"/>
          <ac:cxnSpMkLst>
            <pc:docMk/>
            <pc:sldMk cId="2108633778" sldId="257"/>
            <ac:cxnSpMk id="124" creationId="{D25E70B2-8598-4520-BEC8-9988906EA26D}"/>
          </ac:cxnSpMkLst>
        </pc:cxnChg>
        <pc:cxnChg chg="del mod">
          <ac:chgData name="裴 熙隆" userId="d70ee545ee25833c" providerId="LiveId" clId="{B684D470-22EE-4533-B0FB-03780E6D1B0B}" dt="2025-10-09T06:45:04.740" v="1" actId="478"/>
          <ac:cxnSpMkLst>
            <pc:docMk/>
            <pc:sldMk cId="2108633778" sldId="257"/>
            <ac:cxnSpMk id="126" creationId="{90B326B4-E01A-45F1-8F11-4670A2EF6991}"/>
          </ac:cxnSpMkLst>
        </pc:cxnChg>
        <pc:cxnChg chg="add del mod">
          <ac:chgData name="裴 熙隆" userId="d70ee545ee25833c" providerId="LiveId" clId="{B684D470-22EE-4533-B0FB-03780E6D1B0B}" dt="2025-10-14T04:11:01.879" v="514" actId="478"/>
          <ac:cxnSpMkLst>
            <pc:docMk/>
            <pc:sldMk cId="2108633778" sldId="257"/>
            <ac:cxnSpMk id="144" creationId="{76DD8C9B-8A0B-4241-9106-BEEE20E69902}"/>
          </ac:cxnSpMkLst>
        </pc:cxnChg>
        <pc:cxnChg chg="add del mod">
          <ac:chgData name="裴 熙隆" userId="d70ee545ee25833c" providerId="LiveId" clId="{B684D470-22EE-4533-B0FB-03780E6D1B0B}" dt="2025-10-09T07:15:31.551" v="369" actId="478"/>
          <ac:cxnSpMkLst>
            <pc:docMk/>
            <pc:sldMk cId="2108633778" sldId="257"/>
            <ac:cxnSpMk id="145" creationId="{71C84B82-79F1-4B3C-885A-300ED2A09B44}"/>
          </ac:cxnSpMkLst>
        </pc:cxnChg>
        <pc:cxnChg chg="add del mod">
          <ac:chgData name="裴 熙隆" userId="d70ee545ee25833c" providerId="LiveId" clId="{B684D470-22EE-4533-B0FB-03780E6D1B0B}" dt="2025-10-14T04:11:01.222" v="513" actId="478"/>
          <ac:cxnSpMkLst>
            <pc:docMk/>
            <pc:sldMk cId="2108633778" sldId="257"/>
            <ac:cxnSpMk id="146" creationId="{C3DA7675-1F1A-44E3-A5AC-0F631F1F32A5}"/>
          </ac:cxnSpMkLst>
        </pc:cxnChg>
        <pc:cxnChg chg="add mod">
          <ac:chgData name="裴 熙隆" userId="d70ee545ee25833c" providerId="LiveId" clId="{B684D470-22EE-4533-B0FB-03780E6D1B0B}" dt="2025-10-09T07:31:06.415" v="429" actId="14100"/>
          <ac:cxnSpMkLst>
            <pc:docMk/>
            <pc:sldMk cId="2108633778" sldId="257"/>
            <ac:cxnSpMk id="148" creationId="{04C7A379-E57B-450D-BA65-0381B65272AC}"/>
          </ac:cxnSpMkLst>
        </pc:cxnChg>
        <pc:cxnChg chg="add mod">
          <ac:chgData name="裴 熙隆" userId="d70ee545ee25833c" providerId="LiveId" clId="{B684D470-22EE-4533-B0FB-03780E6D1B0B}" dt="2025-10-09T07:30:57.813" v="428" actId="14100"/>
          <ac:cxnSpMkLst>
            <pc:docMk/>
            <pc:sldMk cId="2108633778" sldId="257"/>
            <ac:cxnSpMk id="149" creationId="{B139D756-9F3D-41C3-8E92-7A464B015AC4}"/>
          </ac:cxnSpMkLst>
        </pc:cxnChg>
        <pc:cxnChg chg="add mod">
          <ac:chgData name="裴 熙隆" userId="d70ee545ee25833c" providerId="LiveId" clId="{B684D470-22EE-4533-B0FB-03780E6D1B0B}" dt="2025-10-11T02:22:45.837" v="504" actId="14100"/>
          <ac:cxnSpMkLst>
            <pc:docMk/>
            <pc:sldMk cId="2108633778" sldId="257"/>
            <ac:cxnSpMk id="154" creationId="{4CD0ABCD-EF5E-47B3-8BD0-FE360F1DD1F7}"/>
          </ac:cxnSpMkLst>
        </pc:cxnChg>
        <pc:cxnChg chg="add mod">
          <ac:chgData name="裴 熙隆" userId="d70ee545ee25833c" providerId="LiveId" clId="{B684D470-22EE-4533-B0FB-03780E6D1B0B}" dt="2025-10-11T02:22:20.439" v="500" actId="1076"/>
          <ac:cxnSpMkLst>
            <pc:docMk/>
            <pc:sldMk cId="2108633778" sldId="257"/>
            <ac:cxnSpMk id="158" creationId="{E3AB8513-8017-4C18-AB2A-678623407DAB}"/>
          </ac:cxnSpMkLst>
        </pc:cxnChg>
      </pc:sldChg>
      <pc:sldChg chg="addSp delSp modSp mod">
        <pc:chgData name="裴 熙隆" userId="d70ee545ee25833c" providerId="LiveId" clId="{B684D470-22EE-4533-B0FB-03780E6D1B0B}" dt="2025-10-09T07:07:33.020" v="321" actId="1076"/>
        <pc:sldMkLst>
          <pc:docMk/>
          <pc:sldMk cId="1599201057" sldId="260"/>
        </pc:sldMkLst>
        <pc:spChg chg="del">
          <ac:chgData name="裴 熙隆" userId="d70ee545ee25833c" providerId="LiveId" clId="{B684D470-22EE-4533-B0FB-03780E6D1B0B}" dt="2025-10-09T07:06:50.864" v="310" actId="478"/>
          <ac:spMkLst>
            <pc:docMk/>
            <pc:sldMk cId="1599201057" sldId="260"/>
            <ac:spMk id="2" creationId="{138E2230-BFB3-48FF-A813-308F67E4EEF3}"/>
          </ac:spMkLst>
        </pc:spChg>
        <pc:spChg chg="add del">
          <ac:chgData name="裴 熙隆" userId="d70ee545ee25833c" providerId="LiveId" clId="{B684D470-22EE-4533-B0FB-03780E6D1B0B}" dt="2025-10-09T07:06:56.936" v="313"/>
          <ac:spMkLst>
            <pc:docMk/>
            <pc:sldMk cId="1599201057" sldId="260"/>
            <ac:spMk id="3" creationId="{7C904B35-B0A5-41E9-A385-9D5DA5402B76}"/>
          </ac:spMkLst>
        </pc:spChg>
        <pc:spChg chg="add del mod">
          <ac:chgData name="裴 熙隆" userId="d70ee545ee25833c" providerId="LiveId" clId="{B684D470-22EE-4533-B0FB-03780E6D1B0B}" dt="2025-10-09T07:07:14.337" v="319" actId="478"/>
          <ac:spMkLst>
            <pc:docMk/>
            <pc:sldMk cId="1599201057" sldId="260"/>
            <ac:spMk id="5" creationId="{3354D662-D44A-4A49-8847-B6241DB5500C}"/>
          </ac:spMkLst>
        </pc:spChg>
        <pc:picChg chg="add del">
          <ac:chgData name="裴 熙隆" userId="d70ee545ee25833c" providerId="LiveId" clId="{B684D470-22EE-4533-B0FB-03780E6D1B0B}" dt="2025-10-09T07:06:59.821" v="315" actId="478"/>
          <ac:picMkLst>
            <pc:docMk/>
            <pc:sldMk cId="1599201057" sldId="260"/>
            <ac:picMk id="4" creationId="{92752A00-AB94-42C9-A0D7-AB602591C604}"/>
          </ac:picMkLst>
        </pc:picChg>
        <pc:picChg chg="del">
          <ac:chgData name="裴 熙隆" userId="d70ee545ee25833c" providerId="LiveId" clId="{B684D470-22EE-4533-B0FB-03780E6D1B0B}" dt="2025-10-09T07:06:50.864" v="310" actId="478"/>
          <ac:picMkLst>
            <pc:docMk/>
            <pc:sldMk cId="1599201057" sldId="260"/>
            <ac:picMk id="6" creationId="{099B6EF6-158C-4593-8C8D-CA683348A9E8}"/>
          </ac:picMkLst>
        </pc:picChg>
        <pc:picChg chg="add mod">
          <ac:chgData name="裴 熙隆" userId="d70ee545ee25833c" providerId="LiveId" clId="{B684D470-22EE-4533-B0FB-03780E6D1B0B}" dt="2025-10-09T07:07:33.020" v="321" actId="1076"/>
          <ac:picMkLst>
            <pc:docMk/>
            <pc:sldMk cId="1599201057" sldId="260"/>
            <ac:picMk id="7" creationId="{24E1F77C-1E8C-4B9F-A613-90EC7ECFDBCF}"/>
          </ac:picMkLst>
        </pc:picChg>
        <pc:picChg chg="del">
          <ac:chgData name="裴 熙隆" userId="d70ee545ee25833c" providerId="LiveId" clId="{B684D470-22EE-4533-B0FB-03780E6D1B0B}" dt="2025-10-09T07:06:50.864" v="310" actId="478"/>
          <ac:picMkLst>
            <pc:docMk/>
            <pc:sldMk cId="1599201057" sldId="260"/>
            <ac:picMk id="8" creationId="{54D94548-D705-4092-B766-0EBA0EBA04EB}"/>
          </ac:picMkLst>
        </pc:picChg>
        <pc:picChg chg="del">
          <ac:chgData name="裴 熙隆" userId="d70ee545ee25833c" providerId="LiveId" clId="{B684D470-22EE-4533-B0FB-03780E6D1B0B}" dt="2025-10-09T07:06:50.864" v="310" actId="478"/>
          <ac:picMkLst>
            <pc:docMk/>
            <pc:sldMk cId="1599201057" sldId="260"/>
            <ac:picMk id="10" creationId="{63B9FE0C-4AFD-42C5-9342-2E702E293555}"/>
          </ac:picMkLst>
        </pc:picChg>
      </pc:sldChg>
      <pc:sldChg chg="add">
        <pc:chgData name="裴 熙隆" userId="d70ee545ee25833c" providerId="LiveId" clId="{B684D470-22EE-4533-B0FB-03780E6D1B0B}" dt="2025-10-14T04:10:54.210" v="511"/>
        <pc:sldMkLst>
          <pc:docMk/>
          <pc:sldMk cId="2940007549" sldId="261"/>
        </pc:sldMkLst>
      </pc:sldChg>
      <pc:sldChg chg="del">
        <pc:chgData name="裴 熙隆" userId="d70ee545ee25833c" providerId="LiveId" clId="{B684D470-22EE-4533-B0FB-03780E6D1B0B}" dt="2025-10-09T07:54:30.876" v="493" actId="47"/>
        <pc:sldMkLst>
          <pc:docMk/>
          <pc:sldMk cId="2986145847" sldId="261"/>
        </pc:sldMkLst>
      </pc:sldChg>
      <pc:sldChg chg="add del">
        <pc:chgData name="裴 熙隆" userId="d70ee545ee25833c" providerId="LiveId" clId="{B684D470-22EE-4533-B0FB-03780E6D1B0B}" dt="2025-10-09T07:54:30.175" v="492" actId="47"/>
        <pc:sldMkLst>
          <pc:docMk/>
          <pc:sldMk cId="348858300" sldId="262"/>
        </pc:sldMkLst>
      </pc:sldChg>
      <pc:sldChg chg="add">
        <pc:chgData name="裴 熙隆" userId="d70ee545ee25833c" providerId="LiveId" clId="{B684D470-22EE-4533-B0FB-03780E6D1B0B}" dt="2025-10-19T06:58:45.161" v="715"/>
        <pc:sldMkLst>
          <pc:docMk/>
          <pc:sldMk cId="640387381" sldId="262"/>
        </pc:sldMkLst>
      </pc:sldChg>
    </pc:docChg>
  </pc:docChgLst>
  <pc:docChgLst>
    <pc:chgData name="裴 熙隆" userId="d70ee545ee25833c" providerId="LiveId" clId="{548D3A1D-ED6C-401C-91AB-D1FB2E6810C0}"/>
    <pc:docChg chg="custSel delSld modSld">
      <pc:chgData name="裴 熙隆" userId="d70ee545ee25833c" providerId="LiveId" clId="{548D3A1D-ED6C-401C-91AB-D1FB2E6810C0}" dt="2023-07-09T12:30:28.527" v="4" actId="47"/>
      <pc:docMkLst>
        <pc:docMk/>
      </pc:docMkLst>
      <pc:sldChg chg="del">
        <pc:chgData name="裴 熙隆" userId="d70ee545ee25833c" providerId="LiveId" clId="{548D3A1D-ED6C-401C-91AB-D1FB2E6810C0}" dt="2023-07-09T12:30:28.527" v="4" actId="47"/>
        <pc:sldMkLst>
          <pc:docMk/>
          <pc:sldMk cId="3588923400" sldId="256"/>
        </pc:sldMkLst>
      </pc:sldChg>
      <pc:sldChg chg="delSp modSp mod">
        <pc:chgData name="裴 熙隆" userId="d70ee545ee25833c" providerId="LiveId" clId="{548D3A1D-ED6C-401C-91AB-D1FB2E6810C0}" dt="2023-07-09T12:30:17.837" v="3"/>
        <pc:sldMkLst>
          <pc:docMk/>
          <pc:sldMk cId="2108633778" sldId="257"/>
        </pc:sldMkLst>
      </pc:sldChg>
    </pc:docChg>
  </pc:docChgLst>
  <pc:docChgLst>
    <pc:chgData name="裴 熙隆" userId="d70ee545ee25833c" providerId="LiveId" clId="{80C28766-F07C-4017-999D-2F77460AB8FB}"/>
    <pc:docChg chg="undo custSel modSld">
      <pc:chgData name="裴 熙隆" userId="d70ee545ee25833c" providerId="LiveId" clId="{80C28766-F07C-4017-999D-2F77460AB8FB}" dt="2022-09-21T15:36:06.194" v="77" actId="207"/>
      <pc:docMkLst>
        <pc:docMk/>
      </pc:docMkLst>
      <pc:sldChg chg="addSp modSp mod">
        <pc:chgData name="裴 熙隆" userId="d70ee545ee25833c" providerId="LiveId" clId="{80C28766-F07C-4017-999D-2F77460AB8FB}" dt="2022-09-21T15:36:06.194" v="77" actId="207"/>
        <pc:sldMkLst>
          <pc:docMk/>
          <pc:sldMk cId="3588923400" sldId="256"/>
        </pc:sldMkLst>
      </pc:sldChg>
    </pc:docChg>
  </pc:docChgLst>
  <pc:docChgLst>
    <pc:chgData name="裴 熙隆" userId="d70ee545ee25833c" providerId="LiveId" clId="{9C2FC484-B88D-4BCC-8235-47800D733DC9}"/>
    <pc:docChg chg="modSld">
      <pc:chgData name="裴 熙隆" userId="d70ee545ee25833c" providerId="LiveId" clId="{9C2FC484-B88D-4BCC-8235-47800D733DC9}" dt="2025-12-21T03:34:50.477" v="59" actId="20577"/>
      <pc:docMkLst>
        <pc:docMk/>
      </pc:docMkLst>
      <pc:sldChg chg="modSp mod">
        <pc:chgData name="裴 熙隆" userId="d70ee545ee25833c" providerId="LiveId" clId="{9C2FC484-B88D-4BCC-8235-47800D733DC9}" dt="2025-12-21T03:34:50.477" v="59" actId="20577"/>
        <pc:sldMkLst>
          <pc:docMk/>
          <pc:sldMk cId="2108633778" sldId="257"/>
        </pc:sldMkLst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0" creationId="{A25F084B-8E2A-434F-89C1-FB8047CCA79E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22" creationId="{00B7ADEF-8C1E-4DCB-8009-9C6B3A6DBD8C}"/>
          </ac:spMkLst>
        </pc:spChg>
        <pc:spChg chg="mod">
          <ac:chgData name="裴 熙隆" userId="d70ee545ee25833c" providerId="LiveId" clId="{9C2FC484-B88D-4BCC-8235-47800D733DC9}" dt="2025-12-21T03:34:10.013" v="15" actId="20577"/>
          <ac:spMkLst>
            <pc:docMk/>
            <pc:sldMk cId="2108633778" sldId="257"/>
            <ac:spMk id="50" creationId="{6BDD76B2-2EF1-40D3-A62E-B4E27145D97A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53" creationId="{A115B632-18AD-49B0-86CC-1FA5AD2C9A01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11" creationId="{F2E2C323-3698-474F-874A-0B4C60472B5D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13" creationId="{DE554261-B034-4E33-ABEE-1AA94172FCEB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15" creationId="{7466C8D5-C668-4FEC-9339-53D565A50B08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21" creationId="{4A29E2AF-4795-4FEC-82C2-2B38B66C9949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23" creationId="{468975CC-5899-499A-9214-38F003E7F6C7}"/>
          </ac:spMkLst>
        </pc:spChg>
        <pc:spChg chg="mod">
          <ac:chgData name="裴 熙隆" userId="d70ee545ee25833c" providerId="LiveId" clId="{9C2FC484-B88D-4BCC-8235-47800D733DC9}" dt="2025-12-21T03:34:27.882" v="21" actId="20577"/>
          <ac:spMkLst>
            <pc:docMk/>
            <pc:sldMk cId="2108633778" sldId="257"/>
            <ac:spMk id="125" creationId="{3E0D4D7C-75A7-42FA-B4CC-9680CA198ACE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27" creationId="{011AC10C-C38F-4F73-8956-EBE09635EF61}"/>
          </ac:spMkLst>
        </pc:spChg>
        <pc:spChg chg="mod">
          <ac:chgData name="裴 熙隆" userId="d70ee545ee25833c" providerId="LiveId" clId="{9C2FC484-B88D-4BCC-8235-47800D733DC9}" dt="2025-12-21T03:34:36.422" v="39" actId="20577"/>
          <ac:spMkLst>
            <pc:docMk/>
            <pc:sldMk cId="2108633778" sldId="257"/>
            <ac:spMk id="128" creationId="{403D12B4-5EAE-4B7C-9F66-F818A3ADEB9B}"/>
          </ac:spMkLst>
        </pc:spChg>
        <pc:spChg chg="mod">
          <ac:chgData name="裴 熙隆" userId="d70ee545ee25833c" providerId="LiveId" clId="{9C2FC484-B88D-4BCC-8235-47800D733DC9}" dt="2025-12-21T03:34:46.481" v="52" actId="114"/>
          <ac:spMkLst>
            <pc:docMk/>
            <pc:sldMk cId="2108633778" sldId="257"/>
            <ac:spMk id="129" creationId="{130B16B1-6AA8-47CB-AEB5-6224E964CE1B}"/>
          </ac:spMkLst>
        </pc:spChg>
        <pc:spChg chg="mod">
          <ac:chgData name="裴 熙隆" userId="d70ee545ee25833c" providerId="LiveId" clId="{9C2FC484-B88D-4BCC-8235-47800D733DC9}" dt="2025-12-21T03:34:50.477" v="59" actId="20577"/>
          <ac:spMkLst>
            <pc:docMk/>
            <pc:sldMk cId="2108633778" sldId="257"/>
            <ac:spMk id="132" creationId="{D479493B-86C9-478B-A655-1A20F964823C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36" creationId="{066A4A03-626A-4A11-8F80-BC8DC185A483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37" creationId="{EDD57F05-2E54-4DE2-8FBF-6F5270B53E60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38" creationId="{A40E3E78-8907-4A0A-A6EB-A10F63C3B5EB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39" creationId="{BA346189-3A2C-4F4C-9EB7-56913EC7FF8B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40" creationId="{4FE63F6D-9125-40C6-88CA-E9306CD5885B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41" creationId="{9D7B99AA-CD59-4B9B-81DD-99A5407DA182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42" creationId="{C32B289C-89D8-49CA-862A-6624596674DE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43" creationId="{C47C87FC-51E6-4D15-8488-02A1565561BD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53" creationId="{402624E0-036F-4B0A-B018-283C4D34D224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61" creationId="{1B7E6E98-BE1E-4B64-8CC9-7D698C1B2CCF}"/>
          </ac:spMkLst>
        </pc:spChg>
        <pc:spChg chg="mod">
          <ac:chgData name="裴 熙隆" userId="d70ee545ee25833c" providerId="LiveId" clId="{9C2FC484-B88D-4BCC-8235-47800D733DC9}" dt="2025-12-21T03:34:02.153" v="7" actId="2711"/>
          <ac:spMkLst>
            <pc:docMk/>
            <pc:sldMk cId="2108633778" sldId="257"/>
            <ac:spMk id="162" creationId="{BE8794AD-4871-48D9-8908-E7A0F096154C}"/>
          </ac:spMkLst>
        </pc:spChg>
      </pc:sldChg>
    </pc:docChg>
  </pc:docChgLst>
  <pc:docChgLst>
    <pc:chgData name="裴 熙隆" userId="d70ee545ee25833c" providerId="LiveId" clId="{376FFC22-6773-402E-98B7-63CFEF15CA79}"/>
    <pc:docChg chg="undo custSel addSld modSld">
      <pc:chgData name="裴 熙隆" userId="d70ee545ee25833c" providerId="LiveId" clId="{376FFC22-6773-402E-98B7-63CFEF15CA79}" dt="2025-09-12T08:15:44.271" v="124" actId="2711"/>
      <pc:docMkLst>
        <pc:docMk/>
      </pc:docMkLst>
      <pc:sldChg chg="modSp">
        <pc:chgData name="裴 熙隆" userId="d70ee545ee25833c" providerId="LiveId" clId="{376FFC22-6773-402E-98B7-63CFEF15CA79}" dt="2025-09-12T08:14:52.661" v="97" actId="20577"/>
        <pc:sldMkLst>
          <pc:docMk/>
          <pc:sldMk cId="2108633778" sldId="257"/>
        </pc:sldMkLst>
      </pc:sldChg>
      <pc:sldChg chg="modSp add mod">
        <pc:chgData name="裴 熙隆" userId="d70ee545ee25833c" providerId="LiveId" clId="{376FFC22-6773-402E-98B7-63CFEF15CA79}" dt="2025-09-12T08:15:44.271" v="124" actId="2711"/>
        <pc:sldMkLst>
          <pc:docMk/>
          <pc:sldMk cId="2986145847" sldId="261"/>
        </pc:sldMkLst>
      </pc:sldChg>
    </pc:docChg>
  </pc:docChgLst>
  <pc:docChgLst>
    <pc:chgData name="裴 熙隆" userId="d70ee545ee25833c" providerId="LiveId" clId="{4A179F23-F5A5-496B-9471-D3CFEEFBDD7A}"/>
    <pc:docChg chg="undo custSel modSld">
      <pc:chgData name="裴 熙隆" userId="d70ee545ee25833c" providerId="LiveId" clId="{4A179F23-F5A5-496B-9471-D3CFEEFBDD7A}" dt="2023-03-15T08:46:51.955" v="291" actId="1076"/>
      <pc:docMkLst>
        <pc:docMk/>
      </pc:docMkLst>
      <pc:sldChg chg="addSp delSp modSp mod">
        <pc:chgData name="裴 熙隆" userId="d70ee545ee25833c" providerId="LiveId" clId="{4A179F23-F5A5-496B-9471-D3CFEEFBDD7A}" dt="2023-03-15T08:46:51.955" v="291" actId="1076"/>
        <pc:sldMkLst>
          <pc:docMk/>
          <pc:sldMk cId="3588923400" sldId="2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C6EE50-13D0-4423-9397-42D14EC9BF84}" type="datetimeFigureOut">
              <a:rPr lang="zh-CN" altLang="en-US" smtClean="0"/>
              <a:t>2025/12/21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020E19-C99F-488C-8EB6-127FA15D58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7235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020E19-C99F-488C-8EB6-127FA15D588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29230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020E19-C99F-488C-8EB6-127FA15D588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0777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020E19-C99F-488C-8EB6-127FA15D588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9117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020E19-C99F-488C-8EB6-127FA15D588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483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B02432-48FC-49FE-B7CE-6F9A692E7A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714A6B5-E688-4BD6-9F7C-1EBA2490DC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432093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1704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90626465-BA73-4118-9A58-8033B0A679ED}"/>
              </a:ext>
            </a:extLst>
          </p:cNvPr>
          <p:cNvCxnSpPr>
            <a:cxnSpLocks/>
          </p:cNvCxnSpPr>
          <p:nvPr/>
        </p:nvCxnSpPr>
        <p:spPr>
          <a:xfrm flipV="1">
            <a:off x="5003074" y="2092960"/>
            <a:ext cx="0" cy="183242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8F573D05-11A5-422E-A777-7839BDF56D13}"/>
              </a:ext>
            </a:extLst>
          </p:cNvPr>
          <p:cNvCxnSpPr>
            <a:cxnSpLocks/>
          </p:cNvCxnSpPr>
          <p:nvPr/>
        </p:nvCxnSpPr>
        <p:spPr>
          <a:xfrm flipH="1">
            <a:off x="4206240" y="3925389"/>
            <a:ext cx="796834" cy="126383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箭头连接符 108">
            <a:extLst>
              <a:ext uri="{FF2B5EF4-FFF2-40B4-BE49-F238E27FC236}">
                <a16:creationId xmlns:a16="http://schemas.microsoft.com/office/drawing/2014/main" id="{DBB2C401-396D-4ED4-BD93-C24E3161AC2D}"/>
              </a:ext>
            </a:extLst>
          </p:cNvPr>
          <p:cNvCxnSpPr>
            <a:cxnSpLocks/>
          </p:cNvCxnSpPr>
          <p:nvPr/>
        </p:nvCxnSpPr>
        <p:spPr>
          <a:xfrm>
            <a:off x="5003074" y="3925389"/>
            <a:ext cx="397764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文本框 110">
            <a:extLst>
              <a:ext uri="{FF2B5EF4-FFF2-40B4-BE49-F238E27FC236}">
                <a16:creationId xmlns:a16="http://schemas.microsoft.com/office/drawing/2014/main" id="{F2E2C323-3698-474F-874A-0B4C60472B5D}"/>
              </a:ext>
            </a:extLst>
          </p:cNvPr>
          <p:cNvSpPr txBox="1"/>
          <p:nvPr/>
        </p:nvSpPr>
        <p:spPr>
          <a:xfrm>
            <a:off x="8854634" y="3831678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2000" i="1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x</a:t>
            </a: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DE554261-B034-4E33-ABEE-1AA94172FCEB}"/>
              </a:ext>
            </a:extLst>
          </p:cNvPr>
          <p:cNvSpPr txBox="1"/>
          <p:nvPr/>
        </p:nvSpPr>
        <p:spPr>
          <a:xfrm>
            <a:off x="4698182" y="1809221"/>
            <a:ext cx="2840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2000" i="1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z</a:t>
            </a: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7466C8D5-C668-4FEC-9339-53D565A50B08}"/>
              </a:ext>
            </a:extLst>
          </p:cNvPr>
          <p:cNvSpPr txBox="1"/>
          <p:nvPr/>
        </p:nvSpPr>
        <p:spPr>
          <a:xfrm>
            <a:off x="3911940" y="4752143"/>
            <a:ext cx="3209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2000" i="1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y</a:t>
            </a:r>
          </a:p>
        </p:txBody>
      </p:sp>
      <p:sp>
        <p:nvSpPr>
          <p:cNvPr id="10" name="圆柱体 9">
            <a:extLst>
              <a:ext uri="{FF2B5EF4-FFF2-40B4-BE49-F238E27FC236}">
                <a16:creationId xmlns:a16="http://schemas.microsoft.com/office/drawing/2014/main" id="{A25F084B-8E2A-434F-89C1-FB8047CCA79E}"/>
              </a:ext>
            </a:extLst>
          </p:cNvPr>
          <p:cNvSpPr/>
          <p:nvPr/>
        </p:nvSpPr>
        <p:spPr>
          <a:xfrm rot="5400000">
            <a:off x="6791843" y="848271"/>
            <a:ext cx="49037" cy="3626575"/>
          </a:xfrm>
          <a:prstGeom prst="can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EE2CDE52-8CA1-4BE1-AC84-481CB89B83ED}"/>
              </a:ext>
            </a:extLst>
          </p:cNvPr>
          <p:cNvCxnSpPr>
            <a:cxnSpLocks/>
            <a:stCxn id="10" idx="3"/>
          </p:cNvCxnSpPr>
          <p:nvPr/>
        </p:nvCxnSpPr>
        <p:spPr>
          <a:xfrm flipH="1">
            <a:off x="4180996" y="2661559"/>
            <a:ext cx="822078" cy="1263830"/>
          </a:xfrm>
          <a:prstGeom prst="straightConnector1">
            <a:avLst/>
          </a:prstGeom>
          <a:ln w="12700" cmpd="sng">
            <a:solidFill>
              <a:schemeClr val="tx1"/>
            </a:solidFill>
            <a:prstDash val="dash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圆柱体 120">
            <a:extLst>
              <a:ext uri="{FF2B5EF4-FFF2-40B4-BE49-F238E27FC236}">
                <a16:creationId xmlns:a16="http://schemas.microsoft.com/office/drawing/2014/main" id="{4A29E2AF-4795-4FEC-82C2-2B38B66C9949}"/>
              </a:ext>
            </a:extLst>
          </p:cNvPr>
          <p:cNvSpPr/>
          <p:nvPr/>
        </p:nvSpPr>
        <p:spPr>
          <a:xfrm rot="5400000">
            <a:off x="6546865" y="1219035"/>
            <a:ext cx="49037" cy="3626575"/>
          </a:xfrm>
          <a:prstGeom prst="can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23" name="圆柱体 122">
            <a:extLst>
              <a:ext uri="{FF2B5EF4-FFF2-40B4-BE49-F238E27FC236}">
                <a16:creationId xmlns:a16="http://schemas.microsoft.com/office/drawing/2014/main" id="{468975CC-5899-499A-9214-38F003E7F6C7}"/>
              </a:ext>
            </a:extLst>
          </p:cNvPr>
          <p:cNvSpPr/>
          <p:nvPr/>
        </p:nvSpPr>
        <p:spPr>
          <a:xfrm rot="5400000">
            <a:off x="6132353" y="1850947"/>
            <a:ext cx="49037" cy="3626575"/>
          </a:xfrm>
          <a:prstGeom prst="can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3E0D4D7C-75A7-42FA-B4CC-9680CA198ACE}"/>
              </a:ext>
            </a:extLst>
          </p:cNvPr>
          <p:cNvSpPr txBox="1"/>
          <p:nvPr/>
        </p:nvSpPr>
        <p:spPr>
          <a:xfrm>
            <a:off x="7823853" y="2318436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zh-CN" altLang="en-US" sz="14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波导</a:t>
            </a:r>
            <a:r>
              <a:rPr lang="en-US" altLang="zh-CN" sz="14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1</a:t>
            </a: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011AC10C-C38F-4F73-8956-EBE09635EF61}"/>
              </a:ext>
            </a:extLst>
          </p:cNvPr>
          <p:cNvSpPr txBox="1"/>
          <p:nvPr/>
        </p:nvSpPr>
        <p:spPr>
          <a:xfrm>
            <a:off x="6110938" y="313221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……</a:t>
            </a: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403D12B4-5EAE-4B7C-9F66-F818A3ADEB9B}"/>
              </a:ext>
            </a:extLst>
          </p:cNvPr>
          <p:cNvSpPr txBox="1"/>
          <p:nvPr/>
        </p:nvSpPr>
        <p:spPr>
          <a:xfrm>
            <a:off x="7581588" y="2729011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zh-CN" altLang="en-US" sz="14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波导</a:t>
            </a:r>
            <a:r>
              <a:rPr lang="en-US" altLang="zh-CN" sz="14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2</a:t>
            </a: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130B16B1-6AA8-47CB-AEB5-6224E964CE1B}"/>
              </a:ext>
            </a:extLst>
          </p:cNvPr>
          <p:cNvSpPr txBox="1"/>
          <p:nvPr/>
        </p:nvSpPr>
        <p:spPr>
          <a:xfrm>
            <a:off x="7065317" y="3340356"/>
            <a:ext cx="6928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zh-CN" altLang="en-US" sz="14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波导</a:t>
            </a:r>
            <a:r>
              <a:rPr lang="en-US" altLang="zh-CN" sz="1400" i="1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M</a:t>
            </a:r>
          </a:p>
        </p:txBody>
      </p:sp>
      <p:pic>
        <p:nvPicPr>
          <p:cNvPr id="20" name="图形 19" descr="智能手机 纯色填充">
            <a:extLst>
              <a:ext uri="{FF2B5EF4-FFF2-40B4-BE49-F238E27FC236}">
                <a16:creationId xmlns:a16="http://schemas.microsoft.com/office/drawing/2014/main" id="{659AB4F9-C06C-49C5-AFDB-5468058CF6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80530" y="4354686"/>
            <a:ext cx="271252" cy="271252"/>
          </a:xfrm>
          <a:prstGeom prst="rect">
            <a:avLst/>
          </a:prstGeom>
        </p:spPr>
      </p:pic>
      <p:sp>
        <p:nvSpPr>
          <p:cNvPr id="132" name="文本框 131">
            <a:extLst>
              <a:ext uri="{FF2B5EF4-FFF2-40B4-BE49-F238E27FC236}">
                <a16:creationId xmlns:a16="http://schemas.microsoft.com/office/drawing/2014/main" id="{D479493B-86C9-478B-A655-1A20F964823C}"/>
              </a:ext>
            </a:extLst>
          </p:cNvPr>
          <p:cNvSpPr txBox="1"/>
          <p:nvPr/>
        </p:nvSpPr>
        <p:spPr>
          <a:xfrm>
            <a:off x="6649201" y="460802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zh-CN" altLang="en-US" sz="14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用户</a:t>
            </a:r>
            <a:endParaRPr lang="en-US" altLang="zh-CN" sz="1400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22" name="菱形 21">
            <a:extLst>
              <a:ext uri="{FF2B5EF4-FFF2-40B4-BE49-F238E27FC236}">
                <a16:creationId xmlns:a16="http://schemas.microsoft.com/office/drawing/2014/main" id="{00B7ADEF-8C1E-4DCB-8009-9C6B3A6DBD8C}"/>
              </a:ext>
            </a:extLst>
          </p:cNvPr>
          <p:cNvSpPr/>
          <p:nvPr/>
        </p:nvSpPr>
        <p:spPr>
          <a:xfrm>
            <a:off x="5408517" y="2553294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36" name="菱形 135">
            <a:extLst>
              <a:ext uri="{FF2B5EF4-FFF2-40B4-BE49-F238E27FC236}">
                <a16:creationId xmlns:a16="http://schemas.microsoft.com/office/drawing/2014/main" id="{066A4A03-626A-4A11-8F80-BC8DC185A483}"/>
              </a:ext>
            </a:extLst>
          </p:cNvPr>
          <p:cNvSpPr/>
          <p:nvPr/>
        </p:nvSpPr>
        <p:spPr>
          <a:xfrm>
            <a:off x="6393467" y="2553294"/>
            <a:ext cx="89305" cy="217443"/>
          </a:xfrm>
          <a:prstGeom prst="diamond">
            <a:avLst/>
          </a:prstGeom>
          <a:pattFill prst="pct50">
            <a:fgClr>
              <a:schemeClr val="accent6"/>
            </a:fgClr>
            <a:bgClr>
              <a:schemeClr val="bg1"/>
            </a:bgClr>
          </a:pattFill>
          <a:ln cap="flat">
            <a:solidFill>
              <a:schemeClr val="accent1">
                <a:shade val="50000"/>
              </a:schemeClr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89305"/>
                      <a:gd name="connsiteY0" fmla="*/ 108722 h 217443"/>
                      <a:gd name="connsiteX1" fmla="*/ 44653 w 89305"/>
                      <a:gd name="connsiteY1" fmla="*/ 0 h 217443"/>
                      <a:gd name="connsiteX2" fmla="*/ 89305 w 89305"/>
                      <a:gd name="connsiteY2" fmla="*/ 108722 h 217443"/>
                      <a:gd name="connsiteX3" fmla="*/ 44653 w 89305"/>
                      <a:gd name="connsiteY3" fmla="*/ 217443 h 217443"/>
                      <a:gd name="connsiteX4" fmla="*/ 0 w 89305"/>
                      <a:gd name="connsiteY4" fmla="*/ 108722 h 2174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9305" h="217443" fill="none" extrusionOk="0">
                        <a:moveTo>
                          <a:pt x="0" y="108722"/>
                        </a:moveTo>
                        <a:cubicBezTo>
                          <a:pt x="11174" y="73814"/>
                          <a:pt x="28804" y="41761"/>
                          <a:pt x="44653" y="0"/>
                        </a:cubicBezTo>
                        <a:cubicBezTo>
                          <a:pt x="62960" y="53870"/>
                          <a:pt x="66915" y="58132"/>
                          <a:pt x="89305" y="108722"/>
                        </a:cubicBezTo>
                        <a:cubicBezTo>
                          <a:pt x="73542" y="134272"/>
                          <a:pt x="59937" y="192234"/>
                          <a:pt x="44653" y="217443"/>
                        </a:cubicBezTo>
                        <a:cubicBezTo>
                          <a:pt x="21647" y="172737"/>
                          <a:pt x="21334" y="159789"/>
                          <a:pt x="0" y="108722"/>
                        </a:cubicBezTo>
                        <a:close/>
                      </a:path>
                      <a:path w="89305" h="217443" stroke="0" extrusionOk="0">
                        <a:moveTo>
                          <a:pt x="0" y="108722"/>
                        </a:moveTo>
                        <a:cubicBezTo>
                          <a:pt x="15816" y="62185"/>
                          <a:pt x="29997" y="29338"/>
                          <a:pt x="44653" y="0"/>
                        </a:cubicBezTo>
                        <a:cubicBezTo>
                          <a:pt x="59082" y="45716"/>
                          <a:pt x="65955" y="61431"/>
                          <a:pt x="89305" y="108722"/>
                        </a:cubicBezTo>
                        <a:cubicBezTo>
                          <a:pt x="80270" y="138267"/>
                          <a:pt x="61179" y="166906"/>
                          <a:pt x="44653" y="217443"/>
                        </a:cubicBezTo>
                        <a:cubicBezTo>
                          <a:pt x="26923" y="167351"/>
                          <a:pt x="20981" y="162460"/>
                          <a:pt x="0" y="108722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37" name="菱形 136">
            <a:extLst>
              <a:ext uri="{FF2B5EF4-FFF2-40B4-BE49-F238E27FC236}">
                <a16:creationId xmlns:a16="http://schemas.microsoft.com/office/drawing/2014/main" id="{EDD57F05-2E54-4DE2-8FBF-6F5270B53E60}"/>
              </a:ext>
            </a:extLst>
          </p:cNvPr>
          <p:cNvSpPr/>
          <p:nvPr/>
        </p:nvSpPr>
        <p:spPr>
          <a:xfrm>
            <a:off x="7609746" y="2553294"/>
            <a:ext cx="89305" cy="217443"/>
          </a:xfrm>
          <a:prstGeom prst="diamond">
            <a:avLst/>
          </a:prstGeom>
          <a:pattFill prst="pct50">
            <a:fgClr>
              <a:schemeClr val="accent6"/>
            </a:fgClr>
            <a:bgClr>
              <a:schemeClr val="bg1"/>
            </a:bgClr>
          </a:pattFill>
          <a:ln cap="flat">
            <a:solidFill>
              <a:schemeClr val="accent1">
                <a:shade val="50000"/>
              </a:schemeClr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670402538">
                  <a:custGeom>
                    <a:avLst/>
                    <a:gdLst>
                      <a:gd name="connsiteX0" fmla="*/ 0 w 89305"/>
                      <a:gd name="connsiteY0" fmla="*/ 108722 h 217443"/>
                      <a:gd name="connsiteX1" fmla="*/ 44653 w 89305"/>
                      <a:gd name="connsiteY1" fmla="*/ 0 h 217443"/>
                      <a:gd name="connsiteX2" fmla="*/ 89305 w 89305"/>
                      <a:gd name="connsiteY2" fmla="*/ 108722 h 217443"/>
                      <a:gd name="connsiteX3" fmla="*/ 44653 w 89305"/>
                      <a:gd name="connsiteY3" fmla="*/ 217443 h 217443"/>
                      <a:gd name="connsiteX4" fmla="*/ 0 w 89305"/>
                      <a:gd name="connsiteY4" fmla="*/ 108722 h 2174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9305" h="217443" fill="none" extrusionOk="0">
                        <a:moveTo>
                          <a:pt x="0" y="108722"/>
                        </a:moveTo>
                        <a:cubicBezTo>
                          <a:pt x="18218" y="71747"/>
                          <a:pt x="34695" y="32157"/>
                          <a:pt x="44653" y="0"/>
                        </a:cubicBezTo>
                        <a:cubicBezTo>
                          <a:pt x="65298" y="49793"/>
                          <a:pt x="74487" y="65285"/>
                          <a:pt x="89305" y="108722"/>
                        </a:cubicBezTo>
                        <a:cubicBezTo>
                          <a:pt x="75307" y="139204"/>
                          <a:pt x="64656" y="183698"/>
                          <a:pt x="44653" y="217443"/>
                        </a:cubicBezTo>
                        <a:cubicBezTo>
                          <a:pt x="29967" y="180022"/>
                          <a:pt x="11512" y="139840"/>
                          <a:pt x="0" y="108722"/>
                        </a:cubicBezTo>
                        <a:close/>
                      </a:path>
                      <a:path w="89305" h="217443" stroke="0" extrusionOk="0">
                        <a:moveTo>
                          <a:pt x="0" y="108722"/>
                        </a:moveTo>
                        <a:cubicBezTo>
                          <a:pt x="15579" y="82473"/>
                          <a:pt x="29486" y="32294"/>
                          <a:pt x="44653" y="0"/>
                        </a:cubicBezTo>
                        <a:cubicBezTo>
                          <a:pt x="57558" y="20662"/>
                          <a:pt x="77078" y="71608"/>
                          <a:pt x="89305" y="108722"/>
                        </a:cubicBezTo>
                        <a:cubicBezTo>
                          <a:pt x="69749" y="141167"/>
                          <a:pt x="58481" y="179630"/>
                          <a:pt x="44653" y="217443"/>
                        </a:cubicBezTo>
                        <a:cubicBezTo>
                          <a:pt x="28652" y="178100"/>
                          <a:pt x="18464" y="161457"/>
                          <a:pt x="0" y="108722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38" name="菱形 137">
            <a:extLst>
              <a:ext uri="{FF2B5EF4-FFF2-40B4-BE49-F238E27FC236}">
                <a16:creationId xmlns:a16="http://schemas.microsoft.com/office/drawing/2014/main" id="{A40E3E78-8907-4A0A-A6EB-A10F63C3B5EB}"/>
              </a:ext>
            </a:extLst>
          </p:cNvPr>
          <p:cNvSpPr/>
          <p:nvPr/>
        </p:nvSpPr>
        <p:spPr>
          <a:xfrm>
            <a:off x="5485786" y="2918126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39" name="菱形 138">
            <a:extLst>
              <a:ext uri="{FF2B5EF4-FFF2-40B4-BE49-F238E27FC236}">
                <a16:creationId xmlns:a16="http://schemas.microsoft.com/office/drawing/2014/main" id="{BA346189-3A2C-4F4C-9EB7-56913EC7FF8B}"/>
              </a:ext>
            </a:extLst>
          </p:cNvPr>
          <p:cNvSpPr/>
          <p:nvPr/>
        </p:nvSpPr>
        <p:spPr>
          <a:xfrm>
            <a:off x="6217104" y="2921465"/>
            <a:ext cx="89305" cy="217443"/>
          </a:xfrm>
          <a:prstGeom prst="diamond">
            <a:avLst/>
          </a:prstGeom>
          <a:pattFill prst="pct50">
            <a:fgClr>
              <a:schemeClr val="accent6"/>
            </a:fgClr>
            <a:bgClr>
              <a:schemeClr val="bg1"/>
            </a:bgClr>
          </a:pattFill>
          <a:ln cap="flat">
            <a:solidFill>
              <a:schemeClr val="accent1">
                <a:shade val="50000"/>
              </a:schemeClr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999097943">
                  <a:custGeom>
                    <a:avLst/>
                    <a:gdLst>
                      <a:gd name="connsiteX0" fmla="*/ 0 w 89305"/>
                      <a:gd name="connsiteY0" fmla="*/ 108722 h 217443"/>
                      <a:gd name="connsiteX1" fmla="*/ 44653 w 89305"/>
                      <a:gd name="connsiteY1" fmla="*/ 0 h 217443"/>
                      <a:gd name="connsiteX2" fmla="*/ 89305 w 89305"/>
                      <a:gd name="connsiteY2" fmla="*/ 108722 h 217443"/>
                      <a:gd name="connsiteX3" fmla="*/ 44653 w 89305"/>
                      <a:gd name="connsiteY3" fmla="*/ 217443 h 217443"/>
                      <a:gd name="connsiteX4" fmla="*/ 0 w 89305"/>
                      <a:gd name="connsiteY4" fmla="*/ 108722 h 2174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9305" h="217443" fill="none" extrusionOk="0">
                        <a:moveTo>
                          <a:pt x="0" y="108722"/>
                        </a:moveTo>
                        <a:cubicBezTo>
                          <a:pt x="14572" y="84670"/>
                          <a:pt x="37979" y="27651"/>
                          <a:pt x="44653" y="0"/>
                        </a:cubicBezTo>
                        <a:cubicBezTo>
                          <a:pt x="69799" y="53106"/>
                          <a:pt x="76782" y="84403"/>
                          <a:pt x="89305" y="108722"/>
                        </a:cubicBezTo>
                        <a:cubicBezTo>
                          <a:pt x="83256" y="133761"/>
                          <a:pt x="55954" y="191201"/>
                          <a:pt x="44653" y="217443"/>
                        </a:cubicBezTo>
                        <a:cubicBezTo>
                          <a:pt x="24114" y="172174"/>
                          <a:pt x="12377" y="148751"/>
                          <a:pt x="0" y="108722"/>
                        </a:cubicBezTo>
                        <a:close/>
                      </a:path>
                      <a:path w="89305" h="217443" stroke="0" extrusionOk="0">
                        <a:moveTo>
                          <a:pt x="0" y="108722"/>
                        </a:moveTo>
                        <a:cubicBezTo>
                          <a:pt x="21629" y="70634"/>
                          <a:pt x="24154" y="49405"/>
                          <a:pt x="44653" y="0"/>
                        </a:cubicBezTo>
                        <a:cubicBezTo>
                          <a:pt x="61632" y="41893"/>
                          <a:pt x="77290" y="87990"/>
                          <a:pt x="89305" y="108722"/>
                        </a:cubicBezTo>
                        <a:cubicBezTo>
                          <a:pt x="65746" y="161152"/>
                          <a:pt x="55604" y="195279"/>
                          <a:pt x="44653" y="217443"/>
                        </a:cubicBezTo>
                        <a:cubicBezTo>
                          <a:pt x="19066" y="166787"/>
                          <a:pt x="11892" y="138095"/>
                          <a:pt x="0" y="108722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40" name="菱形 139">
            <a:extLst>
              <a:ext uri="{FF2B5EF4-FFF2-40B4-BE49-F238E27FC236}">
                <a16:creationId xmlns:a16="http://schemas.microsoft.com/office/drawing/2014/main" id="{4FE63F6D-9125-40C6-88CA-E9306CD5885B}"/>
              </a:ext>
            </a:extLst>
          </p:cNvPr>
          <p:cNvSpPr/>
          <p:nvPr/>
        </p:nvSpPr>
        <p:spPr>
          <a:xfrm>
            <a:off x="7084399" y="2917317"/>
            <a:ext cx="89305" cy="217443"/>
          </a:xfrm>
          <a:prstGeom prst="diamond">
            <a:avLst/>
          </a:prstGeom>
          <a:pattFill prst="pct50">
            <a:fgClr>
              <a:schemeClr val="accent6"/>
            </a:fgClr>
            <a:bgClr>
              <a:schemeClr val="bg1"/>
            </a:bgClr>
          </a:pattFill>
          <a:ln cap="flat">
            <a:solidFill>
              <a:schemeClr val="accent1">
                <a:shade val="50000"/>
              </a:schemeClr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927782525">
                  <a:custGeom>
                    <a:avLst/>
                    <a:gdLst>
                      <a:gd name="connsiteX0" fmla="*/ 0 w 89305"/>
                      <a:gd name="connsiteY0" fmla="*/ 108722 h 217443"/>
                      <a:gd name="connsiteX1" fmla="*/ 44653 w 89305"/>
                      <a:gd name="connsiteY1" fmla="*/ 0 h 217443"/>
                      <a:gd name="connsiteX2" fmla="*/ 89305 w 89305"/>
                      <a:gd name="connsiteY2" fmla="*/ 108722 h 217443"/>
                      <a:gd name="connsiteX3" fmla="*/ 44653 w 89305"/>
                      <a:gd name="connsiteY3" fmla="*/ 217443 h 217443"/>
                      <a:gd name="connsiteX4" fmla="*/ 0 w 89305"/>
                      <a:gd name="connsiteY4" fmla="*/ 108722 h 2174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9305" h="217443" fill="none" extrusionOk="0">
                        <a:moveTo>
                          <a:pt x="0" y="108722"/>
                        </a:moveTo>
                        <a:cubicBezTo>
                          <a:pt x="17907" y="79521"/>
                          <a:pt x="28584" y="23798"/>
                          <a:pt x="44653" y="0"/>
                        </a:cubicBezTo>
                        <a:cubicBezTo>
                          <a:pt x="65297" y="53657"/>
                          <a:pt x="82896" y="83867"/>
                          <a:pt x="89305" y="108722"/>
                        </a:cubicBezTo>
                        <a:cubicBezTo>
                          <a:pt x="71290" y="137263"/>
                          <a:pt x="61443" y="185816"/>
                          <a:pt x="44653" y="217443"/>
                        </a:cubicBezTo>
                        <a:cubicBezTo>
                          <a:pt x="27280" y="182965"/>
                          <a:pt x="16566" y="137115"/>
                          <a:pt x="0" y="108722"/>
                        </a:cubicBezTo>
                        <a:close/>
                      </a:path>
                      <a:path w="89305" h="217443" stroke="0" extrusionOk="0">
                        <a:moveTo>
                          <a:pt x="0" y="108722"/>
                        </a:moveTo>
                        <a:cubicBezTo>
                          <a:pt x="5389" y="85135"/>
                          <a:pt x="29189" y="41359"/>
                          <a:pt x="44653" y="0"/>
                        </a:cubicBezTo>
                        <a:cubicBezTo>
                          <a:pt x="64672" y="40637"/>
                          <a:pt x="80449" y="80077"/>
                          <a:pt x="89305" y="108722"/>
                        </a:cubicBezTo>
                        <a:cubicBezTo>
                          <a:pt x="68743" y="144273"/>
                          <a:pt x="55484" y="189147"/>
                          <a:pt x="44653" y="217443"/>
                        </a:cubicBezTo>
                        <a:cubicBezTo>
                          <a:pt x="26929" y="181151"/>
                          <a:pt x="17254" y="152770"/>
                          <a:pt x="0" y="108722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41" name="菱形 140">
            <a:extLst>
              <a:ext uri="{FF2B5EF4-FFF2-40B4-BE49-F238E27FC236}">
                <a16:creationId xmlns:a16="http://schemas.microsoft.com/office/drawing/2014/main" id="{9D7B99AA-CD59-4B9B-81DD-99A5407DA182}"/>
              </a:ext>
            </a:extLst>
          </p:cNvPr>
          <p:cNvSpPr/>
          <p:nvPr/>
        </p:nvSpPr>
        <p:spPr>
          <a:xfrm>
            <a:off x="5352191" y="3554645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42" name="菱形 141">
            <a:extLst>
              <a:ext uri="{FF2B5EF4-FFF2-40B4-BE49-F238E27FC236}">
                <a16:creationId xmlns:a16="http://schemas.microsoft.com/office/drawing/2014/main" id="{C32B289C-89D8-49CA-862A-6624596674DE}"/>
              </a:ext>
            </a:extLst>
          </p:cNvPr>
          <p:cNvSpPr/>
          <p:nvPr/>
        </p:nvSpPr>
        <p:spPr>
          <a:xfrm>
            <a:off x="6095182" y="3558793"/>
            <a:ext cx="89305" cy="217443"/>
          </a:xfrm>
          <a:prstGeom prst="diamond">
            <a:avLst/>
          </a:prstGeom>
          <a:pattFill prst="pct50">
            <a:fgClr>
              <a:schemeClr val="accent6"/>
            </a:fgClr>
            <a:bgClr>
              <a:schemeClr val="bg1"/>
            </a:bgClr>
          </a:pattFill>
          <a:ln cap="flat">
            <a:solidFill>
              <a:schemeClr val="accent1">
                <a:shade val="50000"/>
              </a:schemeClr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3155858161">
                  <a:custGeom>
                    <a:avLst/>
                    <a:gdLst>
                      <a:gd name="connsiteX0" fmla="*/ 0 w 89305"/>
                      <a:gd name="connsiteY0" fmla="*/ 108722 h 217443"/>
                      <a:gd name="connsiteX1" fmla="*/ 44653 w 89305"/>
                      <a:gd name="connsiteY1" fmla="*/ 0 h 217443"/>
                      <a:gd name="connsiteX2" fmla="*/ 89305 w 89305"/>
                      <a:gd name="connsiteY2" fmla="*/ 108722 h 217443"/>
                      <a:gd name="connsiteX3" fmla="*/ 44653 w 89305"/>
                      <a:gd name="connsiteY3" fmla="*/ 217443 h 217443"/>
                      <a:gd name="connsiteX4" fmla="*/ 0 w 89305"/>
                      <a:gd name="connsiteY4" fmla="*/ 108722 h 2174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9305" h="217443" fill="none" extrusionOk="0">
                        <a:moveTo>
                          <a:pt x="0" y="108722"/>
                        </a:moveTo>
                        <a:cubicBezTo>
                          <a:pt x="12812" y="64115"/>
                          <a:pt x="34282" y="27256"/>
                          <a:pt x="44653" y="0"/>
                        </a:cubicBezTo>
                        <a:cubicBezTo>
                          <a:pt x="57214" y="21932"/>
                          <a:pt x="82743" y="81100"/>
                          <a:pt x="89305" y="108722"/>
                        </a:cubicBezTo>
                        <a:cubicBezTo>
                          <a:pt x="68725" y="151418"/>
                          <a:pt x="56031" y="189022"/>
                          <a:pt x="44653" y="217443"/>
                        </a:cubicBezTo>
                        <a:cubicBezTo>
                          <a:pt x="27005" y="187615"/>
                          <a:pt x="15096" y="131780"/>
                          <a:pt x="0" y="108722"/>
                        </a:cubicBezTo>
                        <a:close/>
                      </a:path>
                      <a:path w="89305" h="217443" stroke="0" extrusionOk="0">
                        <a:moveTo>
                          <a:pt x="0" y="108722"/>
                        </a:moveTo>
                        <a:cubicBezTo>
                          <a:pt x="13152" y="87265"/>
                          <a:pt x="27858" y="51465"/>
                          <a:pt x="44653" y="0"/>
                        </a:cubicBezTo>
                        <a:cubicBezTo>
                          <a:pt x="53800" y="29158"/>
                          <a:pt x="72031" y="68321"/>
                          <a:pt x="89305" y="108722"/>
                        </a:cubicBezTo>
                        <a:cubicBezTo>
                          <a:pt x="74909" y="133080"/>
                          <a:pt x="61704" y="161408"/>
                          <a:pt x="44653" y="217443"/>
                        </a:cubicBezTo>
                        <a:cubicBezTo>
                          <a:pt x="28396" y="184997"/>
                          <a:pt x="8878" y="133984"/>
                          <a:pt x="0" y="108722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43" name="菱形 142">
            <a:extLst>
              <a:ext uri="{FF2B5EF4-FFF2-40B4-BE49-F238E27FC236}">
                <a16:creationId xmlns:a16="http://schemas.microsoft.com/office/drawing/2014/main" id="{C47C87FC-51E6-4D15-8488-02A1565561BD}"/>
              </a:ext>
            </a:extLst>
          </p:cNvPr>
          <p:cNvSpPr/>
          <p:nvPr/>
        </p:nvSpPr>
        <p:spPr>
          <a:xfrm>
            <a:off x="6962477" y="3554645"/>
            <a:ext cx="89305" cy="217443"/>
          </a:xfrm>
          <a:prstGeom prst="diamond">
            <a:avLst/>
          </a:prstGeom>
          <a:pattFill prst="pct50">
            <a:fgClr>
              <a:schemeClr val="accent6"/>
            </a:fgClr>
            <a:bgClr>
              <a:schemeClr val="bg1"/>
            </a:bgClr>
          </a:pattFill>
          <a:ln cap="flat">
            <a:solidFill>
              <a:schemeClr val="accent1">
                <a:shade val="50000"/>
              </a:schemeClr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151745165">
                  <a:custGeom>
                    <a:avLst/>
                    <a:gdLst>
                      <a:gd name="connsiteX0" fmla="*/ 0 w 89305"/>
                      <a:gd name="connsiteY0" fmla="*/ 108722 h 217443"/>
                      <a:gd name="connsiteX1" fmla="*/ 44653 w 89305"/>
                      <a:gd name="connsiteY1" fmla="*/ 0 h 217443"/>
                      <a:gd name="connsiteX2" fmla="*/ 89305 w 89305"/>
                      <a:gd name="connsiteY2" fmla="*/ 108722 h 217443"/>
                      <a:gd name="connsiteX3" fmla="*/ 44653 w 89305"/>
                      <a:gd name="connsiteY3" fmla="*/ 217443 h 217443"/>
                      <a:gd name="connsiteX4" fmla="*/ 0 w 89305"/>
                      <a:gd name="connsiteY4" fmla="*/ 108722 h 2174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9305" h="217443" fill="none" extrusionOk="0">
                        <a:moveTo>
                          <a:pt x="0" y="108722"/>
                        </a:moveTo>
                        <a:cubicBezTo>
                          <a:pt x="15636" y="57446"/>
                          <a:pt x="27402" y="30593"/>
                          <a:pt x="44653" y="0"/>
                        </a:cubicBezTo>
                        <a:cubicBezTo>
                          <a:pt x="59249" y="37598"/>
                          <a:pt x="70258" y="66333"/>
                          <a:pt x="89305" y="108722"/>
                        </a:cubicBezTo>
                        <a:cubicBezTo>
                          <a:pt x="73511" y="137195"/>
                          <a:pt x="68687" y="170736"/>
                          <a:pt x="44653" y="217443"/>
                        </a:cubicBezTo>
                        <a:cubicBezTo>
                          <a:pt x="25415" y="179540"/>
                          <a:pt x="13342" y="138432"/>
                          <a:pt x="0" y="108722"/>
                        </a:cubicBezTo>
                        <a:close/>
                      </a:path>
                      <a:path w="89305" h="217443" stroke="0" extrusionOk="0">
                        <a:moveTo>
                          <a:pt x="0" y="108722"/>
                        </a:moveTo>
                        <a:cubicBezTo>
                          <a:pt x="18943" y="62628"/>
                          <a:pt x="28725" y="52740"/>
                          <a:pt x="44653" y="0"/>
                        </a:cubicBezTo>
                        <a:cubicBezTo>
                          <a:pt x="50315" y="29162"/>
                          <a:pt x="79199" y="83007"/>
                          <a:pt x="89305" y="108722"/>
                        </a:cubicBezTo>
                        <a:cubicBezTo>
                          <a:pt x="67017" y="149983"/>
                          <a:pt x="68002" y="169585"/>
                          <a:pt x="44653" y="217443"/>
                        </a:cubicBezTo>
                        <a:cubicBezTo>
                          <a:pt x="32802" y="181413"/>
                          <a:pt x="19774" y="144213"/>
                          <a:pt x="0" y="108722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cxnSp>
        <p:nvCxnSpPr>
          <p:cNvPr id="30" name="连接符: 曲线 29">
            <a:extLst>
              <a:ext uri="{FF2B5EF4-FFF2-40B4-BE49-F238E27FC236}">
                <a16:creationId xmlns:a16="http://schemas.microsoft.com/office/drawing/2014/main" id="{66E8AE3A-63C3-4142-96AC-8B2F30F7D9D0}"/>
              </a:ext>
            </a:extLst>
          </p:cNvPr>
          <p:cNvCxnSpPr>
            <a:cxnSpLocks/>
            <a:stCxn id="10" idx="3"/>
            <a:endCxn id="33" idx="3"/>
          </p:cNvCxnSpPr>
          <p:nvPr/>
        </p:nvCxnSpPr>
        <p:spPr>
          <a:xfrm rot="10800000" flipV="1">
            <a:off x="4301180" y="2661558"/>
            <a:ext cx="701895" cy="448911"/>
          </a:xfrm>
          <a:prstGeom prst="curvedConnector3">
            <a:avLst>
              <a:gd name="adj1" fmla="val 64385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形 32" descr="数据库 纯色填充">
            <a:extLst>
              <a:ext uri="{FF2B5EF4-FFF2-40B4-BE49-F238E27FC236}">
                <a16:creationId xmlns:a16="http://schemas.microsoft.com/office/drawing/2014/main" id="{66F97F53-F9F9-4A07-A711-03EDA6F768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13999" y="2866880"/>
            <a:ext cx="487180" cy="487180"/>
          </a:xfrm>
          <a:prstGeom prst="rect">
            <a:avLst/>
          </a:prstGeom>
        </p:spPr>
      </p:pic>
      <p:cxnSp>
        <p:nvCxnSpPr>
          <p:cNvPr id="148" name="连接符: 曲线 147">
            <a:extLst>
              <a:ext uri="{FF2B5EF4-FFF2-40B4-BE49-F238E27FC236}">
                <a16:creationId xmlns:a16="http://schemas.microsoft.com/office/drawing/2014/main" id="{04C7A379-E57B-450D-BA65-0381B65272AC}"/>
              </a:ext>
            </a:extLst>
          </p:cNvPr>
          <p:cNvCxnSpPr>
            <a:cxnSpLocks/>
            <a:stCxn id="121" idx="3"/>
            <a:endCxn id="33" idx="3"/>
          </p:cNvCxnSpPr>
          <p:nvPr/>
        </p:nvCxnSpPr>
        <p:spPr>
          <a:xfrm rot="10800000" flipV="1">
            <a:off x="4301180" y="3032322"/>
            <a:ext cx="456917" cy="78147"/>
          </a:xfrm>
          <a:prstGeom prst="curvedConnector3">
            <a:avLst>
              <a:gd name="adj1" fmla="val 40766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连接符: 曲线 148">
            <a:extLst>
              <a:ext uri="{FF2B5EF4-FFF2-40B4-BE49-F238E27FC236}">
                <a16:creationId xmlns:a16="http://schemas.microsoft.com/office/drawing/2014/main" id="{B139D756-9F3D-41C3-8E92-7A464B015AC4}"/>
              </a:ext>
            </a:extLst>
          </p:cNvPr>
          <p:cNvCxnSpPr>
            <a:cxnSpLocks/>
            <a:stCxn id="123" idx="3"/>
            <a:endCxn id="33" idx="3"/>
          </p:cNvCxnSpPr>
          <p:nvPr/>
        </p:nvCxnSpPr>
        <p:spPr>
          <a:xfrm rot="10800000">
            <a:off x="4301180" y="3110471"/>
            <a:ext cx="42405" cy="553765"/>
          </a:xfrm>
          <a:prstGeom prst="curvedConnector3">
            <a:avLst>
              <a:gd name="adj1" fmla="val -110921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文本框 152">
            <a:extLst>
              <a:ext uri="{FF2B5EF4-FFF2-40B4-BE49-F238E27FC236}">
                <a16:creationId xmlns:a16="http://schemas.microsoft.com/office/drawing/2014/main" id="{402624E0-036F-4B0A-B018-283C4D34D224}"/>
              </a:ext>
            </a:extLst>
          </p:cNvPr>
          <p:cNvSpPr txBox="1"/>
          <p:nvPr/>
        </p:nvSpPr>
        <p:spPr>
          <a:xfrm>
            <a:off x="3850604" y="328994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zh-CN" altLang="en-US" sz="14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基站</a:t>
            </a:r>
            <a:endParaRPr lang="en-US" altLang="zh-CN" sz="1400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cxnSp>
        <p:nvCxnSpPr>
          <p:cNvPr id="154" name="直接箭头连接符 153">
            <a:extLst>
              <a:ext uri="{FF2B5EF4-FFF2-40B4-BE49-F238E27FC236}">
                <a16:creationId xmlns:a16="http://schemas.microsoft.com/office/drawing/2014/main" id="{4CD0ABCD-EF5E-47B3-8BD0-FE360F1DD1F7}"/>
              </a:ext>
            </a:extLst>
          </p:cNvPr>
          <p:cNvCxnSpPr>
            <a:cxnSpLocks/>
          </p:cNvCxnSpPr>
          <p:nvPr/>
        </p:nvCxnSpPr>
        <p:spPr>
          <a:xfrm flipH="1">
            <a:off x="4301182" y="5039174"/>
            <a:ext cx="3609060" cy="1"/>
          </a:xfrm>
          <a:prstGeom prst="straightConnector1">
            <a:avLst/>
          </a:prstGeom>
          <a:ln w="12700" cmpd="sng">
            <a:solidFill>
              <a:schemeClr val="tx1"/>
            </a:solidFill>
            <a:prstDash val="dash"/>
            <a:headEnd type="triangl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接箭头连接符 157">
            <a:extLst>
              <a:ext uri="{FF2B5EF4-FFF2-40B4-BE49-F238E27FC236}">
                <a16:creationId xmlns:a16="http://schemas.microsoft.com/office/drawing/2014/main" id="{E3AB8513-8017-4C18-AB2A-678623407DAB}"/>
              </a:ext>
            </a:extLst>
          </p:cNvPr>
          <p:cNvCxnSpPr>
            <a:cxnSpLocks/>
          </p:cNvCxnSpPr>
          <p:nvPr/>
        </p:nvCxnSpPr>
        <p:spPr>
          <a:xfrm flipH="1">
            <a:off x="7910243" y="3924295"/>
            <a:ext cx="707415" cy="1110955"/>
          </a:xfrm>
          <a:prstGeom prst="straightConnector1">
            <a:avLst/>
          </a:prstGeom>
          <a:ln w="12700" cmpd="sng">
            <a:solidFill>
              <a:schemeClr val="tx1"/>
            </a:solidFill>
            <a:prstDash val="dash"/>
            <a:headEnd type="triangl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文本框 160">
            <a:extLst>
              <a:ext uri="{FF2B5EF4-FFF2-40B4-BE49-F238E27FC236}">
                <a16:creationId xmlns:a16="http://schemas.microsoft.com/office/drawing/2014/main" id="{1B7E6E98-BE1E-4B64-8CC9-7D698C1B2CCF}"/>
              </a:ext>
            </a:extLst>
          </p:cNvPr>
          <p:cNvSpPr txBox="1"/>
          <p:nvPr/>
        </p:nvSpPr>
        <p:spPr>
          <a:xfrm>
            <a:off x="5942462" y="4997009"/>
            <a:ext cx="3369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i="1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L</a:t>
            </a:r>
            <a:r>
              <a:rPr lang="en-US" altLang="zh-CN" sz="1400" i="1" baseline="-250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x</a:t>
            </a:r>
          </a:p>
        </p:txBody>
      </p:sp>
      <p:sp>
        <p:nvSpPr>
          <p:cNvPr id="162" name="文本框 161">
            <a:extLst>
              <a:ext uri="{FF2B5EF4-FFF2-40B4-BE49-F238E27FC236}">
                <a16:creationId xmlns:a16="http://schemas.microsoft.com/office/drawing/2014/main" id="{BE8794AD-4871-48D9-8908-E7A0F096154C}"/>
              </a:ext>
            </a:extLst>
          </p:cNvPr>
          <p:cNvSpPr txBox="1"/>
          <p:nvPr/>
        </p:nvSpPr>
        <p:spPr>
          <a:xfrm>
            <a:off x="8346032" y="4325885"/>
            <a:ext cx="3369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i="1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L</a:t>
            </a:r>
            <a:r>
              <a:rPr lang="en-US" altLang="zh-CN" sz="1400" i="1" baseline="-250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y</a:t>
            </a: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25A82A1C-D356-4B76-B9C4-BFDC68E28DCB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8615116" y="2661559"/>
            <a:ext cx="14533" cy="1258815"/>
          </a:xfrm>
          <a:prstGeom prst="straightConnector1">
            <a:avLst/>
          </a:prstGeom>
          <a:ln w="12700" cmpd="sng">
            <a:solidFill>
              <a:schemeClr val="tx1"/>
            </a:solidFill>
            <a:prstDash val="dash"/>
            <a:headEnd type="triangl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A115B632-18AD-49B0-86CC-1FA5AD2C9A01}"/>
              </a:ext>
            </a:extLst>
          </p:cNvPr>
          <p:cNvSpPr txBox="1"/>
          <p:nvPr/>
        </p:nvSpPr>
        <p:spPr>
          <a:xfrm>
            <a:off x="8582423" y="3070385"/>
            <a:ext cx="3305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i="1" dirty="0" err="1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L</a:t>
            </a:r>
            <a:r>
              <a:rPr lang="en-US" altLang="zh-CN" sz="1400" i="1" baseline="-25000" dirty="0" err="1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z</a:t>
            </a:r>
            <a:endParaRPr lang="en-US" altLang="zh-CN" sz="1400" i="1" baseline="-25000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142CD69C-C388-4523-9189-D12A0734967B}"/>
              </a:ext>
            </a:extLst>
          </p:cNvPr>
          <p:cNvCxnSpPr>
            <a:cxnSpLocks/>
          </p:cNvCxnSpPr>
          <p:nvPr/>
        </p:nvCxnSpPr>
        <p:spPr>
          <a:xfrm>
            <a:off x="5587069" y="2553294"/>
            <a:ext cx="731579" cy="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6C98E931-A788-4F40-86AD-8A81E41C67FE}"/>
              </a:ext>
            </a:extLst>
          </p:cNvPr>
          <p:cNvCxnSpPr>
            <a:cxnSpLocks/>
          </p:cNvCxnSpPr>
          <p:nvPr/>
        </p:nvCxnSpPr>
        <p:spPr>
          <a:xfrm>
            <a:off x="6647488" y="2553294"/>
            <a:ext cx="808587" cy="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6BDD76B2-2EF1-40D3-A62E-B4E27145D97A}"/>
              </a:ext>
            </a:extLst>
          </p:cNvPr>
          <p:cNvSpPr txBox="1"/>
          <p:nvPr/>
        </p:nvSpPr>
        <p:spPr>
          <a:xfrm>
            <a:off x="5958493" y="2290957"/>
            <a:ext cx="6880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2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PA</a:t>
            </a:r>
            <a:r>
              <a:rPr lang="zh-CN" altLang="en-US" sz="12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移动</a:t>
            </a:r>
            <a:endParaRPr lang="en-US" altLang="zh-CN" sz="1200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08633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90626465-BA73-4118-9A58-8033B0A679ED}"/>
              </a:ext>
            </a:extLst>
          </p:cNvPr>
          <p:cNvCxnSpPr>
            <a:cxnSpLocks/>
          </p:cNvCxnSpPr>
          <p:nvPr/>
        </p:nvCxnSpPr>
        <p:spPr>
          <a:xfrm flipV="1">
            <a:off x="5003074" y="2092960"/>
            <a:ext cx="0" cy="183242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8F573D05-11A5-422E-A777-7839BDF56D13}"/>
              </a:ext>
            </a:extLst>
          </p:cNvPr>
          <p:cNvCxnSpPr>
            <a:cxnSpLocks/>
          </p:cNvCxnSpPr>
          <p:nvPr/>
        </p:nvCxnSpPr>
        <p:spPr>
          <a:xfrm flipH="1">
            <a:off x="4206240" y="3925389"/>
            <a:ext cx="796834" cy="126383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箭头连接符 108">
            <a:extLst>
              <a:ext uri="{FF2B5EF4-FFF2-40B4-BE49-F238E27FC236}">
                <a16:creationId xmlns:a16="http://schemas.microsoft.com/office/drawing/2014/main" id="{DBB2C401-396D-4ED4-BD93-C24E3161AC2D}"/>
              </a:ext>
            </a:extLst>
          </p:cNvPr>
          <p:cNvCxnSpPr>
            <a:cxnSpLocks/>
          </p:cNvCxnSpPr>
          <p:nvPr/>
        </p:nvCxnSpPr>
        <p:spPr>
          <a:xfrm>
            <a:off x="5003074" y="3925389"/>
            <a:ext cx="397764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文本框 110">
            <a:extLst>
              <a:ext uri="{FF2B5EF4-FFF2-40B4-BE49-F238E27FC236}">
                <a16:creationId xmlns:a16="http://schemas.microsoft.com/office/drawing/2014/main" id="{F2E2C323-3698-474F-874A-0B4C60472B5D}"/>
              </a:ext>
            </a:extLst>
          </p:cNvPr>
          <p:cNvSpPr txBox="1"/>
          <p:nvPr/>
        </p:nvSpPr>
        <p:spPr>
          <a:xfrm>
            <a:off x="8854634" y="3831678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2000" i="1" dirty="0"/>
              <a:t>x</a:t>
            </a: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DE554261-B034-4E33-ABEE-1AA94172FCEB}"/>
              </a:ext>
            </a:extLst>
          </p:cNvPr>
          <p:cNvSpPr txBox="1"/>
          <p:nvPr/>
        </p:nvSpPr>
        <p:spPr>
          <a:xfrm>
            <a:off x="4698182" y="1809221"/>
            <a:ext cx="2840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2000" i="1" dirty="0"/>
              <a:t>z</a:t>
            </a: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7466C8D5-C668-4FEC-9339-53D565A50B08}"/>
              </a:ext>
            </a:extLst>
          </p:cNvPr>
          <p:cNvSpPr txBox="1"/>
          <p:nvPr/>
        </p:nvSpPr>
        <p:spPr>
          <a:xfrm>
            <a:off x="3911940" y="4752143"/>
            <a:ext cx="3209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2000" i="1" dirty="0"/>
              <a:t>y</a:t>
            </a:r>
          </a:p>
        </p:txBody>
      </p:sp>
      <p:sp>
        <p:nvSpPr>
          <p:cNvPr id="10" name="圆柱体 9">
            <a:extLst>
              <a:ext uri="{FF2B5EF4-FFF2-40B4-BE49-F238E27FC236}">
                <a16:creationId xmlns:a16="http://schemas.microsoft.com/office/drawing/2014/main" id="{A25F084B-8E2A-434F-89C1-FB8047CCA79E}"/>
              </a:ext>
            </a:extLst>
          </p:cNvPr>
          <p:cNvSpPr/>
          <p:nvPr/>
        </p:nvSpPr>
        <p:spPr>
          <a:xfrm rot="5400000">
            <a:off x="6791843" y="848271"/>
            <a:ext cx="49037" cy="3626575"/>
          </a:xfrm>
          <a:prstGeom prst="can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EE2CDE52-8CA1-4BE1-AC84-481CB89B83ED}"/>
              </a:ext>
            </a:extLst>
          </p:cNvPr>
          <p:cNvCxnSpPr>
            <a:cxnSpLocks/>
            <a:stCxn id="10" idx="3"/>
          </p:cNvCxnSpPr>
          <p:nvPr/>
        </p:nvCxnSpPr>
        <p:spPr>
          <a:xfrm flipH="1">
            <a:off x="4180996" y="2661559"/>
            <a:ext cx="822078" cy="1263830"/>
          </a:xfrm>
          <a:prstGeom prst="straightConnector1">
            <a:avLst/>
          </a:prstGeom>
          <a:ln w="12700" cmpd="sng">
            <a:solidFill>
              <a:schemeClr val="tx1"/>
            </a:solidFill>
            <a:prstDash val="dash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圆柱体 120">
            <a:extLst>
              <a:ext uri="{FF2B5EF4-FFF2-40B4-BE49-F238E27FC236}">
                <a16:creationId xmlns:a16="http://schemas.microsoft.com/office/drawing/2014/main" id="{4A29E2AF-4795-4FEC-82C2-2B38B66C9949}"/>
              </a:ext>
            </a:extLst>
          </p:cNvPr>
          <p:cNvSpPr/>
          <p:nvPr/>
        </p:nvSpPr>
        <p:spPr>
          <a:xfrm rot="5400000">
            <a:off x="6546865" y="1219035"/>
            <a:ext cx="49037" cy="3626575"/>
          </a:xfrm>
          <a:prstGeom prst="can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圆柱体 122">
            <a:extLst>
              <a:ext uri="{FF2B5EF4-FFF2-40B4-BE49-F238E27FC236}">
                <a16:creationId xmlns:a16="http://schemas.microsoft.com/office/drawing/2014/main" id="{468975CC-5899-499A-9214-38F003E7F6C7}"/>
              </a:ext>
            </a:extLst>
          </p:cNvPr>
          <p:cNvSpPr/>
          <p:nvPr/>
        </p:nvSpPr>
        <p:spPr>
          <a:xfrm rot="5400000">
            <a:off x="6132353" y="1850947"/>
            <a:ext cx="49037" cy="3626575"/>
          </a:xfrm>
          <a:prstGeom prst="can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3E0D4D7C-75A7-42FA-B4CC-9680CA198ACE}"/>
              </a:ext>
            </a:extLst>
          </p:cNvPr>
          <p:cNvSpPr txBox="1"/>
          <p:nvPr/>
        </p:nvSpPr>
        <p:spPr>
          <a:xfrm>
            <a:off x="7823853" y="2318436"/>
            <a:ext cx="11240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dirty="0"/>
              <a:t>Waveguide 1</a:t>
            </a: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011AC10C-C38F-4F73-8956-EBE09635EF61}"/>
              </a:ext>
            </a:extLst>
          </p:cNvPr>
          <p:cNvSpPr txBox="1"/>
          <p:nvPr/>
        </p:nvSpPr>
        <p:spPr>
          <a:xfrm>
            <a:off x="6110938" y="313221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……</a:t>
            </a: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403D12B4-5EAE-4B7C-9F66-F818A3ADEB9B}"/>
              </a:ext>
            </a:extLst>
          </p:cNvPr>
          <p:cNvSpPr txBox="1"/>
          <p:nvPr/>
        </p:nvSpPr>
        <p:spPr>
          <a:xfrm>
            <a:off x="7581588" y="2729011"/>
            <a:ext cx="11240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dirty="0"/>
              <a:t>Waveguide 2</a:t>
            </a: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130B16B1-6AA8-47CB-AEB5-6224E964CE1B}"/>
              </a:ext>
            </a:extLst>
          </p:cNvPr>
          <p:cNvSpPr txBox="1"/>
          <p:nvPr/>
        </p:nvSpPr>
        <p:spPr>
          <a:xfrm>
            <a:off x="7065317" y="3340356"/>
            <a:ext cx="11834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dirty="0"/>
              <a:t>Waveguide </a:t>
            </a:r>
            <a:r>
              <a:rPr lang="en-US" altLang="zh-CN" sz="1400" i="1" dirty="0"/>
              <a:t>M</a:t>
            </a:r>
          </a:p>
        </p:txBody>
      </p:sp>
      <p:pic>
        <p:nvPicPr>
          <p:cNvPr id="20" name="图形 19" descr="智能手机 纯色填充">
            <a:extLst>
              <a:ext uri="{FF2B5EF4-FFF2-40B4-BE49-F238E27FC236}">
                <a16:creationId xmlns:a16="http://schemas.microsoft.com/office/drawing/2014/main" id="{659AB4F9-C06C-49C5-AFDB-5468058CF6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48160" y="4083711"/>
            <a:ext cx="271252" cy="271252"/>
          </a:xfrm>
          <a:prstGeom prst="rect">
            <a:avLst/>
          </a:prstGeom>
        </p:spPr>
      </p:pic>
      <p:pic>
        <p:nvPicPr>
          <p:cNvPr id="130" name="图形 129" descr="智能手机 纯色填充">
            <a:extLst>
              <a:ext uri="{FF2B5EF4-FFF2-40B4-BE49-F238E27FC236}">
                <a16:creationId xmlns:a16="http://schemas.microsoft.com/office/drawing/2014/main" id="{2F719659-7ECC-4855-9D55-8D1B61CFAE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04784" y="4482554"/>
            <a:ext cx="271252" cy="271252"/>
          </a:xfrm>
          <a:prstGeom prst="rect">
            <a:avLst/>
          </a:prstGeom>
        </p:spPr>
      </p:pic>
      <p:pic>
        <p:nvPicPr>
          <p:cNvPr id="131" name="图形 130" descr="智能手机 纯色填充">
            <a:extLst>
              <a:ext uri="{FF2B5EF4-FFF2-40B4-BE49-F238E27FC236}">
                <a16:creationId xmlns:a16="http://schemas.microsoft.com/office/drawing/2014/main" id="{525BBE09-0265-4355-9CF0-A7FA62D995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45781" y="4024174"/>
            <a:ext cx="271252" cy="271252"/>
          </a:xfrm>
          <a:prstGeom prst="rect">
            <a:avLst/>
          </a:prstGeom>
        </p:spPr>
      </p:pic>
      <p:sp>
        <p:nvSpPr>
          <p:cNvPr id="132" name="文本框 131">
            <a:extLst>
              <a:ext uri="{FF2B5EF4-FFF2-40B4-BE49-F238E27FC236}">
                <a16:creationId xmlns:a16="http://schemas.microsoft.com/office/drawing/2014/main" id="{D479493B-86C9-478B-A655-1A20F964823C}"/>
              </a:ext>
            </a:extLst>
          </p:cNvPr>
          <p:cNvSpPr txBox="1"/>
          <p:nvPr/>
        </p:nvSpPr>
        <p:spPr>
          <a:xfrm>
            <a:off x="5187332" y="4331687"/>
            <a:ext cx="6591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dirty="0"/>
              <a:t>User 1</a:t>
            </a: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96773FF4-56C1-4080-BECF-97952A67265C}"/>
              </a:ext>
            </a:extLst>
          </p:cNvPr>
          <p:cNvSpPr txBox="1"/>
          <p:nvPr/>
        </p:nvSpPr>
        <p:spPr>
          <a:xfrm>
            <a:off x="6010832" y="4689232"/>
            <a:ext cx="6591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dirty="0"/>
              <a:t>User 2</a:t>
            </a: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1C25D86C-E6FD-4608-8A34-EE375FA1CDA7}"/>
              </a:ext>
            </a:extLst>
          </p:cNvPr>
          <p:cNvSpPr txBox="1"/>
          <p:nvPr/>
        </p:nvSpPr>
        <p:spPr>
          <a:xfrm>
            <a:off x="7269477" y="4295426"/>
            <a:ext cx="6896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dirty="0"/>
              <a:t>User </a:t>
            </a:r>
            <a:r>
              <a:rPr lang="en-US" altLang="zh-CN" sz="1400" i="1" dirty="0"/>
              <a:t>K</a:t>
            </a:r>
          </a:p>
        </p:txBody>
      </p:sp>
      <p:sp>
        <p:nvSpPr>
          <p:cNvPr id="22" name="菱形 21">
            <a:extLst>
              <a:ext uri="{FF2B5EF4-FFF2-40B4-BE49-F238E27FC236}">
                <a16:creationId xmlns:a16="http://schemas.microsoft.com/office/drawing/2014/main" id="{00B7ADEF-8C1E-4DCB-8009-9C6B3A6DBD8C}"/>
              </a:ext>
            </a:extLst>
          </p:cNvPr>
          <p:cNvSpPr/>
          <p:nvPr/>
        </p:nvSpPr>
        <p:spPr>
          <a:xfrm>
            <a:off x="5408517" y="2553294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020D260D-58A7-4645-B1A6-9380BAD65B7F}"/>
              </a:ext>
            </a:extLst>
          </p:cNvPr>
          <p:cNvSpPr txBox="1"/>
          <p:nvPr/>
        </p:nvSpPr>
        <p:spPr>
          <a:xfrm>
            <a:off x="6664959" y="4390150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600" dirty="0"/>
              <a:t>……</a:t>
            </a:r>
          </a:p>
        </p:txBody>
      </p:sp>
      <p:sp>
        <p:nvSpPr>
          <p:cNvPr id="136" name="菱形 135">
            <a:extLst>
              <a:ext uri="{FF2B5EF4-FFF2-40B4-BE49-F238E27FC236}">
                <a16:creationId xmlns:a16="http://schemas.microsoft.com/office/drawing/2014/main" id="{066A4A03-626A-4A11-8F80-BC8DC185A483}"/>
              </a:ext>
            </a:extLst>
          </p:cNvPr>
          <p:cNvSpPr/>
          <p:nvPr/>
        </p:nvSpPr>
        <p:spPr>
          <a:xfrm>
            <a:off x="6393467" y="2553294"/>
            <a:ext cx="89305" cy="217443"/>
          </a:xfrm>
          <a:prstGeom prst="diamond">
            <a:avLst/>
          </a:prstGeom>
          <a:pattFill prst="pct50">
            <a:fgClr>
              <a:schemeClr val="accent6"/>
            </a:fgClr>
            <a:bgClr>
              <a:schemeClr val="bg1"/>
            </a:bgClr>
          </a:pattFill>
          <a:ln cap="flat">
            <a:solidFill>
              <a:schemeClr val="accent1">
                <a:shade val="50000"/>
              </a:schemeClr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89305"/>
                      <a:gd name="connsiteY0" fmla="*/ 108722 h 217443"/>
                      <a:gd name="connsiteX1" fmla="*/ 44653 w 89305"/>
                      <a:gd name="connsiteY1" fmla="*/ 0 h 217443"/>
                      <a:gd name="connsiteX2" fmla="*/ 89305 w 89305"/>
                      <a:gd name="connsiteY2" fmla="*/ 108722 h 217443"/>
                      <a:gd name="connsiteX3" fmla="*/ 44653 w 89305"/>
                      <a:gd name="connsiteY3" fmla="*/ 217443 h 217443"/>
                      <a:gd name="connsiteX4" fmla="*/ 0 w 89305"/>
                      <a:gd name="connsiteY4" fmla="*/ 108722 h 2174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9305" h="217443" fill="none" extrusionOk="0">
                        <a:moveTo>
                          <a:pt x="0" y="108722"/>
                        </a:moveTo>
                        <a:cubicBezTo>
                          <a:pt x="11174" y="73814"/>
                          <a:pt x="28804" y="41761"/>
                          <a:pt x="44653" y="0"/>
                        </a:cubicBezTo>
                        <a:cubicBezTo>
                          <a:pt x="62960" y="53870"/>
                          <a:pt x="66915" y="58132"/>
                          <a:pt x="89305" y="108722"/>
                        </a:cubicBezTo>
                        <a:cubicBezTo>
                          <a:pt x="73542" y="134272"/>
                          <a:pt x="59937" y="192234"/>
                          <a:pt x="44653" y="217443"/>
                        </a:cubicBezTo>
                        <a:cubicBezTo>
                          <a:pt x="21647" y="172737"/>
                          <a:pt x="21334" y="159789"/>
                          <a:pt x="0" y="108722"/>
                        </a:cubicBezTo>
                        <a:close/>
                      </a:path>
                      <a:path w="89305" h="217443" stroke="0" extrusionOk="0">
                        <a:moveTo>
                          <a:pt x="0" y="108722"/>
                        </a:moveTo>
                        <a:cubicBezTo>
                          <a:pt x="15816" y="62185"/>
                          <a:pt x="29997" y="29338"/>
                          <a:pt x="44653" y="0"/>
                        </a:cubicBezTo>
                        <a:cubicBezTo>
                          <a:pt x="59082" y="45716"/>
                          <a:pt x="65955" y="61431"/>
                          <a:pt x="89305" y="108722"/>
                        </a:cubicBezTo>
                        <a:cubicBezTo>
                          <a:pt x="80270" y="138267"/>
                          <a:pt x="61179" y="166906"/>
                          <a:pt x="44653" y="217443"/>
                        </a:cubicBezTo>
                        <a:cubicBezTo>
                          <a:pt x="26923" y="167351"/>
                          <a:pt x="20981" y="162460"/>
                          <a:pt x="0" y="108722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菱形 136">
            <a:extLst>
              <a:ext uri="{FF2B5EF4-FFF2-40B4-BE49-F238E27FC236}">
                <a16:creationId xmlns:a16="http://schemas.microsoft.com/office/drawing/2014/main" id="{EDD57F05-2E54-4DE2-8FBF-6F5270B53E60}"/>
              </a:ext>
            </a:extLst>
          </p:cNvPr>
          <p:cNvSpPr/>
          <p:nvPr/>
        </p:nvSpPr>
        <p:spPr>
          <a:xfrm>
            <a:off x="7609746" y="2553294"/>
            <a:ext cx="89305" cy="217443"/>
          </a:xfrm>
          <a:prstGeom prst="diamond">
            <a:avLst/>
          </a:prstGeom>
          <a:pattFill prst="pct50">
            <a:fgClr>
              <a:schemeClr val="accent6"/>
            </a:fgClr>
            <a:bgClr>
              <a:schemeClr val="bg1"/>
            </a:bgClr>
          </a:pattFill>
          <a:ln cap="flat">
            <a:solidFill>
              <a:schemeClr val="accent1">
                <a:shade val="50000"/>
              </a:schemeClr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670402538">
                  <a:custGeom>
                    <a:avLst/>
                    <a:gdLst>
                      <a:gd name="connsiteX0" fmla="*/ 0 w 89305"/>
                      <a:gd name="connsiteY0" fmla="*/ 108722 h 217443"/>
                      <a:gd name="connsiteX1" fmla="*/ 44653 w 89305"/>
                      <a:gd name="connsiteY1" fmla="*/ 0 h 217443"/>
                      <a:gd name="connsiteX2" fmla="*/ 89305 w 89305"/>
                      <a:gd name="connsiteY2" fmla="*/ 108722 h 217443"/>
                      <a:gd name="connsiteX3" fmla="*/ 44653 w 89305"/>
                      <a:gd name="connsiteY3" fmla="*/ 217443 h 217443"/>
                      <a:gd name="connsiteX4" fmla="*/ 0 w 89305"/>
                      <a:gd name="connsiteY4" fmla="*/ 108722 h 2174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9305" h="217443" fill="none" extrusionOk="0">
                        <a:moveTo>
                          <a:pt x="0" y="108722"/>
                        </a:moveTo>
                        <a:cubicBezTo>
                          <a:pt x="18218" y="71747"/>
                          <a:pt x="34695" y="32157"/>
                          <a:pt x="44653" y="0"/>
                        </a:cubicBezTo>
                        <a:cubicBezTo>
                          <a:pt x="65298" y="49793"/>
                          <a:pt x="74487" y="65285"/>
                          <a:pt x="89305" y="108722"/>
                        </a:cubicBezTo>
                        <a:cubicBezTo>
                          <a:pt x="75307" y="139204"/>
                          <a:pt x="64656" y="183698"/>
                          <a:pt x="44653" y="217443"/>
                        </a:cubicBezTo>
                        <a:cubicBezTo>
                          <a:pt x="29967" y="180022"/>
                          <a:pt x="11512" y="139840"/>
                          <a:pt x="0" y="108722"/>
                        </a:cubicBezTo>
                        <a:close/>
                      </a:path>
                      <a:path w="89305" h="217443" stroke="0" extrusionOk="0">
                        <a:moveTo>
                          <a:pt x="0" y="108722"/>
                        </a:moveTo>
                        <a:cubicBezTo>
                          <a:pt x="15579" y="82473"/>
                          <a:pt x="29486" y="32294"/>
                          <a:pt x="44653" y="0"/>
                        </a:cubicBezTo>
                        <a:cubicBezTo>
                          <a:pt x="57558" y="20662"/>
                          <a:pt x="77078" y="71608"/>
                          <a:pt x="89305" y="108722"/>
                        </a:cubicBezTo>
                        <a:cubicBezTo>
                          <a:pt x="69749" y="141167"/>
                          <a:pt x="58481" y="179630"/>
                          <a:pt x="44653" y="217443"/>
                        </a:cubicBezTo>
                        <a:cubicBezTo>
                          <a:pt x="28652" y="178100"/>
                          <a:pt x="18464" y="161457"/>
                          <a:pt x="0" y="108722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菱形 137">
            <a:extLst>
              <a:ext uri="{FF2B5EF4-FFF2-40B4-BE49-F238E27FC236}">
                <a16:creationId xmlns:a16="http://schemas.microsoft.com/office/drawing/2014/main" id="{A40E3E78-8907-4A0A-A6EB-A10F63C3B5EB}"/>
              </a:ext>
            </a:extLst>
          </p:cNvPr>
          <p:cNvSpPr/>
          <p:nvPr/>
        </p:nvSpPr>
        <p:spPr>
          <a:xfrm>
            <a:off x="5485786" y="2918126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菱形 138">
            <a:extLst>
              <a:ext uri="{FF2B5EF4-FFF2-40B4-BE49-F238E27FC236}">
                <a16:creationId xmlns:a16="http://schemas.microsoft.com/office/drawing/2014/main" id="{BA346189-3A2C-4F4C-9EB7-56913EC7FF8B}"/>
              </a:ext>
            </a:extLst>
          </p:cNvPr>
          <p:cNvSpPr/>
          <p:nvPr/>
        </p:nvSpPr>
        <p:spPr>
          <a:xfrm>
            <a:off x="6217104" y="2921465"/>
            <a:ext cx="89305" cy="217443"/>
          </a:xfrm>
          <a:prstGeom prst="diamond">
            <a:avLst/>
          </a:prstGeom>
          <a:pattFill prst="pct50">
            <a:fgClr>
              <a:schemeClr val="accent6"/>
            </a:fgClr>
            <a:bgClr>
              <a:schemeClr val="bg1"/>
            </a:bgClr>
          </a:pattFill>
          <a:ln cap="flat">
            <a:solidFill>
              <a:schemeClr val="accent1">
                <a:shade val="50000"/>
              </a:schemeClr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999097943">
                  <a:custGeom>
                    <a:avLst/>
                    <a:gdLst>
                      <a:gd name="connsiteX0" fmla="*/ 0 w 89305"/>
                      <a:gd name="connsiteY0" fmla="*/ 108722 h 217443"/>
                      <a:gd name="connsiteX1" fmla="*/ 44653 w 89305"/>
                      <a:gd name="connsiteY1" fmla="*/ 0 h 217443"/>
                      <a:gd name="connsiteX2" fmla="*/ 89305 w 89305"/>
                      <a:gd name="connsiteY2" fmla="*/ 108722 h 217443"/>
                      <a:gd name="connsiteX3" fmla="*/ 44653 w 89305"/>
                      <a:gd name="connsiteY3" fmla="*/ 217443 h 217443"/>
                      <a:gd name="connsiteX4" fmla="*/ 0 w 89305"/>
                      <a:gd name="connsiteY4" fmla="*/ 108722 h 2174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9305" h="217443" fill="none" extrusionOk="0">
                        <a:moveTo>
                          <a:pt x="0" y="108722"/>
                        </a:moveTo>
                        <a:cubicBezTo>
                          <a:pt x="14572" y="84670"/>
                          <a:pt x="37979" y="27651"/>
                          <a:pt x="44653" y="0"/>
                        </a:cubicBezTo>
                        <a:cubicBezTo>
                          <a:pt x="69799" y="53106"/>
                          <a:pt x="76782" y="84403"/>
                          <a:pt x="89305" y="108722"/>
                        </a:cubicBezTo>
                        <a:cubicBezTo>
                          <a:pt x="83256" y="133761"/>
                          <a:pt x="55954" y="191201"/>
                          <a:pt x="44653" y="217443"/>
                        </a:cubicBezTo>
                        <a:cubicBezTo>
                          <a:pt x="24114" y="172174"/>
                          <a:pt x="12377" y="148751"/>
                          <a:pt x="0" y="108722"/>
                        </a:cubicBezTo>
                        <a:close/>
                      </a:path>
                      <a:path w="89305" h="217443" stroke="0" extrusionOk="0">
                        <a:moveTo>
                          <a:pt x="0" y="108722"/>
                        </a:moveTo>
                        <a:cubicBezTo>
                          <a:pt x="21629" y="70634"/>
                          <a:pt x="24154" y="49405"/>
                          <a:pt x="44653" y="0"/>
                        </a:cubicBezTo>
                        <a:cubicBezTo>
                          <a:pt x="61632" y="41893"/>
                          <a:pt x="77290" y="87990"/>
                          <a:pt x="89305" y="108722"/>
                        </a:cubicBezTo>
                        <a:cubicBezTo>
                          <a:pt x="65746" y="161152"/>
                          <a:pt x="55604" y="195279"/>
                          <a:pt x="44653" y="217443"/>
                        </a:cubicBezTo>
                        <a:cubicBezTo>
                          <a:pt x="19066" y="166787"/>
                          <a:pt x="11892" y="138095"/>
                          <a:pt x="0" y="108722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菱形 139">
            <a:extLst>
              <a:ext uri="{FF2B5EF4-FFF2-40B4-BE49-F238E27FC236}">
                <a16:creationId xmlns:a16="http://schemas.microsoft.com/office/drawing/2014/main" id="{4FE63F6D-9125-40C6-88CA-E9306CD5885B}"/>
              </a:ext>
            </a:extLst>
          </p:cNvPr>
          <p:cNvSpPr/>
          <p:nvPr/>
        </p:nvSpPr>
        <p:spPr>
          <a:xfrm>
            <a:off x="7084399" y="2917317"/>
            <a:ext cx="89305" cy="217443"/>
          </a:xfrm>
          <a:prstGeom prst="diamond">
            <a:avLst/>
          </a:prstGeom>
          <a:pattFill prst="pct50">
            <a:fgClr>
              <a:schemeClr val="accent6"/>
            </a:fgClr>
            <a:bgClr>
              <a:schemeClr val="bg1"/>
            </a:bgClr>
          </a:pattFill>
          <a:ln cap="flat">
            <a:solidFill>
              <a:schemeClr val="accent1">
                <a:shade val="50000"/>
              </a:schemeClr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927782525">
                  <a:custGeom>
                    <a:avLst/>
                    <a:gdLst>
                      <a:gd name="connsiteX0" fmla="*/ 0 w 89305"/>
                      <a:gd name="connsiteY0" fmla="*/ 108722 h 217443"/>
                      <a:gd name="connsiteX1" fmla="*/ 44653 w 89305"/>
                      <a:gd name="connsiteY1" fmla="*/ 0 h 217443"/>
                      <a:gd name="connsiteX2" fmla="*/ 89305 w 89305"/>
                      <a:gd name="connsiteY2" fmla="*/ 108722 h 217443"/>
                      <a:gd name="connsiteX3" fmla="*/ 44653 w 89305"/>
                      <a:gd name="connsiteY3" fmla="*/ 217443 h 217443"/>
                      <a:gd name="connsiteX4" fmla="*/ 0 w 89305"/>
                      <a:gd name="connsiteY4" fmla="*/ 108722 h 2174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9305" h="217443" fill="none" extrusionOk="0">
                        <a:moveTo>
                          <a:pt x="0" y="108722"/>
                        </a:moveTo>
                        <a:cubicBezTo>
                          <a:pt x="17907" y="79521"/>
                          <a:pt x="28584" y="23798"/>
                          <a:pt x="44653" y="0"/>
                        </a:cubicBezTo>
                        <a:cubicBezTo>
                          <a:pt x="65297" y="53657"/>
                          <a:pt x="82896" y="83867"/>
                          <a:pt x="89305" y="108722"/>
                        </a:cubicBezTo>
                        <a:cubicBezTo>
                          <a:pt x="71290" y="137263"/>
                          <a:pt x="61443" y="185816"/>
                          <a:pt x="44653" y="217443"/>
                        </a:cubicBezTo>
                        <a:cubicBezTo>
                          <a:pt x="27280" y="182965"/>
                          <a:pt x="16566" y="137115"/>
                          <a:pt x="0" y="108722"/>
                        </a:cubicBezTo>
                        <a:close/>
                      </a:path>
                      <a:path w="89305" h="217443" stroke="0" extrusionOk="0">
                        <a:moveTo>
                          <a:pt x="0" y="108722"/>
                        </a:moveTo>
                        <a:cubicBezTo>
                          <a:pt x="5389" y="85135"/>
                          <a:pt x="29189" y="41359"/>
                          <a:pt x="44653" y="0"/>
                        </a:cubicBezTo>
                        <a:cubicBezTo>
                          <a:pt x="64672" y="40637"/>
                          <a:pt x="80449" y="80077"/>
                          <a:pt x="89305" y="108722"/>
                        </a:cubicBezTo>
                        <a:cubicBezTo>
                          <a:pt x="68743" y="144273"/>
                          <a:pt x="55484" y="189147"/>
                          <a:pt x="44653" y="217443"/>
                        </a:cubicBezTo>
                        <a:cubicBezTo>
                          <a:pt x="26929" y="181151"/>
                          <a:pt x="17254" y="152770"/>
                          <a:pt x="0" y="108722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菱形 140">
            <a:extLst>
              <a:ext uri="{FF2B5EF4-FFF2-40B4-BE49-F238E27FC236}">
                <a16:creationId xmlns:a16="http://schemas.microsoft.com/office/drawing/2014/main" id="{9D7B99AA-CD59-4B9B-81DD-99A5407DA182}"/>
              </a:ext>
            </a:extLst>
          </p:cNvPr>
          <p:cNvSpPr/>
          <p:nvPr/>
        </p:nvSpPr>
        <p:spPr>
          <a:xfrm>
            <a:off x="5352191" y="3554645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菱形 141">
            <a:extLst>
              <a:ext uri="{FF2B5EF4-FFF2-40B4-BE49-F238E27FC236}">
                <a16:creationId xmlns:a16="http://schemas.microsoft.com/office/drawing/2014/main" id="{C32B289C-89D8-49CA-862A-6624596674DE}"/>
              </a:ext>
            </a:extLst>
          </p:cNvPr>
          <p:cNvSpPr/>
          <p:nvPr/>
        </p:nvSpPr>
        <p:spPr>
          <a:xfrm>
            <a:off x="6095182" y="3558793"/>
            <a:ext cx="89305" cy="217443"/>
          </a:xfrm>
          <a:prstGeom prst="diamond">
            <a:avLst/>
          </a:prstGeom>
          <a:pattFill prst="pct50">
            <a:fgClr>
              <a:schemeClr val="accent6"/>
            </a:fgClr>
            <a:bgClr>
              <a:schemeClr val="bg1"/>
            </a:bgClr>
          </a:pattFill>
          <a:ln cap="flat">
            <a:solidFill>
              <a:schemeClr val="accent1">
                <a:shade val="50000"/>
              </a:schemeClr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3155858161">
                  <a:custGeom>
                    <a:avLst/>
                    <a:gdLst>
                      <a:gd name="connsiteX0" fmla="*/ 0 w 89305"/>
                      <a:gd name="connsiteY0" fmla="*/ 108722 h 217443"/>
                      <a:gd name="connsiteX1" fmla="*/ 44653 w 89305"/>
                      <a:gd name="connsiteY1" fmla="*/ 0 h 217443"/>
                      <a:gd name="connsiteX2" fmla="*/ 89305 w 89305"/>
                      <a:gd name="connsiteY2" fmla="*/ 108722 h 217443"/>
                      <a:gd name="connsiteX3" fmla="*/ 44653 w 89305"/>
                      <a:gd name="connsiteY3" fmla="*/ 217443 h 217443"/>
                      <a:gd name="connsiteX4" fmla="*/ 0 w 89305"/>
                      <a:gd name="connsiteY4" fmla="*/ 108722 h 2174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9305" h="217443" fill="none" extrusionOk="0">
                        <a:moveTo>
                          <a:pt x="0" y="108722"/>
                        </a:moveTo>
                        <a:cubicBezTo>
                          <a:pt x="12812" y="64115"/>
                          <a:pt x="34282" y="27256"/>
                          <a:pt x="44653" y="0"/>
                        </a:cubicBezTo>
                        <a:cubicBezTo>
                          <a:pt x="57214" y="21932"/>
                          <a:pt x="82743" y="81100"/>
                          <a:pt x="89305" y="108722"/>
                        </a:cubicBezTo>
                        <a:cubicBezTo>
                          <a:pt x="68725" y="151418"/>
                          <a:pt x="56031" y="189022"/>
                          <a:pt x="44653" y="217443"/>
                        </a:cubicBezTo>
                        <a:cubicBezTo>
                          <a:pt x="27005" y="187615"/>
                          <a:pt x="15096" y="131780"/>
                          <a:pt x="0" y="108722"/>
                        </a:cubicBezTo>
                        <a:close/>
                      </a:path>
                      <a:path w="89305" h="217443" stroke="0" extrusionOk="0">
                        <a:moveTo>
                          <a:pt x="0" y="108722"/>
                        </a:moveTo>
                        <a:cubicBezTo>
                          <a:pt x="13152" y="87265"/>
                          <a:pt x="27858" y="51465"/>
                          <a:pt x="44653" y="0"/>
                        </a:cubicBezTo>
                        <a:cubicBezTo>
                          <a:pt x="53800" y="29158"/>
                          <a:pt x="72031" y="68321"/>
                          <a:pt x="89305" y="108722"/>
                        </a:cubicBezTo>
                        <a:cubicBezTo>
                          <a:pt x="74909" y="133080"/>
                          <a:pt x="61704" y="161408"/>
                          <a:pt x="44653" y="217443"/>
                        </a:cubicBezTo>
                        <a:cubicBezTo>
                          <a:pt x="28396" y="184997"/>
                          <a:pt x="8878" y="133984"/>
                          <a:pt x="0" y="108722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菱形 142">
            <a:extLst>
              <a:ext uri="{FF2B5EF4-FFF2-40B4-BE49-F238E27FC236}">
                <a16:creationId xmlns:a16="http://schemas.microsoft.com/office/drawing/2014/main" id="{C47C87FC-51E6-4D15-8488-02A1565561BD}"/>
              </a:ext>
            </a:extLst>
          </p:cNvPr>
          <p:cNvSpPr/>
          <p:nvPr/>
        </p:nvSpPr>
        <p:spPr>
          <a:xfrm>
            <a:off x="6962477" y="3554645"/>
            <a:ext cx="89305" cy="217443"/>
          </a:xfrm>
          <a:prstGeom prst="diamond">
            <a:avLst/>
          </a:prstGeom>
          <a:pattFill prst="pct50">
            <a:fgClr>
              <a:schemeClr val="accent6"/>
            </a:fgClr>
            <a:bgClr>
              <a:schemeClr val="bg1"/>
            </a:bgClr>
          </a:pattFill>
          <a:ln cap="flat">
            <a:solidFill>
              <a:schemeClr val="accent1">
                <a:shade val="50000"/>
              </a:schemeClr>
            </a:solidFill>
            <a:prstDash val="sysDot"/>
            <a:miter lim="800000"/>
            <a:extLst>
              <a:ext uri="{C807C97D-BFC1-408E-A445-0C87EB9F89A2}">
                <ask:lineSketchStyleProps xmlns:ask="http://schemas.microsoft.com/office/drawing/2018/sketchyshapes" sd="1151745165">
                  <a:custGeom>
                    <a:avLst/>
                    <a:gdLst>
                      <a:gd name="connsiteX0" fmla="*/ 0 w 89305"/>
                      <a:gd name="connsiteY0" fmla="*/ 108722 h 217443"/>
                      <a:gd name="connsiteX1" fmla="*/ 44653 w 89305"/>
                      <a:gd name="connsiteY1" fmla="*/ 0 h 217443"/>
                      <a:gd name="connsiteX2" fmla="*/ 89305 w 89305"/>
                      <a:gd name="connsiteY2" fmla="*/ 108722 h 217443"/>
                      <a:gd name="connsiteX3" fmla="*/ 44653 w 89305"/>
                      <a:gd name="connsiteY3" fmla="*/ 217443 h 217443"/>
                      <a:gd name="connsiteX4" fmla="*/ 0 w 89305"/>
                      <a:gd name="connsiteY4" fmla="*/ 108722 h 21744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9305" h="217443" fill="none" extrusionOk="0">
                        <a:moveTo>
                          <a:pt x="0" y="108722"/>
                        </a:moveTo>
                        <a:cubicBezTo>
                          <a:pt x="15636" y="57446"/>
                          <a:pt x="27402" y="30593"/>
                          <a:pt x="44653" y="0"/>
                        </a:cubicBezTo>
                        <a:cubicBezTo>
                          <a:pt x="59249" y="37598"/>
                          <a:pt x="70258" y="66333"/>
                          <a:pt x="89305" y="108722"/>
                        </a:cubicBezTo>
                        <a:cubicBezTo>
                          <a:pt x="73511" y="137195"/>
                          <a:pt x="68687" y="170736"/>
                          <a:pt x="44653" y="217443"/>
                        </a:cubicBezTo>
                        <a:cubicBezTo>
                          <a:pt x="25415" y="179540"/>
                          <a:pt x="13342" y="138432"/>
                          <a:pt x="0" y="108722"/>
                        </a:cubicBezTo>
                        <a:close/>
                      </a:path>
                      <a:path w="89305" h="217443" stroke="0" extrusionOk="0">
                        <a:moveTo>
                          <a:pt x="0" y="108722"/>
                        </a:moveTo>
                        <a:cubicBezTo>
                          <a:pt x="18943" y="62628"/>
                          <a:pt x="28725" y="52740"/>
                          <a:pt x="44653" y="0"/>
                        </a:cubicBezTo>
                        <a:cubicBezTo>
                          <a:pt x="50315" y="29162"/>
                          <a:pt x="79199" y="83007"/>
                          <a:pt x="89305" y="108722"/>
                        </a:cubicBezTo>
                        <a:cubicBezTo>
                          <a:pt x="67017" y="149983"/>
                          <a:pt x="68002" y="169585"/>
                          <a:pt x="44653" y="217443"/>
                        </a:cubicBezTo>
                        <a:cubicBezTo>
                          <a:pt x="32802" y="181413"/>
                          <a:pt x="19774" y="144213"/>
                          <a:pt x="0" y="108722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连接符: 曲线 29">
            <a:extLst>
              <a:ext uri="{FF2B5EF4-FFF2-40B4-BE49-F238E27FC236}">
                <a16:creationId xmlns:a16="http://schemas.microsoft.com/office/drawing/2014/main" id="{66E8AE3A-63C3-4142-96AC-8B2F30F7D9D0}"/>
              </a:ext>
            </a:extLst>
          </p:cNvPr>
          <p:cNvCxnSpPr>
            <a:cxnSpLocks/>
            <a:stCxn id="10" idx="3"/>
            <a:endCxn id="33" idx="3"/>
          </p:cNvCxnSpPr>
          <p:nvPr/>
        </p:nvCxnSpPr>
        <p:spPr>
          <a:xfrm rot="10800000" flipV="1">
            <a:off x="4301180" y="2661558"/>
            <a:ext cx="701895" cy="448911"/>
          </a:xfrm>
          <a:prstGeom prst="curvedConnector3">
            <a:avLst>
              <a:gd name="adj1" fmla="val 64385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形 32" descr="数据库 纯色填充">
            <a:extLst>
              <a:ext uri="{FF2B5EF4-FFF2-40B4-BE49-F238E27FC236}">
                <a16:creationId xmlns:a16="http://schemas.microsoft.com/office/drawing/2014/main" id="{66F97F53-F9F9-4A07-A711-03EDA6F768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13999" y="2866880"/>
            <a:ext cx="487180" cy="487180"/>
          </a:xfrm>
          <a:prstGeom prst="rect">
            <a:avLst/>
          </a:prstGeom>
        </p:spPr>
      </p:pic>
      <p:cxnSp>
        <p:nvCxnSpPr>
          <p:cNvPr id="148" name="连接符: 曲线 147">
            <a:extLst>
              <a:ext uri="{FF2B5EF4-FFF2-40B4-BE49-F238E27FC236}">
                <a16:creationId xmlns:a16="http://schemas.microsoft.com/office/drawing/2014/main" id="{04C7A379-E57B-450D-BA65-0381B65272AC}"/>
              </a:ext>
            </a:extLst>
          </p:cNvPr>
          <p:cNvCxnSpPr>
            <a:cxnSpLocks/>
            <a:stCxn id="121" idx="3"/>
            <a:endCxn id="33" idx="3"/>
          </p:cNvCxnSpPr>
          <p:nvPr/>
        </p:nvCxnSpPr>
        <p:spPr>
          <a:xfrm rot="10800000" flipV="1">
            <a:off x="4301180" y="3032322"/>
            <a:ext cx="456917" cy="78147"/>
          </a:xfrm>
          <a:prstGeom prst="curvedConnector3">
            <a:avLst>
              <a:gd name="adj1" fmla="val 40766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连接符: 曲线 148">
            <a:extLst>
              <a:ext uri="{FF2B5EF4-FFF2-40B4-BE49-F238E27FC236}">
                <a16:creationId xmlns:a16="http://schemas.microsoft.com/office/drawing/2014/main" id="{B139D756-9F3D-41C3-8E92-7A464B015AC4}"/>
              </a:ext>
            </a:extLst>
          </p:cNvPr>
          <p:cNvCxnSpPr>
            <a:cxnSpLocks/>
            <a:stCxn id="123" idx="3"/>
            <a:endCxn id="33" idx="3"/>
          </p:cNvCxnSpPr>
          <p:nvPr/>
        </p:nvCxnSpPr>
        <p:spPr>
          <a:xfrm rot="10800000">
            <a:off x="4301180" y="3110471"/>
            <a:ext cx="42405" cy="553765"/>
          </a:xfrm>
          <a:prstGeom prst="curvedConnector3">
            <a:avLst>
              <a:gd name="adj1" fmla="val -110921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文本框 152">
            <a:extLst>
              <a:ext uri="{FF2B5EF4-FFF2-40B4-BE49-F238E27FC236}">
                <a16:creationId xmlns:a16="http://schemas.microsoft.com/office/drawing/2014/main" id="{402624E0-036F-4B0A-B018-283C4D34D224}"/>
              </a:ext>
            </a:extLst>
          </p:cNvPr>
          <p:cNvSpPr txBox="1"/>
          <p:nvPr/>
        </p:nvSpPr>
        <p:spPr>
          <a:xfrm>
            <a:off x="3850604" y="3289944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dirty="0"/>
              <a:t>BS</a:t>
            </a:r>
          </a:p>
        </p:txBody>
      </p:sp>
      <p:cxnSp>
        <p:nvCxnSpPr>
          <p:cNvPr id="154" name="直接箭头连接符 153">
            <a:extLst>
              <a:ext uri="{FF2B5EF4-FFF2-40B4-BE49-F238E27FC236}">
                <a16:creationId xmlns:a16="http://schemas.microsoft.com/office/drawing/2014/main" id="{4CD0ABCD-EF5E-47B3-8BD0-FE360F1DD1F7}"/>
              </a:ext>
            </a:extLst>
          </p:cNvPr>
          <p:cNvCxnSpPr>
            <a:cxnSpLocks/>
          </p:cNvCxnSpPr>
          <p:nvPr/>
        </p:nvCxnSpPr>
        <p:spPr>
          <a:xfrm flipH="1">
            <a:off x="4301182" y="5039174"/>
            <a:ext cx="3609060" cy="1"/>
          </a:xfrm>
          <a:prstGeom prst="straightConnector1">
            <a:avLst/>
          </a:prstGeom>
          <a:ln w="12700" cmpd="sng">
            <a:solidFill>
              <a:schemeClr val="tx1"/>
            </a:solidFill>
            <a:prstDash val="dash"/>
            <a:headEnd type="triangl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接箭头连接符 157">
            <a:extLst>
              <a:ext uri="{FF2B5EF4-FFF2-40B4-BE49-F238E27FC236}">
                <a16:creationId xmlns:a16="http://schemas.microsoft.com/office/drawing/2014/main" id="{E3AB8513-8017-4C18-AB2A-678623407DAB}"/>
              </a:ext>
            </a:extLst>
          </p:cNvPr>
          <p:cNvCxnSpPr>
            <a:cxnSpLocks/>
          </p:cNvCxnSpPr>
          <p:nvPr/>
        </p:nvCxnSpPr>
        <p:spPr>
          <a:xfrm flipH="1">
            <a:off x="7910243" y="3924295"/>
            <a:ext cx="707415" cy="1110955"/>
          </a:xfrm>
          <a:prstGeom prst="straightConnector1">
            <a:avLst/>
          </a:prstGeom>
          <a:ln w="12700" cmpd="sng">
            <a:solidFill>
              <a:schemeClr val="tx1"/>
            </a:solidFill>
            <a:prstDash val="dash"/>
            <a:headEnd type="triangl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文本框 160">
            <a:extLst>
              <a:ext uri="{FF2B5EF4-FFF2-40B4-BE49-F238E27FC236}">
                <a16:creationId xmlns:a16="http://schemas.microsoft.com/office/drawing/2014/main" id="{1B7E6E98-BE1E-4B64-8CC9-7D698C1B2CCF}"/>
              </a:ext>
            </a:extLst>
          </p:cNvPr>
          <p:cNvSpPr txBox="1"/>
          <p:nvPr/>
        </p:nvSpPr>
        <p:spPr>
          <a:xfrm>
            <a:off x="5942462" y="4997009"/>
            <a:ext cx="3369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i="1" dirty="0"/>
              <a:t>L</a:t>
            </a:r>
            <a:r>
              <a:rPr lang="en-US" altLang="zh-CN" sz="1400" i="1" baseline="-25000" dirty="0"/>
              <a:t>x</a:t>
            </a:r>
          </a:p>
        </p:txBody>
      </p:sp>
      <p:sp>
        <p:nvSpPr>
          <p:cNvPr id="162" name="文本框 161">
            <a:extLst>
              <a:ext uri="{FF2B5EF4-FFF2-40B4-BE49-F238E27FC236}">
                <a16:creationId xmlns:a16="http://schemas.microsoft.com/office/drawing/2014/main" id="{BE8794AD-4871-48D9-8908-E7A0F096154C}"/>
              </a:ext>
            </a:extLst>
          </p:cNvPr>
          <p:cNvSpPr txBox="1"/>
          <p:nvPr/>
        </p:nvSpPr>
        <p:spPr>
          <a:xfrm>
            <a:off x="8346032" y="4325885"/>
            <a:ext cx="3316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i="1" dirty="0"/>
              <a:t>L</a:t>
            </a:r>
            <a:r>
              <a:rPr lang="en-US" altLang="zh-CN" sz="1400" i="1" baseline="-25000" dirty="0"/>
              <a:t>y</a:t>
            </a: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25A82A1C-D356-4B76-B9C4-BFDC68E28DCB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8615116" y="2661559"/>
            <a:ext cx="14533" cy="1258815"/>
          </a:xfrm>
          <a:prstGeom prst="straightConnector1">
            <a:avLst/>
          </a:prstGeom>
          <a:ln w="12700" cmpd="sng">
            <a:solidFill>
              <a:schemeClr val="tx1"/>
            </a:solidFill>
            <a:prstDash val="dash"/>
            <a:headEnd type="triangl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A115B632-18AD-49B0-86CC-1FA5AD2C9A01}"/>
              </a:ext>
            </a:extLst>
          </p:cNvPr>
          <p:cNvSpPr txBox="1"/>
          <p:nvPr/>
        </p:nvSpPr>
        <p:spPr>
          <a:xfrm>
            <a:off x="8582423" y="3070385"/>
            <a:ext cx="3305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i="1" dirty="0" err="1"/>
              <a:t>L</a:t>
            </a:r>
            <a:r>
              <a:rPr lang="en-US" altLang="zh-CN" sz="1400" i="1" baseline="-25000" dirty="0" err="1"/>
              <a:t>z</a:t>
            </a:r>
            <a:endParaRPr lang="en-US" altLang="zh-CN" sz="1400" i="1" baseline="-25000" dirty="0"/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142CD69C-C388-4523-9189-D12A0734967B}"/>
              </a:ext>
            </a:extLst>
          </p:cNvPr>
          <p:cNvCxnSpPr>
            <a:cxnSpLocks/>
          </p:cNvCxnSpPr>
          <p:nvPr/>
        </p:nvCxnSpPr>
        <p:spPr>
          <a:xfrm>
            <a:off x="5587069" y="2553294"/>
            <a:ext cx="731579" cy="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6C98E931-A788-4F40-86AD-8A81E41C67FE}"/>
              </a:ext>
            </a:extLst>
          </p:cNvPr>
          <p:cNvCxnSpPr>
            <a:cxnSpLocks/>
          </p:cNvCxnSpPr>
          <p:nvPr/>
        </p:nvCxnSpPr>
        <p:spPr>
          <a:xfrm>
            <a:off x="6647488" y="2553294"/>
            <a:ext cx="808587" cy="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6BDD76B2-2EF1-40D3-A62E-B4E27145D97A}"/>
              </a:ext>
            </a:extLst>
          </p:cNvPr>
          <p:cNvSpPr txBox="1"/>
          <p:nvPr/>
        </p:nvSpPr>
        <p:spPr>
          <a:xfrm>
            <a:off x="5958493" y="2290957"/>
            <a:ext cx="10485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200" dirty="0"/>
              <a:t>PA movement</a:t>
            </a:r>
          </a:p>
        </p:txBody>
      </p:sp>
    </p:spTree>
    <p:extLst>
      <p:ext uri="{BB962C8B-B14F-4D97-AF65-F5344CB8AC3E}">
        <p14:creationId xmlns:p14="http://schemas.microsoft.com/office/powerpoint/2010/main" val="640387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90626465-BA73-4118-9A58-8033B0A679ED}"/>
              </a:ext>
            </a:extLst>
          </p:cNvPr>
          <p:cNvCxnSpPr>
            <a:cxnSpLocks/>
          </p:cNvCxnSpPr>
          <p:nvPr/>
        </p:nvCxnSpPr>
        <p:spPr>
          <a:xfrm flipV="1">
            <a:off x="5003074" y="2092960"/>
            <a:ext cx="0" cy="183242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8F573D05-11A5-422E-A777-7839BDF56D13}"/>
              </a:ext>
            </a:extLst>
          </p:cNvPr>
          <p:cNvCxnSpPr>
            <a:cxnSpLocks/>
          </p:cNvCxnSpPr>
          <p:nvPr/>
        </p:nvCxnSpPr>
        <p:spPr>
          <a:xfrm flipH="1">
            <a:off x="4206240" y="3925389"/>
            <a:ext cx="796834" cy="126383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箭头连接符 108">
            <a:extLst>
              <a:ext uri="{FF2B5EF4-FFF2-40B4-BE49-F238E27FC236}">
                <a16:creationId xmlns:a16="http://schemas.microsoft.com/office/drawing/2014/main" id="{DBB2C401-396D-4ED4-BD93-C24E3161AC2D}"/>
              </a:ext>
            </a:extLst>
          </p:cNvPr>
          <p:cNvCxnSpPr>
            <a:cxnSpLocks/>
          </p:cNvCxnSpPr>
          <p:nvPr/>
        </p:nvCxnSpPr>
        <p:spPr>
          <a:xfrm>
            <a:off x="5003074" y="3925389"/>
            <a:ext cx="397764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文本框 110">
            <a:extLst>
              <a:ext uri="{FF2B5EF4-FFF2-40B4-BE49-F238E27FC236}">
                <a16:creationId xmlns:a16="http://schemas.microsoft.com/office/drawing/2014/main" id="{F2E2C323-3698-474F-874A-0B4C60472B5D}"/>
              </a:ext>
            </a:extLst>
          </p:cNvPr>
          <p:cNvSpPr txBox="1"/>
          <p:nvPr/>
        </p:nvSpPr>
        <p:spPr>
          <a:xfrm>
            <a:off x="8854634" y="3831678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2000" i="1" dirty="0"/>
              <a:t>x</a:t>
            </a: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DE554261-B034-4E33-ABEE-1AA94172FCEB}"/>
              </a:ext>
            </a:extLst>
          </p:cNvPr>
          <p:cNvSpPr txBox="1"/>
          <p:nvPr/>
        </p:nvSpPr>
        <p:spPr>
          <a:xfrm>
            <a:off x="4698182" y="1809221"/>
            <a:ext cx="2840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2000" i="1" dirty="0"/>
              <a:t>z</a:t>
            </a: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7466C8D5-C668-4FEC-9339-53D565A50B08}"/>
              </a:ext>
            </a:extLst>
          </p:cNvPr>
          <p:cNvSpPr txBox="1"/>
          <p:nvPr/>
        </p:nvSpPr>
        <p:spPr>
          <a:xfrm>
            <a:off x="3911940" y="4752143"/>
            <a:ext cx="3209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2000" i="1" dirty="0"/>
              <a:t>y</a:t>
            </a:r>
          </a:p>
        </p:txBody>
      </p:sp>
      <p:sp>
        <p:nvSpPr>
          <p:cNvPr id="10" name="圆柱体 9">
            <a:extLst>
              <a:ext uri="{FF2B5EF4-FFF2-40B4-BE49-F238E27FC236}">
                <a16:creationId xmlns:a16="http://schemas.microsoft.com/office/drawing/2014/main" id="{A25F084B-8E2A-434F-89C1-FB8047CCA79E}"/>
              </a:ext>
            </a:extLst>
          </p:cNvPr>
          <p:cNvSpPr/>
          <p:nvPr/>
        </p:nvSpPr>
        <p:spPr>
          <a:xfrm rot="5400000">
            <a:off x="6791843" y="848271"/>
            <a:ext cx="49037" cy="3626575"/>
          </a:xfrm>
          <a:prstGeom prst="can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EE2CDE52-8CA1-4BE1-AC84-481CB89B83ED}"/>
              </a:ext>
            </a:extLst>
          </p:cNvPr>
          <p:cNvCxnSpPr>
            <a:cxnSpLocks/>
            <a:stCxn id="10" idx="3"/>
          </p:cNvCxnSpPr>
          <p:nvPr/>
        </p:nvCxnSpPr>
        <p:spPr>
          <a:xfrm flipH="1">
            <a:off x="4180996" y="2661559"/>
            <a:ext cx="822078" cy="1263830"/>
          </a:xfrm>
          <a:prstGeom prst="straightConnector1">
            <a:avLst/>
          </a:prstGeom>
          <a:ln w="12700" cmpd="sng">
            <a:solidFill>
              <a:schemeClr val="tx1"/>
            </a:solidFill>
            <a:prstDash val="dash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圆柱体 120">
            <a:extLst>
              <a:ext uri="{FF2B5EF4-FFF2-40B4-BE49-F238E27FC236}">
                <a16:creationId xmlns:a16="http://schemas.microsoft.com/office/drawing/2014/main" id="{4A29E2AF-4795-4FEC-82C2-2B38B66C9949}"/>
              </a:ext>
            </a:extLst>
          </p:cNvPr>
          <p:cNvSpPr/>
          <p:nvPr/>
        </p:nvSpPr>
        <p:spPr>
          <a:xfrm rot="5400000">
            <a:off x="6546865" y="1219035"/>
            <a:ext cx="49037" cy="3626575"/>
          </a:xfrm>
          <a:prstGeom prst="can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圆柱体 122">
            <a:extLst>
              <a:ext uri="{FF2B5EF4-FFF2-40B4-BE49-F238E27FC236}">
                <a16:creationId xmlns:a16="http://schemas.microsoft.com/office/drawing/2014/main" id="{468975CC-5899-499A-9214-38F003E7F6C7}"/>
              </a:ext>
            </a:extLst>
          </p:cNvPr>
          <p:cNvSpPr/>
          <p:nvPr/>
        </p:nvSpPr>
        <p:spPr>
          <a:xfrm rot="5400000">
            <a:off x="6132353" y="1850947"/>
            <a:ext cx="49037" cy="3626575"/>
          </a:xfrm>
          <a:prstGeom prst="can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3E0D4D7C-75A7-42FA-B4CC-9680CA198ACE}"/>
              </a:ext>
            </a:extLst>
          </p:cNvPr>
          <p:cNvSpPr txBox="1"/>
          <p:nvPr/>
        </p:nvSpPr>
        <p:spPr>
          <a:xfrm>
            <a:off x="7823853" y="2318436"/>
            <a:ext cx="11240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dirty="0"/>
              <a:t>Waveguide 1</a:t>
            </a: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011AC10C-C38F-4F73-8956-EBE09635EF61}"/>
              </a:ext>
            </a:extLst>
          </p:cNvPr>
          <p:cNvSpPr txBox="1"/>
          <p:nvPr/>
        </p:nvSpPr>
        <p:spPr>
          <a:xfrm>
            <a:off x="6110938" y="313221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……</a:t>
            </a: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403D12B4-5EAE-4B7C-9F66-F818A3ADEB9B}"/>
              </a:ext>
            </a:extLst>
          </p:cNvPr>
          <p:cNvSpPr txBox="1"/>
          <p:nvPr/>
        </p:nvSpPr>
        <p:spPr>
          <a:xfrm>
            <a:off x="7581588" y="2729011"/>
            <a:ext cx="11240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dirty="0"/>
              <a:t>Waveguide 2</a:t>
            </a: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130B16B1-6AA8-47CB-AEB5-6224E964CE1B}"/>
              </a:ext>
            </a:extLst>
          </p:cNvPr>
          <p:cNvSpPr txBox="1"/>
          <p:nvPr/>
        </p:nvSpPr>
        <p:spPr>
          <a:xfrm>
            <a:off x="7065317" y="3340356"/>
            <a:ext cx="11834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dirty="0"/>
              <a:t>Waveguide </a:t>
            </a:r>
            <a:r>
              <a:rPr lang="en-US" altLang="zh-CN" sz="1400" i="1" dirty="0"/>
              <a:t>M</a:t>
            </a:r>
          </a:p>
        </p:txBody>
      </p:sp>
      <p:pic>
        <p:nvPicPr>
          <p:cNvPr id="20" name="图形 19" descr="智能手机 纯色填充">
            <a:extLst>
              <a:ext uri="{FF2B5EF4-FFF2-40B4-BE49-F238E27FC236}">
                <a16:creationId xmlns:a16="http://schemas.microsoft.com/office/drawing/2014/main" id="{659AB4F9-C06C-49C5-AFDB-5468058CF6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48160" y="4083711"/>
            <a:ext cx="271252" cy="271252"/>
          </a:xfrm>
          <a:prstGeom prst="rect">
            <a:avLst/>
          </a:prstGeom>
        </p:spPr>
      </p:pic>
      <p:pic>
        <p:nvPicPr>
          <p:cNvPr id="130" name="图形 129" descr="智能手机 纯色填充">
            <a:extLst>
              <a:ext uri="{FF2B5EF4-FFF2-40B4-BE49-F238E27FC236}">
                <a16:creationId xmlns:a16="http://schemas.microsoft.com/office/drawing/2014/main" id="{2F719659-7ECC-4855-9D55-8D1B61CFAE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04784" y="4482554"/>
            <a:ext cx="271252" cy="271252"/>
          </a:xfrm>
          <a:prstGeom prst="rect">
            <a:avLst/>
          </a:prstGeom>
        </p:spPr>
      </p:pic>
      <p:pic>
        <p:nvPicPr>
          <p:cNvPr id="131" name="图形 130" descr="智能手机 纯色填充">
            <a:extLst>
              <a:ext uri="{FF2B5EF4-FFF2-40B4-BE49-F238E27FC236}">
                <a16:creationId xmlns:a16="http://schemas.microsoft.com/office/drawing/2014/main" id="{525BBE09-0265-4355-9CF0-A7FA62D995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45781" y="4024174"/>
            <a:ext cx="271252" cy="271252"/>
          </a:xfrm>
          <a:prstGeom prst="rect">
            <a:avLst/>
          </a:prstGeom>
        </p:spPr>
      </p:pic>
      <p:sp>
        <p:nvSpPr>
          <p:cNvPr id="132" name="文本框 131">
            <a:extLst>
              <a:ext uri="{FF2B5EF4-FFF2-40B4-BE49-F238E27FC236}">
                <a16:creationId xmlns:a16="http://schemas.microsoft.com/office/drawing/2014/main" id="{D479493B-86C9-478B-A655-1A20F964823C}"/>
              </a:ext>
            </a:extLst>
          </p:cNvPr>
          <p:cNvSpPr txBox="1"/>
          <p:nvPr/>
        </p:nvSpPr>
        <p:spPr>
          <a:xfrm>
            <a:off x="5187332" y="4331687"/>
            <a:ext cx="6591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dirty="0"/>
              <a:t>User 1</a:t>
            </a: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96773FF4-56C1-4080-BECF-97952A67265C}"/>
              </a:ext>
            </a:extLst>
          </p:cNvPr>
          <p:cNvSpPr txBox="1"/>
          <p:nvPr/>
        </p:nvSpPr>
        <p:spPr>
          <a:xfrm>
            <a:off x="6010832" y="4689232"/>
            <a:ext cx="6591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dirty="0"/>
              <a:t>User 2</a:t>
            </a: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1C25D86C-E6FD-4608-8A34-EE375FA1CDA7}"/>
              </a:ext>
            </a:extLst>
          </p:cNvPr>
          <p:cNvSpPr txBox="1"/>
          <p:nvPr/>
        </p:nvSpPr>
        <p:spPr>
          <a:xfrm>
            <a:off x="7269477" y="4295426"/>
            <a:ext cx="6896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dirty="0"/>
              <a:t>User </a:t>
            </a:r>
            <a:r>
              <a:rPr lang="en-US" altLang="zh-CN" sz="1400" i="1" dirty="0"/>
              <a:t>K</a:t>
            </a:r>
          </a:p>
        </p:txBody>
      </p:sp>
      <p:sp>
        <p:nvSpPr>
          <p:cNvPr id="22" name="菱形 21">
            <a:extLst>
              <a:ext uri="{FF2B5EF4-FFF2-40B4-BE49-F238E27FC236}">
                <a16:creationId xmlns:a16="http://schemas.microsoft.com/office/drawing/2014/main" id="{00B7ADEF-8C1E-4DCB-8009-9C6B3A6DBD8C}"/>
              </a:ext>
            </a:extLst>
          </p:cNvPr>
          <p:cNvSpPr/>
          <p:nvPr/>
        </p:nvSpPr>
        <p:spPr>
          <a:xfrm>
            <a:off x="5408517" y="2553294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020D260D-58A7-4645-B1A6-9380BAD65B7F}"/>
              </a:ext>
            </a:extLst>
          </p:cNvPr>
          <p:cNvSpPr txBox="1"/>
          <p:nvPr/>
        </p:nvSpPr>
        <p:spPr>
          <a:xfrm>
            <a:off x="6664959" y="4390150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600" dirty="0"/>
              <a:t>……</a:t>
            </a:r>
          </a:p>
        </p:txBody>
      </p:sp>
      <p:sp>
        <p:nvSpPr>
          <p:cNvPr id="136" name="菱形 135">
            <a:extLst>
              <a:ext uri="{FF2B5EF4-FFF2-40B4-BE49-F238E27FC236}">
                <a16:creationId xmlns:a16="http://schemas.microsoft.com/office/drawing/2014/main" id="{066A4A03-626A-4A11-8F80-BC8DC185A483}"/>
              </a:ext>
            </a:extLst>
          </p:cNvPr>
          <p:cNvSpPr/>
          <p:nvPr/>
        </p:nvSpPr>
        <p:spPr>
          <a:xfrm>
            <a:off x="6393467" y="2553294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菱形 136">
            <a:extLst>
              <a:ext uri="{FF2B5EF4-FFF2-40B4-BE49-F238E27FC236}">
                <a16:creationId xmlns:a16="http://schemas.microsoft.com/office/drawing/2014/main" id="{EDD57F05-2E54-4DE2-8FBF-6F5270B53E60}"/>
              </a:ext>
            </a:extLst>
          </p:cNvPr>
          <p:cNvSpPr/>
          <p:nvPr/>
        </p:nvSpPr>
        <p:spPr>
          <a:xfrm>
            <a:off x="7609746" y="2553294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菱形 137">
            <a:extLst>
              <a:ext uri="{FF2B5EF4-FFF2-40B4-BE49-F238E27FC236}">
                <a16:creationId xmlns:a16="http://schemas.microsoft.com/office/drawing/2014/main" id="{A40E3E78-8907-4A0A-A6EB-A10F63C3B5EB}"/>
              </a:ext>
            </a:extLst>
          </p:cNvPr>
          <p:cNvSpPr/>
          <p:nvPr/>
        </p:nvSpPr>
        <p:spPr>
          <a:xfrm>
            <a:off x="5485786" y="2918126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菱形 138">
            <a:extLst>
              <a:ext uri="{FF2B5EF4-FFF2-40B4-BE49-F238E27FC236}">
                <a16:creationId xmlns:a16="http://schemas.microsoft.com/office/drawing/2014/main" id="{BA346189-3A2C-4F4C-9EB7-56913EC7FF8B}"/>
              </a:ext>
            </a:extLst>
          </p:cNvPr>
          <p:cNvSpPr/>
          <p:nvPr/>
        </p:nvSpPr>
        <p:spPr>
          <a:xfrm>
            <a:off x="6217104" y="2921465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菱形 139">
            <a:extLst>
              <a:ext uri="{FF2B5EF4-FFF2-40B4-BE49-F238E27FC236}">
                <a16:creationId xmlns:a16="http://schemas.microsoft.com/office/drawing/2014/main" id="{4FE63F6D-9125-40C6-88CA-E9306CD5885B}"/>
              </a:ext>
            </a:extLst>
          </p:cNvPr>
          <p:cNvSpPr/>
          <p:nvPr/>
        </p:nvSpPr>
        <p:spPr>
          <a:xfrm>
            <a:off x="7084399" y="2917317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菱形 140">
            <a:extLst>
              <a:ext uri="{FF2B5EF4-FFF2-40B4-BE49-F238E27FC236}">
                <a16:creationId xmlns:a16="http://schemas.microsoft.com/office/drawing/2014/main" id="{9D7B99AA-CD59-4B9B-81DD-99A5407DA182}"/>
              </a:ext>
            </a:extLst>
          </p:cNvPr>
          <p:cNvSpPr/>
          <p:nvPr/>
        </p:nvSpPr>
        <p:spPr>
          <a:xfrm>
            <a:off x="5352191" y="3554645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菱形 141">
            <a:extLst>
              <a:ext uri="{FF2B5EF4-FFF2-40B4-BE49-F238E27FC236}">
                <a16:creationId xmlns:a16="http://schemas.microsoft.com/office/drawing/2014/main" id="{C32B289C-89D8-49CA-862A-6624596674DE}"/>
              </a:ext>
            </a:extLst>
          </p:cNvPr>
          <p:cNvSpPr/>
          <p:nvPr/>
        </p:nvSpPr>
        <p:spPr>
          <a:xfrm>
            <a:off x="6095182" y="3558793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菱形 142">
            <a:extLst>
              <a:ext uri="{FF2B5EF4-FFF2-40B4-BE49-F238E27FC236}">
                <a16:creationId xmlns:a16="http://schemas.microsoft.com/office/drawing/2014/main" id="{C47C87FC-51E6-4D15-8488-02A1565561BD}"/>
              </a:ext>
            </a:extLst>
          </p:cNvPr>
          <p:cNvSpPr/>
          <p:nvPr/>
        </p:nvSpPr>
        <p:spPr>
          <a:xfrm>
            <a:off x="6962477" y="3554645"/>
            <a:ext cx="89305" cy="217443"/>
          </a:xfrm>
          <a:prstGeom prst="diamond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4" name="直接箭头连接符 143">
            <a:extLst>
              <a:ext uri="{FF2B5EF4-FFF2-40B4-BE49-F238E27FC236}">
                <a16:creationId xmlns:a16="http://schemas.microsoft.com/office/drawing/2014/main" id="{76DD8C9B-8A0B-4241-9106-BEEE20E69902}"/>
              </a:ext>
            </a:extLst>
          </p:cNvPr>
          <p:cNvCxnSpPr>
            <a:cxnSpLocks/>
            <a:stCxn id="147" idx="1"/>
          </p:cNvCxnSpPr>
          <p:nvPr/>
        </p:nvCxnSpPr>
        <p:spPr>
          <a:xfrm flipH="1">
            <a:off x="5525676" y="2382843"/>
            <a:ext cx="422884" cy="174257"/>
          </a:xfrm>
          <a:prstGeom prst="straightConnector1">
            <a:avLst/>
          </a:prstGeom>
          <a:ln w="9525" cmpd="sng">
            <a:solidFill>
              <a:schemeClr val="tx1"/>
            </a:solidFill>
            <a:prstDash val="soli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箭头连接符 145">
            <a:extLst>
              <a:ext uri="{FF2B5EF4-FFF2-40B4-BE49-F238E27FC236}">
                <a16:creationId xmlns:a16="http://schemas.microsoft.com/office/drawing/2014/main" id="{C3DA7675-1F1A-44E3-A5AC-0F631F1F32A5}"/>
              </a:ext>
            </a:extLst>
          </p:cNvPr>
          <p:cNvCxnSpPr>
            <a:cxnSpLocks/>
            <a:stCxn id="147" idx="3"/>
          </p:cNvCxnSpPr>
          <p:nvPr/>
        </p:nvCxnSpPr>
        <p:spPr>
          <a:xfrm>
            <a:off x="6581618" y="2382843"/>
            <a:ext cx="988803" cy="183323"/>
          </a:xfrm>
          <a:prstGeom prst="straightConnector1">
            <a:avLst/>
          </a:prstGeom>
          <a:ln w="9525" cmpd="sng">
            <a:solidFill>
              <a:schemeClr val="tx1"/>
            </a:solidFill>
            <a:prstDash val="soli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文本框 146">
            <a:extLst>
              <a:ext uri="{FF2B5EF4-FFF2-40B4-BE49-F238E27FC236}">
                <a16:creationId xmlns:a16="http://schemas.microsoft.com/office/drawing/2014/main" id="{8C2E040C-2847-44B3-9628-B7CF15024B43}"/>
              </a:ext>
            </a:extLst>
          </p:cNvPr>
          <p:cNvSpPr txBox="1"/>
          <p:nvPr/>
        </p:nvSpPr>
        <p:spPr>
          <a:xfrm>
            <a:off x="5948560" y="2228954"/>
            <a:ext cx="6330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i="1" dirty="0"/>
              <a:t>N </a:t>
            </a:r>
            <a:r>
              <a:rPr lang="en-US" altLang="zh-CN" sz="1400" dirty="0"/>
              <a:t>PAs</a:t>
            </a:r>
          </a:p>
        </p:txBody>
      </p:sp>
      <p:cxnSp>
        <p:nvCxnSpPr>
          <p:cNvPr id="30" name="连接符: 曲线 29">
            <a:extLst>
              <a:ext uri="{FF2B5EF4-FFF2-40B4-BE49-F238E27FC236}">
                <a16:creationId xmlns:a16="http://schemas.microsoft.com/office/drawing/2014/main" id="{66E8AE3A-63C3-4142-96AC-8B2F30F7D9D0}"/>
              </a:ext>
            </a:extLst>
          </p:cNvPr>
          <p:cNvCxnSpPr>
            <a:cxnSpLocks/>
            <a:stCxn id="10" idx="3"/>
            <a:endCxn id="33" idx="3"/>
          </p:cNvCxnSpPr>
          <p:nvPr/>
        </p:nvCxnSpPr>
        <p:spPr>
          <a:xfrm rot="10800000" flipV="1">
            <a:off x="4301180" y="2661558"/>
            <a:ext cx="701895" cy="448911"/>
          </a:xfrm>
          <a:prstGeom prst="curvedConnector3">
            <a:avLst>
              <a:gd name="adj1" fmla="val 64385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形 32" descr="数据库 纯色填充">
            <a:extLst>
              <a:ext uri="{FF2B5EF4-FFF2-40B4-BE49-F238E27FC236}">
                <a16:creationId xmlns:a16="http://schemas.microsoft.com/office/drawing/2014/main" id="{66F97F53-F9F9-4A07-A711-03EDA6F768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13999" y="2866880"/>
            <a:ext cx="487180" cy="487180"/>
          </a:xfrm>
          <a:prstGeom prst="rect">
            <a:avLst/>
          </a:prstGeom>
        </p:spPr>
      </p:pic>
      <p:cxnSp>
        <p:nvCxnSpPr>
          <p:cNvPr id="148" name="连接符: 曲线 147">
            <a:extLst>
              <a:ext uri="{FF2B5EF4-FFF2-40B4-BE49-F238E27FC236}">
                <a16:creationId xmlns:a16="http://schemas.microsoft.com/office/drawing/2014/main" id="{04C7A379-E57B-450D-BA65-0381B65272AC}"/>
              </a:ext>
            </a:extLst>
          </p:cNvPr>
          <p:cNvCxnSpPr>
            <a:cxnSpLocks/>
            <a:stCxn id="121" idx="3"/>
            <a:endCxn id="33" idx="3"/>
          </p:cNvCxnSpPr>
          <p:nvPr/>
        </p:nvCxnSpPr>
        <p:spPr>
          <a:xfrm rot="10800000" flipV="1">
            <a:off x="4301180" y="3032322"/>
            <a:ext cx="456917" cy="78147"/>
          </a:xfrm>
          <a:prstGeom prst="curvedConnector3">
            <a:avLst>
              <a:gd name="adj1" fmla="val 40766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连接符: 曲线 148">
            <a:extLst>
              <a:ext uri="{FF2B5EF4-FFF2-40B4-BE49-F238E27FC236}">
                <a16:creationId xmlns:a16="http://schemas.microsoft.com/office/drawing/2014/main" id="{B139D756-9F3D-41C3-8E92-7A464B015AC4}"/>
              </a:ext>
            </a:extLst>
          </p:cNvPr>
          <p:cNvCxnSpPr>
            <a:cxnSpLocks/>
            <a:stCxn id="123" idx="3"/>
            <a:endCxn id="33" idx="3"/>
          </p:cNvCxnSpPr>
          <p:nvPr/>
        </p:nvCxnSpPr>
        <p:spPr>
          <a:xfrm rot="10800000">
            <a:off x="4301180" y="3110471"/>
            <a:ext cx="42405" cy="553765"/>
          </a:xfrm>
          <a:prstGeom prst="curvedConnector3">
            <a:avLst>
              <a:gd name="adj1" fmla="val -110921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文本框 152">
            <a:extLst>
              <a:ext uri="{FF2B5EF4-FFF2-40B4-BE49-F238E27FC236}">
                <a16:creationId xmlns:a16="http://schemas.microsoft.com/office/drawing/2014/main" id="{402624E0-036F-4B0A-B018-283C4D34D224}"/>
              </a:ext>
            </a:extLst>
          </p:cNvPr>
          <p:cNvSpPr txBox="1"/>
          <p:nvPr/>
        </p:nvSpPr>
        <p:spPr>
          <a:xfrm>
            <a:off x="3850604" y="3289944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dirty="0"/>
              <a:t>BS</a:t>
            </a:r>
          </a:p>
        </p:txBody>
      </p:sp>
      <p:cxnSp>
        <p:nvCxnSpPr>
          <p:cNvPr id="154" name="直接箭头连接符 153">
            <a:extLst>
              <a:ext uri="{FF2B5EF4-FFF2-40B4-BE49-F238E27FC236}">
                <a16:creationId xmlns:a16="http://schemas.microsoft.com/office/drawing/2014/main" id="{4CD0ABCD-EF5E-47B3-8BD0-FE360F1DD1F7}"/>
              </a:ext>
            </a:extLst>
          </p:cNvPr>
          <p:cNvCxnSpPr>
            <a:cxnSpLocks/>
          </p:cNvCxnSpPr>
          <p:nvPr/>
        </p:nvCxnSpPr>
        <p:spPr>
          <a:xfrm flipH="1">
            <a:off x="4301182" y="5039174"/>
            <a:ext cx="3609060" cy="1"/>
          </a:xfrm>
          <a:prstGeom prst="straightConnector1">
            <a:avLst/>
          </a:prstGeom>
          <a:ln w="12700" cmpd="sng">
            <a:solidFill>
              <a:schemeClr val="tx1"/>
            </a:solidFill>
            <a:prstDash val="dash"/>
            <a:headEnd type="triangl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接箭头连接符 157">
            <a:extLst>
              <a:ext uri="{FF2B5EF4-FFF2-40B4-BE49-F238E27FC236}">
                <a16:creationId xmlns:a16="http://schemas.microsoft.com/office/drawing/2014/main" id="{E3AB8513-8017-4C18-AB2A-678623407DAB}"/>
              </a:ext>
            </a:extLst>
          </p:cNvPr>
          <p:cNvCxnSpPr>
            <a:cxnSpLocks/>
          </p:cNvCxnSpPr>
          <p:nvPr/>
        </p:nvCxnSpPr>
        <p:spPr>
          <a:xfrm flipH="1">
            <a:off x="7910243" y="3924295"/>
            <a:ext cx="707415" cy="1110955"/>
          </a:xfrm>
          <a:prstGeom prst="straightConnector1">
            <a:avLst/>
          </a:prstGeom>
          <a:ln w="12700" cmpd="sng">
            <a:solidFill>
              <a:schemeClr val="tx1"/>
            </a:solidFill>
            <a:prstDash val="dash"/>
            <a:headEnd type="triangl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文本框 160">
            <a:extLst>
              <a:ext uri="{FF2B5EF4-FFF2-40B4-BE49-F238E27FC236}">
                <a16:creationId xmlns:a16="http://schemas.microsoft.com/office/drawing/2014/main" id="{1B7E6E98-BE1E-4B64-8CC9-7D698C1B2CCF}"/>
              </a:ext>
            </a:extLst>
          </p:cNvPr>
          <p:cNvSpPr txBox="1"/>
          <p:nvPr/>
        </p:nvSpPr>
        <p:spPr>
          <a:xfrm>
            <a:off x="5942462" y="4997009"/>
            <a:ext cx="3369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i="1" dirty="0"/>
              <a:t>L</a:t>
            </a:r>
            <a:r>
              <a:rPr lang="en-US" altLang="zh-CN" sz="1400" i="1" baseline="-25000" dirty="0"/>
              <a:t>x</a:t>
            </a:r>
          </a:p>
        </p:txBody>
      </p:sp>
      <p:sp>
        <p:nvSpPr>
          <p:cNvPr id="162" name="文本框 161">
            <a:extLst>
              <a:ext uri="{FF2B5EF4-FFF2-40B4-BE49-F238E27FC236}">
                <a16:creationId xmlns:a16="http://schemas.microsoft.com/office/drawing/2014/main" id="{BE8794AD-4871-48D9-8908-E7A0F096154C}"/>
              </a:ext>
            </a:extLst>
          </p:cNvPr>
          <p:cNvSpPr txBox="1"/>
          <p:nvPr/>
        </p:nvSpPr>
        <p:spPr>
          <a:xfrm>
            <a:off x="8346032" y="4325885"/>
            <a:ext cx="3316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i="1" dirty="0"/>
              <a:t>L</a:t>
            </a:r>
            <a:r>
              <a:rPr lang="en-US" altLang="zh-CN" sz="1400" i="1" baseline="-25000" dirty="0"/>
              <a:t>y</a:t>
            </a: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25A82A1C-D356-4B76-B9C4-BFDC68E28DCB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8615116" y="2661559"/>
            <a:ext cx="14533" cy="1258815"/>
          </a:xfrm>
          <a:prstGeom prst="straightConnector1">
            <a:avLst/>
          </a:prstGeom>
          <a:ln w="12700" cmpd="sng">
            <a:solidFill>
              <a:schemeClr val="tx1"/>
            </a:solidFill>
            <a:prstDash val="dash"/>
            <a:headEnd type="triangl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A115B632-18AD-49B0-86CC-1FA5AD2C9A01}"/>
              </a:ext>
            </a:extLst>
          </p:cNvPr>
          <p:cNvSpPr txBox="1"/>
          <p:nvPr/>
        </p:nvSpPr>
        <p:spPr>
          <a:xfrm>
            <a:off x="8582423" y="3070385"/>
            <a:ext cx="3305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400" i="1" dirty="0" err="1"/>
              <a:t>L</a:t>
            </a:r>
            <a:r>
              <a:rPr lang="en-US" altLang="zh-CN" sz="1400" i="1" baseline="-25000" dirty="0" err="1"/>
              <a:t>z</a:t>
            </a:r>
            <a:endParaRPr lang="en-US" altLang="zh-CN" sz="1400" i="1" baseline="-25000" dirty="0"/>
          </a:p>
        </p:txBody>
      </p:sp>
    </p:spTree>
    <p:extLst>
      <p:ext uri="{BB962C8B-B14F-4D97-AF65-F5344CB8AC3E}">
        <p14:creationId xmlns:p14="http://schemas.microsoft.com/office/powerpoint/2010/main" val="2940007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24E1F77C-1E8C-4B9F-A613-90EC7ECFDB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0939" y="693063"/>
            <a:ext cx="9573961" cy="5106113"/>
          </a:xfrm>
          <a:prstGeom prst="rect">
            <a:avLst/>
          </a:prstGeom>
        </p:spPr>
      </p:pic>
      <p:pic>
        <p:nvPicPr>
          <p:cNvPr id="4" name="图形 3">
            <a:extLst>
              <a:ext uri="{FF2B5EF4-FFF2-40B4-BE49-F238E27FC236}">
                <a16:creationId xmlns:a16="http://schemas.microsoft.com/office/drawing/2014/main" id="{6FE8D1F2-13F9-6AEA-EF4B-F81818FE6D8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3509" y="3246119"/>
            <a:ext cx="487181" cy="487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2010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7662</TotalTime>
  <Words>68</Words>
  <Application>Microsoft Office PowerPoint</Application>
  <PresentationFormat>宽屏</PresentationFormat>
  <Paragraphs>49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TimesSimSun</vt:lpstr>
      <vt:lpstr>等线</vt:lpstr>
      <vt:lpstr>等线 Light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裴 熙隆</dc:creator>
  <cp:lastModifiedBy>裴 熙隆</cp:lastModifiedBy>
  <cp:revision>18</cp:revision>
  <dcterms:created xsi:type="dcterms:W3CDTF">2022-09-20T11:32:03Z</dcterms:created>
  <dcterms:modified xsi:type="dcterms:W3CDTF">2025-12-21T03:35:33Z</dcterms:modified>
</cp:coreProperties>
</file>